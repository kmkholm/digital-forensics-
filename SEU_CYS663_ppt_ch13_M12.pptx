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8"/>
  </p:notesMasterIdLst>
  <p:handoutMasterIdLst>
    <p:handoutMasterId r:id="rId29"/>
  </p:handoutMasterIdLst>
  <p:sldIdLst>
    <p:sldId id="1529" r:id="rId2"/>
    <p:sldId id="1561" r:id="rId3"/>
    <p:sldId id="1567" r:id="rId4"/>
    <p:sldId id="1694" r:id="rId5"/>
    <p:sldId id="1686" r:id="rId6"/>
    <p:sldId id="1693" r:id="rId7"/>
    <p:sldId id="1713" r:id="rId8"/>
    <p:sldId id="1697" r:id="rId9"/>
    <p:sldId id="1696" r:id="rId10"/>
    <p:sldId id="1719" r:id="rId11"/>
    <p:sldId id="1703" r:id="rId12"/>
    <p:sldId id="1700" r:id="rId13"/>
    <p:sldId id="1705" r:id="rId14"/>
    <p:sldId id="1702" r:id="rId15"/>
    <p:sldId id="1701" r:id="rId16"/>
    <p:sldId id="1706" r:id="rId17"/>
    <p:sldId id="1689" r:id="rId18"/>
    <p:sldId id="1690" r:id="rId19"/>
    <p:sldId id="1712" r:id="rId20"/>
    <p:sldId id="1711" r:id="rId21"/>
    <p:sldId id="1710" r:id="rId22"/>
    <p:sldId id="1716" r:id="rId23"/>
    <p:sldId id="1691" r:id="rId24"/>
    <p:sldId id="1695" r:id="rId25"/>
    <p:sldId id="1698" r:id="rId26"/>
    <p:sldId id="1562" r:id="rId27"/>
  </p:sldIdLst>
  <p:sldSz cx="9144000" cy="6858000" type="screen4x3"/>
  <p:notesSz cx="7010400" cy="9296400"/>
  <p:custDataLst>
    <p:tags r:id="rId30"/>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E2E"/>
    <a:srgbClr val="14ACC0"/>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324" autoAdjust="0"/>
    <p:restoredTop sz="87454" autoAdjust="0"/>
  </p:normalViewPr>
  <p:slideViewPr>
    <p:cSldViewPr snapToGrid="0" snapToObjects="1">
      <p:cViewPr varScale="1">
        <p:scale>
          <a:sx n="60" d="100"/>
          <a:sy n="60" d="100"/>
        </p:scale>
        <p:origin x="1572" y="36"/>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210"/>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6EA28C-5EF8-4504-9BDA-BEDBBEE07B88}" type="doc">
      <dgm:prSet loTypeId="urn:microsoft.com/office/officeart/2005/8/layout/cycle8" loCatId="cycle" qsTypeId="urn:microsoft.com/office/officeart/2005/8/quickstyle/simple1" qsCatId="simple" csTypeId="urn:microsoft.com/office/officeart/2005/8/colors/accent1_2" csCatId="accent1" phldr="1"/>
      <dgm:spPr/>
    </dgm:pt>
    <dgm:pt modelId="{5170AFB8-EF5A-45D7-8722-716CA9F12B9D}">
      <dgm:prSet phldrT="[Text]"/>
      <dgm:spPr/>
      <dgm:t>
        <a:bodyPr/>
        <a:lstStyle/>
        <a:p>
          <a:r>
            <a:rPr lang="en-US" dirty="0"/>
            <a:t>Incident response</a:t>
          </a:r>
        </a:p>
      </dgm:t>
    </dgm:pt>
    <dgm:pt modelId="{88486E03-5B80-4519-8A8E-056C7061CDBD}" type="parTrans" cxnId="{A31D2416-9738-4C24-BF02-5F1F0B819AB9}">
      <dgm:prSet/>
      <dgm:spPr/>
      <dgm:t>
        <a:bodyPr/>
        <a:lstStyle/>
        <a:p>
          <a:endParaRPr lang="en-US"/>
        </a:p>
      </dgm:t>
    </dgm:pt>
    <dgm:pt modelId="{56320E89-FDFD-498B-8981-8F961C8E0C2B}" type="sibTrans" cxnId="{A31D2416-9738-4C24-BF02-5F1F0B819AB9}">
      <dgm:prSet/>
      <dgm:spPr/>
      <dgm:t>
        <a:bodyPr/>
        <a:lstStyle/>
        <a:p>
          <a:endParaRPr lang="en-US"/>
        </a:p>
      </dgm:t>
    </dgm:pt>
    <dgm:pt modelId="{A3D84268-4FB2-453E-9B53-AF294F4F8C10}">
      <dgm:prSet phldrT="[Text]"/>
      <dgm:spPr/>
      <dgm:t>
        <a:bodyPr/>
        <a:lstStyle/>
        <a:p>
          <a:r>
            <a:rPr lang="en-US" dirty="0"/>
            <a:t>Disaster recovery</a:t>
          </a:r>
        </a:p>
      </dgm:t>
    </dgm:pt>
    <dgm:pt modelId="{34B9C6C2-7BFF-43DD-8027-23BD5FCF63F0}" type="parTrans" cxnId="{A9ED341D-AB5E-4A71-9A38-8F18F67CDE62}">
      <dgm:prSet/>
      <dgm:spPr/>
      <dgm:t>
        <a:bodyPr/>
        <a:lstStyle/>
        <a:p>
          <a:endParaRPr lang="en-US"/>
        </a:p>
      </dgm:t>
    </dgm:pt>
    <dgm:pt modelId="{BBA72F91-8F0B-4EA8-8060-B1B0BAED7E98}" type="sibTrans" cxnId="{A9ED341D-AB5E-4A71-9A38-8F18F67CDE62}">
      <dgm:prSet/>
      <dgm:spPr/>
      <dgm:t>
        <a:bodyPr/>
        <a:lstStyle/>
        <a:p>
          <a:endParaRPr lang="en-US"/>
        </a:p>
      </dgm:t>
    </dgm:pt>
    <dgm:pt modelId="{C0C32DF6-124D-4D3F-BC61-5B50AF0E1DAE}">
      <dgm:prSet phldrT="[Text]"/>
      <dgm:spPr/>
      <dgm:t>
        <a:bodyPr/>
        <a:lstStyle/>
        <a:p>
          <a:r>
            <a:rPr lang="en-US" dirty="0"/>
            <a:t>Business continuity</a:t>
          </a:r>
        </a:p>
      </dgm:t>
    </dgm:pt>
    <dgm:pt modelId="{008C7E46-87EF-4BC1-ADC0-CED5CB961D2D}" type="parTrans" cxnId="{B4D9DA43-F33B-4E71-A365-3D7546E084F3}">
      <dgm:prSet/>
      <dgm:spPr/>
      <dgm:t>
        <a:bodyPr/>
        <a:lstStyle/>
        <a:p>
          <a:endParaRPr lang="en-US"/>
        </a:p>
      </dgm:t>
    </dgm:pt>
    <dgm:pt modelId="{F8A85C67-B41F-4190-B070-1C99E1987221}" type="sibTrans" cxnId="{B4D9DA43-F33B-4E71-A365-3D7546E084F3}">
      <dgm:prSet/>
      <dgm:spPr/>
      <dgm:t>
        <a:bodyPr/>
        <a:lstStyle/>
        <a:p>
          <a:endParaRPr lang="en-US"/>
        </a:p>
      </dgm:t>
    </dgm:pt>
    <dgm:pt modelId="{E602ADD1-12BE-4ADC-9C07-AA0BDBEA1A14}" type="pres">
      <dgm:prSet presAssocID="{8A6EA28C-5EF8-4504-9BDA-BEDBBEE07B88}" presName="compositeShape" presStyleCnt="0">
        <dgm:presLayoutVars>
          <dgm:chMax val="7"/>
          <dgm:dir/>
          <dgm:resizeHandles val="exact"/>
        </dgm:presLayoutVars>
      </dgm:prSet>
      <dgm:spPr/>
    </dgm:pt>
    <dgm:pt modelId="{FB948DCB-F1D8-45AE-8109-68860DC95D87}" type="pres">
      <dgm:prSet presAssocID="{8A6EA28C-5EF8-4504-9BDA-BEDBBEE07B88}" presName="wedge1" presStyleLbl="node1" presStyleIdx="0" presStyleCnt="3"/>
      <dgm:spPr/>
    </dgm:pt>
    <dgm:pt modelId="{16D774C1-4A94-42DA-8F3A-B50F215475BE}" type="pres">
      <dgm:prSet presAssocID="{8A6EA28C-5EF8-4504-9BDA-BEDBBEE07B88}" presName="dummy1a" presStyleCnt="0"/>
      <dgm:spPr/>
    </dgm:pt>
    <dgm:pt modelId="{A09411D5-AD92-477C-9C6C-5B2E200A3D6D}" type="pres">
      <dgm:prSet presAssocID="{8A6EA28C-5EF8-4504-9BDA-BEDBBEE07B88}" presName="dummy1b" presStyleCnt="0"/>
      <dgm:spPr/>
    </dgm:pt>
    <dgm:pt modelId="{28769CE9-2C31-4984-A4F8-8D7762301035}" type="pres">
      <dgm:prSet presAssocID="{8A6EA28C-5EF8-4504-9BDA-BEDBBEE07B88}" presName="wedge1Tx" presStyleLbl="node1" presStyleIdx="0" presStyleCnt="3">
        <dgm:presLayoutVars>
          <dgm:chMax val="0"/>
          <dgm:chPref val="0"/>
          <dgm:bulletEnabled val="1"/>
        </dgm:presLayoutVars>
      </dgm:prSet>
      <dgm:spPr/>
    </dgm:pt>
    <dgm:pt modelId="{044F5177-5290-41A0-9B4E-FBB8742B9658}" type="pres">
      <dgm:prSet presAssocID="{8A6EA28C-5EF8-4504-9BDA-BEDBBEE07B88}" presName="wedge2" presStyleLbl="node1" presStyleIdx="1" presStyleCnt="3"/>
      <dgm:spPr/>
    </dgm:pt>
    <dgm:pt modelId="{C8635827-7E1C-443D-890B-C7F12182440C}" type="pres">
      <dgm:prSet presAssocID="{8A6EA28C-5EF8-4504-9BDA-BEDBBEE07B88}" presName="dummy2a" presStyleCnt="0"/>
      <dgm:spPr/>
    </dgm:pt>
    <dgm:pt modelId="{C1026AAC-622E-472E-965F-76B7EC493452}" type="pres">
      <dgm:prSet presAssocID="{8A6EA28C-5EF8-4504-9BDA-BEDBBEE07B88}" presName="dummy2b" presStyleCnt="0"/>
      <dgm:spPr/>
    </dgm:pt>
    <dgm:pt modelId="{C1C7CC3D-2A46-4E0E-9D5F-DFEE0E1B5A6E}" type="pres">
      <dgm:prSet presAssocID="{8A6EA28C-5EF8-4504-9BDA-BEDBBEE07B88}" presName="wedge2Tx" presStyleLbl="node1" presStyleIdx="1" presStyleCnt="3">
        <dgm:presLayoutVars>
          <dgm:chMax val="0"/>
          <dgm:chPref val="0"/>
          <dgm:bulletEnabled val="1"/>
        </dgm:presLayoutVars>
      </dgm:prSet>
      <dgm:spPr/>
    </dgm:pt>
    <dgm:pt modelId="{259C3539-0F29-4F0A-B31D-9D52332CFC10}" type="pres">
      <dgm:prSet presAssocID="{8A6EA28C-5EF8-4504-9BDA-BEDBBEE07B88}" presName="wedge3" presStyleLbl="node1" presStyleIdx="2" presStyleCnt="3"/>
      <dgm:spPr/>
    </dgm:pt>
    <dgm:pt modelId="{D2EA201E-CB0E-4F11-A2DD-E46871629DFA}" type="pres">
      <dgm:prSet presAssocID="{8A6EA28C-5EF8-4504-9BDA-BEDBBEE07B88}" presName="dummy3a" presStyleCnt="0"/>
      <dgm:spPr/>
    </dgm:pt>
    <dgm:pt modelId="{97BB8B4F-189A-40E0-AD7C-E3CE00F92D26}" type="pres">
      <dgm:prSet presAssocID="{8A6EA28C-5EF8-4504-9BDA-BEDBBEE07B88}" presName="dummy3b" presStyleCnt="0"/>
      <dgm:spPr/>
    </dgm:pt>
    <dgm:pt modelId="{46F1E20A-790E-4D57-9002-A3055CD2D1B9}" type="pres">
      <dgm:prSet presAssocID="{8A6EA28C-5EF8-4504-9BDA-BEDBBEE07B88}" presName="wedge3Tx" presStyleLbl="node1" presStyleIdx="2" presStyleCnt="3">
        <dgm:presLayoutVars>
          <dgm:chMax val="0"/>
          <dgm:chPref val="0"/>
          <dgm:bulletEnabled val="1"/>
        </dgm:presLayoutVars>
      </dgm:prSet>
      <dgm:spPr/>
    </dgm:pt>
    <dgm:pt modelId="{532FE2B6-8207-4082-B447-CADBB08372B2}" type="pres">
      <dgm:prSet presAssocID="{56320E89-FDFD-498B-8981-8F961C8E0C2B}" presName="arrowWedge1" presStyleLbl="fgSibTrans2D1" presStyleIdx="0" presStyleCnt="3"/>
      <dgm:spPr/>
    </dgm:pt>
    <dgm:pt modelId="{9D66CA31-A6F0-4B59-9C27-211E86E64941}" type="pres">
      <dgm:prSet presAssocID="{BBA72F91-8F0B-4EA8-8060-B1B0BAED7E98}" presName="arrowWedge2" presStyleLbl="fgSibTrans2D1" presStyleIdx="1" presStyleCnt="3"/>
      <dgm:spPr/>
    </dgm:pt>
    <dgm:pt modelId="{08369B3B-9592-47F1-AA18-0C0B34A06080}" type="pres">
      <dgm:prSet presAssocID="{F8A85C67-B41F-4190-B070-1C99E1987221}" presName="arrowWedge3" presStyleLbl="fgSibTrans2D1" presStyleIdx="2" presStyleCnt="3"/>
      <dgm:spPr/>
    </dgm:pt>
  </dgm:ptLst>
  <dgm:cxnLst>
    <dgm:cxn modelId="{A31D2416-9738-4C24-BF02-5F1F0B819AB9}" srcId="{8A6EA28C-5EF8-4504-9BDA-BEDBBEE07B88}" destId="{5170AFB8-EF5A-45D7-8722-716CA9F12B9D}" srcOrd="0" destOrd="0" parTransId="{88486E03-5B80-4519-8A8E-056C7061CDBD}" sibTransId="{56320E89-FDFD-498B-8981-8F961C8E0C2B}"/>
    <dgm:cxn modelId="{B4D3D118-8785-487C-994A-E9D832554EE9}" type="presOf" srcId="{A3D84268-4FB2-453E-9B53-AF294F4F8C10}" destId="{044F5177-5290-41A0-9B4E-FBB8742B9658}" srcOrd="0" destOrd="0" presId="urn:microsoft.com/office/officeart/2005/8/layout/cycle8"/>
    <dgm:cxn modelId="{A9ED341D-AB5E-4A71-9A38-8F18F67CDE62}" srcId="{8A6EA28C-5EF8-4504-9BDA-BEDBBEE07B88}" destId="{A3D84268-4FB2-453E-9B53-AF294F4F8C10}" srcOrd="1" destOrd="0" parTransId="{34B9C6C2-7BFF-43DD-8027-23BD5FCF63F0}" sibTransId="{BBA72F91-8F0B-4EA8-8060-B1B0BAED7E98}"/>
    <dgm:cxn modelId="{B84B9430-AC88-462D-95F4-8CF74C82B533}" type="presOf" srcId="{5170AFB8-EF5A-45D7-8722-716CA9F12B9D}" destId="{FB948DCB-F1D8-45AE-8109-68860DC95D87}" srcOrd="0" destOrd="0" presId="urn:microsoft.com/office/officeart/2005/8/layout/cycle8"/>
    <dgm:cxn modelId="{B5311660-166B-4343-A21B-06A20051B418}" type="presOf" srcId="{A3D84268-4FB2-453E-9B53-AF294F4F8C10}" destId="{C1C7CC3D-2A46-4E0E-9D5F-DFEE0E1B5A6E}" srcOrd="1" destOrd="0" presId="urn:microsoft.com/office/officeart/2005/8/layout/cycle8"/>
    <dgm:cxn modelId="{B4D9DA43-F33B-4E71-A365-3D7546E084F3}" srcId="{8A6EA28C-5EF8-4504-9BDA-BEDBBEE07B88}" destId="{C0C32DF6-124D-4D3F-BC61-5B50AF0E1DAE}" srcOrd="2" destOrd="0" parTransId="{008C7E46-87EF-4BC1-ADC0-CED5CB961D2D}" sibTransId="{F8A85C67-B41F-4190-B070-1C99E1987221}"/>
    <dgm:cxn modelId="{8D2FE84A-652E-4026-B95D-ADDF1097B5EF}" type="presOf" srcId="{5170AFB8-EF5A-45D7-8722-716CA9F12B9D}" destId="{28769CE9-2C31-4984-A4F8-8D7762301035}" srcOrd="1" destOrd="0" presId="urn:microsoft.com/office/officeart/2005/8/layout/cycle8"/>
    <dgm:cxn modelId="{2DB68758-5581-46BB-AC75-467779F21101}" type="presOf" srcId="{8A6EA28C-5EF8-4504-9BDA-BEDBBEE07B88}" destId="{E602ADD1-12BE-4ADC-9C07-AA0BDBEA1A14}" srcOrd="0" destOrd="0" presId="urn:microsoft.com/office/officeart/2005/8/layout/cycle8"/>
    <dgm:cxn modelId="{CE0E7DB0-E8D3-4487-9527-1C552CDCD001}" type="presOf" srcId="{C0C32DF6-124D-4D3F-BC61-5B50AF0E1DAE}" destId="{259C3539-0F29-4F0A-B31D-9D52332CFC10}" srcOrd="0" destOrd="0" presId="urn:microsoft.com/office/officeart/2005/8/layout/cycle8"/>
    <dgm:cxn modelId="{049423D4-5185-431B-B5AF-C66B3CD97BE4}" type="presOf" srcId="{C0C32DF6-124D-4D3F-BC61-5B50AF0E1DAE}" destId="{46F1E20A-790E-4D57-9002-A3055CD2D1B9}" srcOrd="1" destOrd="0" presId="urn:microsoft.com/office/officeart/2005/8/layout/cycle8"/>
    <dgm:cxn modelId="{B59529F5-F842-4C75-A016-7DBA6F658B79}" type="presParOf" srcId="{E602ADD1-12BE-4ADC-9C07-AA0BDBEA1A14}" destId="{FB948DCB-F1D8-45AE-8109-68860DC95D87}" srcOrd="0" destOrd="0" presId="urn:microsoft.com/office/officeart/2005/8/layout/cycle8"/>
    <dgm:cxn modelId="{F0484134-9194-4C14-A098-7A96354DE1BE}" type="presParOf" srcId="{E602ADD1-12BE-4ADC-9C07-AA0BDBEA1A14}" destId="{16D774C1-4A94-42DA-8F3A-B50F215475BE}" srcOrd="1" destOrd="0" presId="urn:microsoft.com/office/officeart/2005/8/layout/cycle8"/>
    <dgm:cxn modelId="{1B846EC3-6424-4FFD-9E71-D567659BBAD3}" type="presParOf" srcId="{E602ADD1-12BE-4ADC-9C07-AA0BDBEA1A14}" destId="{A09411D5-AD92-477C-9C6C-5B2E200A3D6D}" srcOrd="2" destOrd="0" presId="urn:microsoft.com/office/officeart/2005/8/layout/cycle8"/>
    <dgm:cxn modelId="{6805A203-7179-47EC-BCC0-1B60282CA4B9}" type="presParOf" srcId="{E602ADD1-12BE-4ADC-9C07-AA0BDBEA1A14}" destId="{28769CE9-2C31-4984-A4F8-8D7762301035}" srcOrd="3" destOrd="0" presId="urn:microsoft.com/office/officeart/2005/8/layout/cycle8"/>
    <dgm:cxn modelId="{644B2B22-0D42-406F-87D0-31B9B6BF1690}" type="presParOf" srcId="{E602ADD1-12BE-4ADC-9C07-AA0BDBEA1A14}" destId="{044F5177-5290-41A0-9B4E-FBB8742B9658}" srcOrd="4" destOrd="0" presId="urn:microsoft.com/office/officeart/2005/8/layout/cycle8"/>
    <dgm:cxn modelId="{40E528F9-AA89-48B4-873B-8768E288192A}" type="presParOf" srcId="{E602ADD1-12BE-4ADC-9C07-AA0BDBEA1A14}" destId="{C8635827-7E1C-443D-890B-C7F12182440C}" srcOrd="5" destOrd="0" presId="urn:microsoft.com/office/officeart/2005/8/layout/cycle8"/>
    <dgm:cxn modelId="{9A9035E5-5B08-4A0D-853D-ECAC0C5B2891}" type="presParOf" srcId="{E602ADD1-12BE-4ADC-9C07-AA0BDBEA1A14}" destId="{C1026AAC-622E-472E-965F-76B7EC493452}" srcOrd="6" destOrd="0" presId="urn:microsoft.com/office/officeart/2005/8/layout/cycle8"/>
    <dgm:cxn modelId="{584AE57F-A362-4AAB-B95F-BD22F809E281}" type="presParOf" srcId="{E602ADD1-12BE-4ADC-9C07-AA0BDBEA1A14}" destId="{C1C7CC3D-2A46-4E0E-9D5F-DFEE0E1B5A6E}" srcOrd="7" destOrd="0" presId="urn:microsoft.com/office/officeart/2005/8/layout/cycle8"/>
    <dgm:cxn modelId="{B6971975-8B3A-4B21-AB11-CDC392D15BF5}" type="presParOf" srcId="{E602ADD1-12BE-4ADC-9C07-AA0BDBEA1A14}" destId="{259C3539-0F29-4F0A-B31D-9D52332CFC10}" srcOrd="8" destOrd="0" presId="urn:microsoft.com/office/officeart/2005/8/layout/cycle8"/>
    <dgm:cxn modelId="{E5AF666D-B437-4934-A55A-C7C09582DF57}" type="presParOf" srcId="{E602ADD1-12BE-4ADC-9C07-AA0BDBEA1A14}" destId="{D2EA201E-CB0E-4F11-A2DD-E46871629DFA}" srcOrd="9" destOrd="0" presId="urn:microsoft.com/office/officeart/2005/8/layout/cycle8"/>
    <dgm:cxn modelId="{052FAF5B-2A57-4047-8D3C-99E40075526E}" type="presParOf" srcId="{E602ADD1-12BE-4ADC-9C07-AA0BDBEA1A14}" destId="{97BB8B4F-189A-40E0-AD7C-E3CE00F92D26}" srcOrd="10" destOrd="0" presId="urn:microsoft.com/office/officeart/2005/8/layout/cycle8"/>
    <dgm:cxn modelId="{EEF8A6A3-FE1E-46E0-8368-D67F20EBDF83}" type="presParOf" srcId="{E602ADD1-12BE-4ADC-9C07-AA0BDBEA1A14}" destId="{46F1E20A-790E-4D57-9002-A3055CD2D1B9}" srcOrd="11" destOrd="0" presId="urn:microsoft.com/office/officeart/2005/8/layout/cycle8"/>
    <dgm:cxn modelId="{172127A0-1EC4-4DCE-889C-096DA3FE4FAD}" type="presParOf" srcId="{E602ADD1-12BE-4ADC-9C07-AA0BDBEA1A14}" destId="{532FE2B6-8207-4082-B447-CADBB08372B2}" srcOrd="12" destOrd="0" presId="urn:microsoft.com/office/officeart/2005/8/layout/cycle8"/>
    <dgm:cxn modelId="{8ABD97F9-9CA0-4768-A0F2-024E19916359}" type="presParOf" srcId="{E602ADD1-12BE-4ADC-9C07-AA0BDBEA1A14}" destId="{9D66CA31-A6F0-4B59-9C27-211E86E64941}" srcOrd="13" destOrd="0" presId="urn:microsoft.com/office/officeart/2005/8/layout/cycle8"/>
    <dgm:cxn modelId="{BFB71300-903E-4E44-95AB-BF89D878A4F2}" type="presParOf" srcId="{E602ADD1-12BE-4ADC-9C07-AA0BDBEA1A14}" destId="{08369B3B-9592-47F1-AA18-0C0B34A06080}"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148BEB-F485-4816-AD85-302D28DE341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CAEE9C8-D825-47F4-9A72-DA505A013D41}">
      <dgm:prSet phldrT="[Text]" custT="1"/>
      <dgm:spPr/>
      <dgm:t>
        <a:bodyPr/>
        <a:lstStyle/>
        <a:p>
          <a:r>
            <a:rPr lang="en-US" sz="3200" dirty="0"/>
            <a:t>ISO 27001</a:t>
          </a:r>
        </a:p>
      </dgm:t>
    </dgm:pt>
    <dgm:pt modelId="{A7902164-2129-4C2F-923F-3FA87DB368C1}" type="parTrans" cxnId="{E396223F-06D6-4002-B554-18FE1607B168}">
      <dgm:prSet/>
      <dgm:spPr/>
      <dgm:t>
        <a:bodyPr/>
        <a:lstStyle/>
        <a:p>
          <a:endParaRPr lang="en-US"/>
        </a:p>
      </dgm:t>
    </dgm:pt>
    <dgm:pt modelId="{704CE128-BE56-4998-9D07-1EAF92EC9342}" type="sibTrans" cxnId="{E396223F-06D6-4002-B554-18FE1607B168}">
      <dgm:prSet/>
      <dgm:spPr/>
      <dgm:t>
        <a:bodyPr/>
        <a:lstStyle/>
        <a:p>
          <a:endParaRPr lang="en-US"/>
        </a:p>
      </dgm:t>
    </dgm:pt>
    <dgm:pt modelId="{B291355B-EE8E-4559-ACB6-71DB8B449A76}">
      <dgm:prSet phldrT="[Text]" custT="1"/>
      <dgm:spPr/>
      <dgm:t>
        <a:bodyPr/>
        <a:lstStyle/>
        <a:p>
          <a:r>
            <a:rPr lang="en-US" sz="3200" dirty="0"/>
            <a:t>NIST 800-34</a:t>
          </a:r>
        </a:p>
      </dgm:t>
    </dgm:pt>
    <dgm:pt modelId="{F6C6890E-C920-481C-9449-8EF83812885B}" type="parTrans" cxnId="{CEA1AD30-1082-4112-8323-F8C3EC09A31D}">
      <dgm:prSet/>
      <dgm:spPr/>
      <dgm:t>
        <a:bodyPr/>
        <a:lstStyle/>
        <a:p>
          <a:endParaRPr lang="en-US"/>
        </a:p>
      </dgm:t>
    </dgm:pt>
    <dgm:pt modelId="{AA1BE8A0-A45D-40CC-A799-CC390FC4FFED}" type="sibTrans" cxnId="{CEA1AD30-1082-4112-8323-F8C3EC09A31D}">
      <dgm:prSet/>
      <dgm:spPr/>
      <dgm:t>
        <a:bodyPr/>
        <a:lstStyle/>
        <a:p>
          <a:endParaRPr lang="en-US"/>
        </a:p>
      </dgm:t>
    </dgm:pt>
    <dgm:pt modelId="{577A735F-44BD-43EA-9683-FA9A583C4989}">
      <dgm:prSet phldrT="[Text]" custT="1"/>
      <dgm:spPr/>
      <dgm:t>
        <a:bodyPr/>
        <a:lstStyle/>
        <a:p>
          <a:r>
            <a:rPr lang="en-US" sz="3200" dirty="0"/>
            <a:t>NFPA 1600</a:t>
          </a:r>
        </a:p>
      </dgm:t>
    </dgm:pt>
    <dgm:pt modelId="{2155C453-316F-4173-A252-B0923DD10847}" type="parTrans" cxnId="{FA7D9638-2C7D-43AF-AC63-DAFC210B76C1}">
      <dgm:prSet/>
      <dgm:spPr/>
      <dgm:t>
        <a:bodyPr/>
        <a:lstStyle/>
        <a:p>
          <a:endParaRPr lang="en-US"/>
        </a:p>
      </dgm:t>
    </dgm:pt>
    <dgm:pt modelId="{BFB432E4-A32F-4B9F-81E7-4D5A8FEAA0A9}" type="sibTrans" cxnId="{FA7D9638-2C7D-43AF-AC63-DAFC210B76C1}">
      <dgm:prSet/>
      <dgm:spPr/>
      <dgm:t>
        <a:bodyPr/>
        <a:lstStyle/>
        <a:p>
          <a:endParaRPr lang="en-US"/>
        </a:p>
      </dgm:t>
    </dgm:pt>
    <dgm:pt modelId="{F545D191-2C5D-48A5-98B9-14CEAF558BD9}" type="pres">
      <dgm:prSet presAssocID="{E5148BEB-F485-4816-AD85-302D28DE3411}" presName="linear" presStyleCnt="0">
        <dgm:presLayoutVars>
          <dgm:dir/>
          <dgm:animLvl val="lvl"/>
          <dgm:resizeHandles val="exact"/>
        </dgm:presLayoutVars>
      </dgm:prSet>
      <dgm:spPr/>
    </dgm:pt>
    <dgm:pt modelId="{8A656879-5055-42DC-AF04-6FF29F207C1F}" type="pres">
      <dgm:prSet presAssocID="{1CAEE9C8-D825-47F4-9A72-DA505A013D41}" presName="parentLin" presStyleCnt="0"/>
      <dgm:spPr/>
    </dgm:pt>
    <dgm:pt modelId="{E35D621C-3FA4-44C7-BE2D-2CBB35E400E0}" type="pres">
      <dgm:prSet presAssocID="{1CAEE9C8-D825-47F4-9A72-DA505A013D41}" presName="parentLeftMargin" presStyleLbl="node1" presStyleIdx="0" presStyleCnt="3"/>
      <dgm:spPr/>
    </dgm:pt>
    <dgm:pt modelId="{ADF47C43-0BA3-4A83-8E94-8588FBDD6BB9}" type="pres">
      <dgm:prSet presAssocID="{1CAEE9C8-D825-47F4-9A72-DA505A013D41}" presName="parentText" presStyleLbl="node1" presStyleIdx="0" presStyleCnt="3">
        <dgm:presLayoutVars>
          <dgm:chMax val="0"/>
          <dgm:bulletEnabled val="1"/>
        </dgm:presLayoutVars>
      </dgm:prSet>
      <dgm:spPr/>
    </dgm:pt>
    <dgm:pt modelId="{2FECD6A5-31E9-4BDB-8A38-2B81AE3EC51B}" type="pres">
      <dgm:prSet presAssocID="{1CAEE9C8-D825-47F4-9A72-DA505A013D41}" presName="negativeSpace" presStyleCnt="0"/>
      <dgm:spPr/>
    </dgm:pt>
    <dgm:pt modelId="{935B6F94-EC5E-4460-947C-679002B749F7}" type="pres">
      <dgm:prSet presAssocID="{1CAEE9C8-D825-47F4-9A72-DA505A013D41}" presName="childText" presStyleLbl="conFgAcc1" presStyleIdx="0" presStyleCnt="3">
        <dgm:presLayoutVars>
          <dgm:bulletEnabled val="1"/>
        </dgm:presLayoutVars>
      </dgm:prSet>
      <dgm:spPr/>
    </dgm:pt>
    <dgm:pt modelId="{58B580BE-8EB1-4AAF-856E-BA63771AC99A}" type="pres">
      <dgm:prSet presAssocID="{704CE128-BE56-4998-9D07-1EAF92EC9342}" presName="spaceBetweenRectangles" presStyleCnt="0"/>
      <dgm:spPr/>
    </dgm:pt>
    <dgm:pt modelId="{39D0CD06-083E-47AE-9FE4-F2EDCF663910}" type="pres">
      <dgm:prSet presAssocID="{B291355B-EE8E-4559-ACB6-71DB8B449A76}" presName="parentLin" presStyleCnt="0"/>
      <dgm:spPr/>
    </dgm:pt>
    <dgm:pt modelId="{2754F1E7-6B15-4EA4-91C5-7F6FC0661A9D}" type="pres">
      <dgm:prSet presAssocID="{B291355B-EE8E-4559-ACB6-71DB8B449A76}" presName="parentLeftMargin" presStyleLbl="node1" presStyleIdx="0" presStyleCnt="3"/>
      <dgm:spPr/>
    </dgm:pt>
    <dgm:pt modelId="{106D7FFD-78FF-45ED-8B0E-916FFD027E52}" type="pres">
      <dgm:prSet presAssocID="{B291355B-EE8E-4559-ACB6-71DB8B449A76}" presName="parentText" presStyleLbl="node1" presStyleIdx="1" presStyleCnt="3">
        <dgm:presLayoutVars>
          <dgm:chMax val="0"/>
          <dgm:bulletEnabled val="1"/>
        </dgm:presLayoutVars>
      </dgm:prSet>
      <dgm:spPr/>
    </dgm:pt>
    <dgm:pt modelId="{3072ABE8-2E83-461A-9FA9-A442981449B0}" type="pres">
      <dgm:prSet presAssocID="{B291355B-EE8E-4559-ACB6-71DB8B449A76}" presName="negativeSpace" presStyleCnt="0"/>
      <dgm:spPr/>
    </dgm:pt>
    <dgm:pt modelId="{7715B1D3-69BC-4FAF-A4E2-C0468AAD30AE}" type="pres">
      <dgm:prSet presAssocID="{B291355B-EE8E-4559-ACB6-71DB8B449A76}" presName="childText" presStyleLbl="conFgAcc1" presStyleIdx="1" presStyleCnt="3">
        <dgm:presLayoutVars>
          <dgm:bulletEnabled val="1"/>
        </dgm:presLayoutVars>
      </dgm:prSet>
      <dgm:spPr/>
    </dgm:pt>
    <dgm:pt modelId="{8A74408A-BC1C-42BE-B97B-F0CFC5A3143C}" type="pres">
      <dgm:prSet presAssocID="{AA1BE8A0-A45D-40CC-A799-CC390FC4FFED}" presName="spaceBetweenRectangles" presStyleCnt="0"/>
      <dgm:spPr/>
    </dgm:pt>
    <dgm:pt modelId="{2BE018CE-78DF-435D-8290-BB727503D762}" type="pres">
      <dgm:prSet presAssocID="{577A735F-44BD-43EA-9683-FA9A583C4989}" presName="parentLin" presStyleCnt="0"/>
      <dgm:spPr/>
    </dgm:pt>
    <dgm:pt modelId="{90DD34A6-860A-4B78-86E4-74151232175A}" type="pres">
      <dgm:prSet presAssocID="{577A735F-44BD-43EA-9683-FA9A583C4989}" presName="parentLeftMargin" presStyleLbl="node1" presStyleIdx="1" presStyleCnt="3"/>
      <dgm:spPr/>
    </dgm:pt>
    <dgm:pt modelId="{DE16FA20-B60A-4724-96DA-477282029E53}" type="pres">
      <dgm:prSet presAssocID="{577A735F-44BD-43EA-9683-FA9A583C4989}" presName="parentText" presStyleLbl="node1" presStyleIdx="2" presStyleCnt="3">
        <dgm:presLayoutVars>
          <dgm:chMax val="0"/>
          <dgm:bulletEnabled val="1"/>
        </dgm:presLayoutVars>
      </dgm:prSet>
      <dgm:spPr/>
    </dgm:pt>
    <dgm:pt modelId="{F5875FBE-7E59-4290-8AD0-B2F144C16FD8}" type="pres">
      <dgm:prSet presAssocID="{577A735F-44BD-43EA-9683-FA9A583C4989}" presName="negativeSpace" presStyleCnt="0"/>
      <dgm:spPr/>
    </dgm:pt>
    <dgm:pt modelId="{6E2B5EBA-F37B-4C60-B8CA-066B94F3FD03}" type="pres">
      <dgm:prSet presAssocID="{577A735F-44BD-43EA-9683-FA9A583C4989}" presName="childText" presStyleLbl="conFgAcc1" presStyleIdx="2" presStyleCnt="3">
        <dgm:presLayoutVars>
          <dgm:bulletEnabled val="1"/>
        </dgm:presLayoutVars>
      </dgm:prSet>
      <dgm:spPr/>
    </dgm:pt>
  </dgm:ptLst>
  <dgm:cxnLst>
    <dgm:cxn modelId="{44B32120-977C-4C5C-92C7-1822AD8113BB}" type="presOf" srcId="{E5148BEB-F485-4816-AD85-302D28DE3411}" destId="{F545D191-2C5D-48A5-98B9-14CEAF558BD9}" srcOrd="0" destOrd="0" presId="urn:microsoft.com/office/officeart/2005/8/layout/list1"/>
    <dgm:cxn modelId="{3C79F923-AA6A-4C12-BA66-CA3DB176FA9B}" type="presOf" srcId="{B291355B-EE8E-4559-ACB6-71DB8B449A76}" destId="{2754F1E7-6B15-4EA4-91C5-7F6FC0661A9D}" srcOrd="0" destOrd="0" presId="urn:microsoft.com/office/officeart/2005/8/layout/list1"/>
    <dgm:cxn modelId="{CEA1AD30-1082-4112-8323-F8C3EC09A31D}" srcId="{E5148BEB-F485-4816-AD85-302D28DE3411}" destId="{B291355B-EE8E-4559-ACB6-71DB8B449A76}" srcOrd="1" destOrd="0" parTransId="{F6C6890E-C920-481C-9449-8EF83812885B}" sibTransId="{AA1BE8A0-A45D-40CC-A799-CC390FC4FFED}"/>
    <dgm:cxn modelId="{FA7D9638-2C7D-43AF-AC63-DAFC210B76C1}" srcId="{E5148BEB-F485-4816-AD85-302D28DE3411}" destId="{577A735F-44BD-43EA-9683-FA9A583C4989}" srcOrd="2" destOrd="0" parTransId="{2155C453-316F-4173-A252-B0923DD10847}" sibTransId="{BFB432E4-A32F-4B9F-81E7-4D5A8FEAA0A9}"/>
    <dgm:cxn modelId="{E396223F-06D6-4002-B554-18FE1607B168}" srcId="{E5148BEB-F485-4816-AD85-302D28DE3411}" destId="{1CAEE9C8-D825-47F4-9A72-DA505A013D41}" srcOrd="0" destOrd="0" parTransId="{A7902164-2129-4C2F-923F-3FA87DB368C1}" sibTransId="{704CE128-BE56-4998-9D07-1EAF92EC9342}"/>
    <dgm:cxn modelId="{AB609968-952A-4858-BC01-ED51FD3A9106}" type="presOf" srcId="{1CAEE9C8-D825-47F4-9A72-DA505A013D41}" destId="{ADF47C43-0BA3-4A83-8E94-8588FBDD6BB9}" srcOrd="1" destOrd="0" presId="urn:microsoft.com/office/officeart/2005/8/layout/list1"/>
    <dgm:cxn modelId="{B61DA34C-7A79-48A0-A1E8-9CB520795FCF}" type="presOf" srcId="{577A735F-44BD-43EA-9683-FA9A583C4989}" destId="{DE16FA20-B60A-4724-96DA-477282029E53}" srcOrd="1" destOrd="0" presId="urn:microsoft.com/office/officeart/2005/8/layout/list1"/>
    <dgm:cxn modelId="{A816D750-D03A-4628-A707-B05001BD3AB0}" type="presOf" srcId="{577A735F-44BD-43EA-9683-FA9A583C4989}" destId="{90DD34A6-860A-4B78-86E4-74151232175A}" srcOrd="0" destOrd="0" presId="urn:microsoft.com/office/officeart/2005/8/layout/list1"/>
    <dgm:cxn modelId="{4C3B9E93-A188-429D-AD33-FEDD0F0ABD98}" type="presOf" srcId="{B291355B-EE8E-4559-ACB6-71DB8B449A76}" destId="{106D7FFD-78FF-45ED-8B0E-916FFD027E52}" srcOrd="1" destOrd="0" presId="urn:microsoft.com/office/officeart/2005/8/layout/list1"/>
    <dgm:cxn modelId="{7CABF194-8F61-4E66-B14C-B31E06A71113}" type="presOf" srcId="{1CAEE9C8-D825-47F4-9A72-DA505A013D41}" destId="{E35D621C-3FA4-44C7-BE2D-2CBB35E400E0}" srcOrd="0" destOrd="0" presId="urn:microsoft.com/office/officeart/2005/8/layout/list1"/>
    <dgm:cxn modelId="{2DFEE3BB-3D54-4A2A-9486-DEF82FCF59B5}" type="presParOf" srcId="{F545D191-2C5D-48A5-98B9-14CEAF558BD9}" destId="{8A656879-5055-42DC-AF04-6FF29F207C1F}" srcOrd="0" destOrd="0" presId="urn:microsoft.com/office/officeart/2005/8/layout/list1"/>
    <dgm:cxn modelId="{68AAE4C4-AA39-4BD9-8C20-83D2629D8D1A}" type="presParOf" srcId="{8A656879-5055-42DC-AF04-6FF29F207C1F}" destId="{E35D621C-3FA4-44C7-BE2D-2CBB35E400E0}" srcOrd="0" destOrd="0" presId="urn:microsoft.com/office/officeart/2005/8/layout/list1"/>
    <dgm:cxn modelId="{F600DDAB-931B-42BE-B8BB-522D5829B641}" type="presParOf" srcId="{8A656879-5055-42DC-AF04-6FF29F207C1F}" destId="{ADF47C43-0BA3-4A83-8E94-8588FBDD6BB9}" srcOrd="1" destOrd="0" presId="urn:microsoft.com/office/officeart/2005/8/layout/list1"/>
    <dgm:cxn modelId="{1F062A04-515D-433D-9869-C6172F3A7AEE}" type="presParOf" srcId="{F545D191-2C5D-48A5-98B9-14CEAF558BD9}" destId="{2FECD6A5-31E9-4BDB-8A38-2B81AE3EC51B}" srcOrd="1" destOrd="0" presId="urn:microsoft.com/office/officeart/2005/8/layout/list1"/>
    <dgm:cxn modelId="{3EB77B54-3451-4728-BC28-BB50E93A2B3D}" type="presParOf" srcId="{F545D191-2C5D-48A5-98B9-14CEAF558BD9}" destId="{935B6F94-EC5E-4460-947C-679002B749F7}" srcOrd="2" destOrd="0" presId="urn:microsoft.com/office/officeart/2005/8/layout/list1"/>
    <dgm:cxn modelId="{20A1A8EC-6411-4893-9B5A-193B25538E2C}" type="presParOf" srcId="{F545D191-2C5D-48A5-98B9-14CEAF558BD9}" destId="{58B580BE-8EB1-4AAF-856E-BA63771AC99A}" srcOrd="3" destOrd="0" presId="urn:microsoft.com/office/officeart/2005/8/layout/list1"/>
    <dgm:cxn modelId="{E2A49DD6-0806-4126-82C6-EF9B755FF3CD}" type="presParOf" srcId="{F545D191-2C5D-48A5-98B9-14CEAF558BD9}" destId="{39D0CD06-083E-47AE-9FE4-F2EDCF663910}" srcOrd="4" destOrd="0" presId="urn:microsoft.com/office/officeart/2005/8/layout/list1"/>
    <dgm:cxn modelId="{0ADBC21E-59EC-4854-97B3-2F50F517B3E0}" type="presParOf" srcId="{39D0CD06-083E-47AE-9FE4-F2EDCF663910}" destId="{2754F1E7-6B15-4EA4-91C5-7F6FC0661A9D}" srcOrd="0" destOrd="0" presId="urn:microsoft.com/office/officeart/2005/8/layout/list1"/>
    <dgm:cxn modelId="{AB078528-432E-4AC5-A762-09E9F48F0DD8}" type="presParOf" srcId="{39D0CD06-083E-47AE-9FE4-F2EDCF663910}" destId="{106D7FFD-78FF-45ED-8B0E-916FFD027E52}" srcOrd="1" destOrd="0" presId="urn:microsoft.com/office/officeart/2005/8/layout/list1"/>
    <dgm:cxn modelId="{73EA197D-7975-45C7-BC88-D1520FF765A3}" type="presParOf" srcId="{F545D191-2C5D-48A5-98B9-14CEAF558BD9}" destId="{3072ABE8-2E83-461A-9FA9-A442981449B0}" srcOrd="5" destOrd="0" presId="urn:microsoft.com/office/officeart/2005/8/layout/list1"/>
    <dgm:cxn modelId="{82D92FBB-BE3F-4520-9A7F-BCA9D5A94DD1}" type="presParOf" srcId="{F545D191-2C5D-48A5-98B9-14CEAF558BD9}" destId="{7715B1D3-69BC-4FAF-A4E2-C0468AAD30AE}" srcOrd="6" destOrd="0" presId="urn:microsoft.com/office/officeart/2005/8/layout/list1"/>
    <dgm:cxn modelId="{C69B5C42-3F60-426D-A449-D5B39CA941FC}" type="presParOf" srcId="{F545D191-2C5D-48A5-98B9-14CEAF558BD9}" destId="{8A74408A-BC1C-42BE-B97B-F0CFC5A3143C}" srcOrd="7" destOrd="0" presId="urn:microsoft.com/office/officeart/2005/8/layout/list1"/>
    <dgm:cxn modelId="{5791A497-2D11-4157-B524-0100FC03EF10}" type="presParOf" srcId="{F545D191-2C5D-48A5-98B9-14CEAF558BD9}" destId="{2BE018CE-78DF-435D-8290-BB727503D762}" srcOrd="8" destOrd="0" presId="urn:microsoft.com/office/officeart/2005/8/layout/list1"/>
    <dgm:cxn modelId="{9F306CAF-6D9C-49BB-A78F-1F67E88E6BE7}" type="presParOf" srcId="{2BE018CE-78DF-435D-8290-BB727503D762}" destId="{90DD34A6-860A-4B78-86E4-74151232175A}" srcOrd="0" destOrd="0" presId="urn:microsoft.com/office/officeart/2005/8/layout/list1"/>
    <dgm:cxn modelId="{B63B6748-6A8C-434A-B80B-09909517924B}" type="presParOf" srcId="{2BE018CE-78DF-435D-8290-BB727503D762}" destId="{DE16FA20-B60A-4724-96DA-477282029E53}" srcOrd="1" destOrd="0" presId="urn:microsoft.com/office/officeart/2005/8/layout/list1"/>
    <dgm:cxn modelId="{C1C406C2-67DE-4F51-87ED-7FB8C1088163}" type="presParOf" srcId="{F545D191-2C5D-48A5-98B9-14CEAF558BD9}" destId="{F5875FBE-7E59-4290-8AD0-B2F144C16FD8}" srcOrd="9" destOrd="0" presId="urn:microsoft.com/office/officeart/2005/8/layout/list1"/>
    <dgm:cxn modelId="{D48469F4-271C-49DA-8DA1-9CA49D5D4A09}" type="presParOf" srcId="{F545D191-2C5D-48A5-98B9-14CEAF558BD9}" destId="{6E2B5EBA-F37B-4C60-B8CA-066B94F3FD03}"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148BEB-F485-4816-AD85-302D28DE341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CAEE9C8-D825-47F4-9A72-DA505A013D41}">
      <dgm:prSet phldrT="[Text]" custT="1"/>
      <dgm:spPr/>
      <dgm:t>
        <a:bodyPr/>
        <a:lstStyle/>
        <a:p>
          <a:r>
            <a:rPr lang="en-US" sz="3200" dirty="0"/>
            <a:t>ISO 27035</a:t>
          </a:r>
        </a:p>
      </dgm:t>
    </dgm:pt>
    <dgm:pt modelId="{A7902164-2129-4C2F-923F-3FA87DB368C1}" type="parTrans" cxnId="{E396223F-06D6-4002-B554-18FE1607B168}">
      <dgm:prSet/>
      <dgm:spPr/>
      <dgm:t>
        <a:bodyPr/>
        <a:lstStyle/>
        <a:p>
          <a:endParaRPr lang="en-US"/>
        </a:p>
      </dgm:t>
    </dgm:pt>
    <dgm:pt modelId="{704CE128-BE56-4998-9D07-1EAF92EC9342}" type="sibTrans" cxnId="{E396223F-06D6-4002-B554-18FE1607B168}">
      <dgm:prSet/>
      <dgm:spPr/>
      <dgm:t>
        <a:bodyPr/>
        <a:lstStyle/>
        <a:p>
          <a:endParaRPr lang="en-US"/>
        </a:p>
      </dgm:t>
    </dgm:pt>
    <dgm:pt modelId="{B291355B-EE8E-4559-ACB6-71DB8B449A76}">
      <dgm:prSet phldrT="[Text]" custT="1"/>
      <dgm:spPr/>
      <dgm:t>
        <a:bodyPr/>
        <a:lstStyle/>
        <a:p>
          <a:r>
            <a:rPr lang="en-US" sz="3200" dirty="0"/>
            <a:t>NIST 800-61</a:t>
          </a:r>
        </a:p>
      </dgm:t>
    </dgm:pt>
    <dgm:pt modelId="{F6C6890E-C920-481C-9449-8EF83812885B}" type="parTrans" cxnId="{CEA1AD30-1082-4112-8323-F8C3EC09A31D}">
      <dgm:prSet/>
      <dgm:spPr/>
      <dgm:t>
        <a:bodyPr/>
        <a:lstStyle/>
        <a:p>
          <a:endParaRPr lang="en-US"/>
        </a:p>
      </dgm:t>
    </dgm:pt>
    <dgm:pt modelId="{AA1BE8A0-A45D-40CC-A799-CC390FC4FFED}" type="sibTrans" cxnId="{CEA1AD30-1082-4112-8323-F8C3EC09A31D}">
      <dgm:prSet/>
      <dgm:spPr/>
      <dgm:t>
        <a:bodyPr/>
        <a:lstStyle/>
        <a:p>
          <a:endParaRPr lang="en-US"/>
        </a:p>
      </dgm:t>
    </dgm:pt>
    <dgm:pt modelId="{F545D191-2C5D-48A5-98B9-14CEAF558BD9}" type="pres">
      <dgm:prSet presAssocID="{E5148BEB-F485-4816-AD85-302D28DE3411}" presName="linear" presStyleCnt="0">
        <dgm:presLayoutVars>
          <dgm:dir/>
          <dgm:animLvl val="lvl"/>
          <dgm:resizeHandles val="exact"/>
        </dgm:presLayoutVars>
      </dgm:prSet>
      <dgm:spPr/>
    </dgm:pt>
    <dgm:pt modelId="{8A656879-5055-42DC-AF04-6FF29F207C1F}" type="pres">
      <dgm:prSet presAssocID="{1CAEE9C8-D825-47F4-9A72-DA505A013D41}" presName="parentLin" presStyleCnt="0"/>
      <dgm:spPr/>
    </dgm:pt>
    <dgm:pt modelId="{E35D621C-3FA4-44C7-BE2D-2CBB35E400E0}" type="pres">
      <dgm:prSet presAssocID="{1CAEE9C8-D825-47F4-9A72-DA505A013D41}" presName="parentLeftMargin" presStyleLbl="node1" presStyleIdx="0" presStyleCnt="2"/>
      <dgm:spPr/>
    </dgm:pt>
    <dgm:pt modelId="{ADF47C43-0BA3-4A83-8E94-8588FBDD6BB9}" type="pres">
      <dgm:prSet presAssocID="{1CAEE9C8-D825-47F4-9A72-DA505A013D41}" presName="parentText" presStyleLbl="node1" presStyleIdx="0" presStyleCnt="2" custScaleY="77783">
        <dgm:presLayoutVars>
          <dgm:chMax val="0"/>
          <dgm:bulletEnabled val="1"/>
        </dgm:presLayoutVars>
      </dgm:prSet>
      <dgm:spPr/>
    </dgm:pt>
    <dgm:pt modelId="{2FECD6A5-31E9-4BDB-8A38-2B81AE3EC51B}" type="pres">
      <dgm:prSet presAssocID="{1CAEE9C8-D825-47F4-9A72-DA505A013D41}" presName="negativeSpace" presStyleCnt="0"/>
      <dgm:spPr/>
    </dgm:pt>
    <dgm:pt modelId="{935B6F94-EC5E-4460-947C-679002B749F7}" type="pres">
      <dgm:prSet presAssocID="{1CAEE9C8-D825-47F4-9A72-DA505A013D41}" presName="childText" presStyleLbl="conFgAcc1" presStyleIdx="0" presStyleCnt="2">
        <dgm:presLayoutVars>
          <dgm:bulletEnabled val="1"/>
        </dgm:presLayoutVars>
      </dgm:prSet>
      <dgm:spPr/>
    </dgm:pt>
    <dgm:pt modelId="{58B580BE-8EB1-4AAF-856E-BA63771AC99A}" type="pres">
      <dgm:prSet presAssocID="{704CE128-BE56-4998-9D07-1EAF92EC9342}" presName="spaceBetweenRectangles" presStyleCnt="0"/>
      <dgm:spPr/>
    </dgm:pt>
    <dgm:pt modelId="{39D0CD06-083E-47AE-9FE4-F2EDCF663910}" type="pres">
      <dgm:prSet presAssocID="{B291355B-EE8E-4559-ACB6-71DB8B449A76}" presName="parentLin" presStyleCnt="0"/>
      <dgm:spPr/>
    </dgm:pt>
    <dgm:pt modelId="{2754F1E7-6B15-4EA4-91C5-7F6FC0661A9D}" type="pres">
      <dgm:prSet presAssocID="{B291355B-EE8E-4559-ACB6-71DB8B449A76}" presName="parentLeftMargin" presStyleLbl="node1" presStyleIdx="0" presStyleCnt="2"/>
      <dgm:spPr/>
    </dgm:pt>
    <dgm:pt modelId="{106D7FFD-78FF-45ED-8B0E-916FFD027E52}" type="pres">
      <dgm:prSet presAssocID="{B291355B-EE8E-4559-ACB6-71DB8B449A76}" presName="parentText" presStyleLbl="node1" presStyleIdx="1" presStyleCnt="2" custScaleY="77783">
        <dgm:presLayoutVars>
          <dgm:chMax val="0"/>
          <dgm:bulletEnabled val="1"/>
        </dgm:presLayoutVars>
      </dgm:prSet>
      <dgm:spPr/>
    </dgm:pt>
    <dgm:pt modelId="{3072ABE8-2E83-461A-9FA9-A442981449B0}" type="pres">
      <dgm:prSet presAssocID="{B291355B-EE8E-4559-ACB6-71DB8B449A76}" presName="negativeSpace" presStyleCnt="0"/>
      <dgm:spPr/>
    </dgm:pt>
    <dgm:pt modelId="{7715B1D3-69BC-4FAF-A4E2-C0468AAD30AE}" type="pres">
      <dgm:prSet presAssocID="{B291355B-EE8E-4559-ACB6-71DB8B449A76}" presName="childText" presStyleLbl="conFgAcc1" presStyleIdx="1" presStyleCnt="2">
        <dgm:presLayoutVars>
          <dgm:bulletEnabled val="1"/>
        </dgm:presLayoutVars>
      </dgm:prSet>
      <dgm:spPr/>
    </dgm:pt>
  </dgm:ptLst>
  <dgm:cxnLst>
    <dgm:cxn modelId="{44B32120-977C-4C5C-92C7-1822AD8113BB}" type="presOf" srcId="{E5148BEB-F485-4816-AD85-302D28DE3411}" destId="{F545D191-2C5D-48A5-98B9-14CEAF558BD9}" srcOrd="0" destOrd="0" presId="urn:microsoft.com/office/officeart/2005/8/layout/list1"/>
    <dgm:cxn modelId="{3C79F923-AA6A-4C12-BA66-CA3DB176FA9B}" type="presOf" srcId="{B291355B-EE8E-4559-ACB6-71DB8B449A76}" destId="{2754F1E7-6B15-4EA4-91C5-7F6FC0661A9D}" srcOrd="0" destOrd="0" presId="urn:microsoft.com/office/officeart/2005/8/layout/list1"/>
    <dgm:cxn modelId="{CEA1AD30-1082-4112-8323-F8C3EC09A31D}" srcId="{E5148BEB-F485-4816-AD85-302D28DE3411}" destId="{B291355B-EE8E-4559-ACB6-71DB8B449A76}" srcOrd="1" destOrd="0" parTransId="{F6C6890E-C920-481C-9449-8EF83812885B}" sibTransId="{AA1BE8A0-A45D-40CC-A799-CC390FC4FFED}"/>
    <dgm:cxn modelId="{E396223F-06D6-4002-B554-18FE1607B168}" srcId="{E5148BEB-F485-4816-AD85-302D28DE3411}" destId="{1CAEE9C8-D825-47F4-9A72-DA505A013D41}" srcOrd="0" destOrd="0" parTransId="{A7902164-2129-4C2F-923F-3FA87DB368C1}" sibTransId="{704CE128-BE56-4998-9D07-1EAF92EC9342}"/>
    <dgm:cxn modelId="{AB609968-952A-4858-BC01-ED51FD3A9106}" type="presOf" srcId="{1CAEE9C8-D825-47F4-9A72-DA505A013D41}" destId="{ADF47C43-0BA3-4A83-8E94-8588FBDD6BB9}" srcOrd="1" destOrd="0" presId="urn:microsoft.com/office/officeart/2005/8/layout/list1"/>
    <dgm:cxn modelId="{4C3B9E93-A188-429D-AD33-FEDD0F0ABD98}" type="presOf" srcId="{B291355B-EE8E-4559-ACB6-71DB8B449A76}" destId="{106D7FFD-78FF-45ED-8B0E-916FFD027E52}" srcOrd="1" destOrd="0" presId="urn:microsoft.com/office/officeart/2005/8/layout/list1"/>
    <dgm:cxn modelId="{7CABF194-8F61-4E66-B14C-B31E06A71113}" type="presOf" srcId="{1CAEE9C8-D825-47F4-9A72-DA505A013D41}" destId="{E35D621C-3FA4-44C7-BE2D-2CBB35E400E0}" srcOrd="0" destOrd="0" presId="urn:microsoft.com/office/officeart/2005/8/layout/list1"/>
    <dgm:cxn modelId="{2DFEE3BB-3D54-4A2A-9486-DEF82FCF59B5}" type="presParOf" srcId="{F545D191-2C5D-48A5-98B9-14CEAF558BD9}" destId="{8A656879-5055-42DC-AF04-6FF29F207C1F}" srcOrd="0" destOrd="0" presId="urn:microsoft.com/office/officeart/2005/8/layout/list1"/>
    <dgm:cxn modelId="{68AAE4C4-AA39-4BD9-8C20-83D2629D8D1A}" type="presParOf" srcId="{8A656879-5055-42DC-AF04-6FF29F207C1F}" destId="{E35D621C-3FA4-44C7-BE2D-2CBB35E400E0}" srcOrd="0" destOrd="0" presId="urn:microsoft.com/office/officeart/2005/8/layout/list1"/>
    <dgm:cxn modelId="{F600DDAB-931B-42BE-B8BB-522D5829B641}" type="presParOf" srcId="{8A656879-5055-42DC-AF04-6FF29F207C1F}" destId="{ADF47C43-0BA3-4A83-8E94-8588FBDD6BB9}" srcOrd="1" destOrd="0" presId="urn:microsoft.com/office/officeart/2005/8/layout/list1"/>
    <dgm:cxn modelId="{1F062A04-515D-433D-9869-C6172F3A7AEE}" type="presParOf" srcId="{F545D191-2C5D-48A5-98B9-14CEAF558BD9}" destId="{2FECD6A5-31E9-4BDB-8A38-2B81AE3EC51B}" srcOrd="1" destOrd="0" presId="urn:microsoft.com/office/officeart/2005/8/layout/list1"/>
    <dgm:cxn modelId="{3EB77B54-3451-4728-BC28-BB50E93A2B3D}" type="presParOf" srcId="{F545D191-2C5D-48A5-98B9-14CEAF558BD9}" destId="{935B6F94-EC5E-4460-947C-679002B749F7}" srcOrd="2" destOrd="0" presId="urn:microsoft.com/office/officeart/2005/8/layout/list1"/>
    <dgm:cxn modelId="{20A1A8EC-6411-4893-9B5A-193B25538E2C}" type="presParOf" srcId="{F545D191-2C5D-48A5-98B9-14CEAF558BD9}" destId="{58B580BE-8EB1-4AAF-856E-BA63771AC99A}" srcOrd="3" destOrd="0" presId="urn:microsoft.com/office/officeart/2005/8/layout/list1"/>
    <dgm:cxn modelId="{E2A49DD6-0806-4126-82C6-EF9B755FF3CD}" type="presParOf" srcId="{F545D191-2C5D-48A5-98B9-14CEAF558BD9}" destId="{39D0CD06-083E-47AE-9FE4-F2EDCF663910}" srcOrd="4" destOrd="0" presId="urn:microsoft.com/office/officeart/2005/8/layout/list1"/>
    <dgm:cxn modelId="{0ADBC21E-59EC-4854-97B3-2F50F517B3E0}" type="presParOf" srcId="{39D0CD06-083E-47AE-9FE4-F2EDCF663910}" destId="{2754F1E7-6B15-4EA4-91C5-7F6FC0661A9D}" srcOrd="0" destOrd="0" presId="urn:microsoft.com/office/officeart/2005/8/layout/list1"/>
    <dgm:cxn modelId="{AB078528-432E-4AC5-A762-09E9F48F0DD8}" type="presParOf" srcId="{39D0CD06-083E-47AE-9FE4-F2EDCF663910}" destId="{106D7FFD-78FF-45ED-8B0E-916FFD027E52}" srcOrd="1" destOrd="0" presId="urn:microsoft.com/office/officeart/2005/8/layout/list1"/>
    <dgm:cxn modelId="{73EA197D-7975-45C7-BC88-D1520FF765A3}" type="presParOf" srcId="{F545D191-2C5D-48A5-98B9-14CEAF558BD9}" destId="{3072ABE8-2E83-461A-9FA9-A442981449B0}" srcOrd="5" destOrd="0" presId="urn:microsoft.com/office/officeart/2005/8/layout/list1"/>
    <dgm:cxn modelId="{82D92FBB-BE3F-4520-9A7F-BCA9D5A94DD1}" type="presParOf" srcId="{F545D191-2C5D-48A5-98B9-14CEAF558BD9}" destId="{7715B1D3-69BC-4FAF-A4E2-C0468AAD30AE}"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6EB75C-BB0C-4EB7-8D82-15428006D12F}"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FC33A54C-9C14-4BE7-AEA4-4A300FC88A7C}">
      <dgm:prSet phldrT="[Text]"/>
      <dgm:spPr/>
      <dgm:t>
        <a:bodyPr/>
        <a:lstStyle/>
        <a:p>
          <a:r>
            <a:rPr lang="en-US" dirty="0"/>
            <a:t>Recovery plan</a:t>
          </a:r>
        </a:p>
      </dgm:t>
    </dgm:pt>
    <dgm:pt modelId="{64CE9E46-E54A-45A2-9340-46C2EE3838C2}" type="parTrans" cxnId="{65DA5154-D123-4605-A8EF-34FF9169C9C7}">
      <dgm:prSet/>
      <dgm:spPr/>
      <dgm:t>
        <a:bodyPr/>
        <a:lstStyle/>
        <a:p>
          <a:endParaRPr lang="en-US"/>
        </a:p>
      </dgm:t>
    </dgm:pt>
    <dgm:pt modelId="{5F75789E-5FE2-4415-88CE-D7B5D849A581}" type="sibTrans" cxnId="{65DA5154-D123-4605-A8EF-34FF9169C9C7}">
      <dgm:prSet/>
      <dgm:spPr/>
      <dgm:t>
        <a:bodyPr/>
        <a:lstStyle/>
        <a:p>
          <a:endParaRPr lang="en-US"/>
        </a:p>
      </dgm:t>
    </dgm:pt>
    <dgm:pt modelId="{A6021736-9D50-4CEA-9712-A2A4C56B77D6}">
      <dgm:prSet phldrT="[Text]" custT="1"/>
      <dgm:spPr/>
      <dgm:t>
        <a:bodyPr/>
        <a:lstStyle/>
        <a:p>
          <a:r>
            <a:rPr lang="en-US" sz="4800" dirty="0"/>
            <a:t>BCP</a:t>
          </a:r>
        </a:p>
      </dgm:t>
    </dgm:pt>
    <dgm:pt modelId="{26911708-DC90-4854-A255-18911F553CDA}" type="parTrans" cxnId="{6FD2BE2D-87AE-4267-BA06-2B6E7671C231}">
      <dgm:prSet/>
      <dgm:spPr/>
      <dgm:t>
        <a:bodyPr/>
        <a:lstStyle/>
        <a:p>
          <a:endParaRPr lang="en-US"/>
        </a:p>
      </dgm:t>
    </dgm:pt>
    <dgm:pt modelId="{B4B2C515-0FB0-4888-92B8-68EB3DA485A3}" type="sibTrans" cxnId="{6FD2BE2D-87AE-4267-BA06-2B6E7671C231}">
      <dgm:prSet/>
      <dgm:spPr/>
      <dgm:t>
        <a:bodyPr/>
        <a:lstStyle/>
        <a:p>
          <a:endParaRPr lang="en-US"/>
        </a:p>
      </dgm:t>
    </dgm:pt>
    <dgm:pt modelId="{46C079D2-B931-44E4-837B-A4E8AA3CE8E8}">
      <dgm:prSet phldrT="[Text]" custT="1"/>
      <dgm:spPr/>
      <dgm:t>
        <a:bodyPr/>
        <a:lstStyle/>
        <a:p>
          <a:r>
            <a:rPr lang="en-US" sz="4800" dirty="0"/>
            <a:t>DRP</a:t>
          </a:r>
        </a:p>
      </dgm:t>
    </dgm:pt>
    <dgm:pt modelId="{BB22ECF8-A1B6-40C6-8E47-3C3FBDB0DDC0}" type="parTrans" cxnId="{568CD921-02CC-4A44-A2E4-5CDB24004181}">
      <dgm:prSet/>
      <dgm:spPr/>
      <dgm:t>
        <a:bodyPr/>
        <a:lstStyle/>
        <a:p>
          <a:endParaRPr lang="en-US"/>
        </a:p>
      </dgm:t>
    </dgm:pt>
    <dgm:pt modelId="{753862EF-ED6D-4B84-8F17-526839C668CD}" type="sibTrans" cxnId="{568CD921-02CC-4A44-A2E4-5CDB24004181}">
      <dgm:prSet/>
      <dgm:spPr/>
      <dgm:t>
        <a:bodyPr/>
        <a:lstStyle/>
        <a:p>
          <a:endParaRPr lang="en-US"/>
        </a:p>
      </dgm:t>
    </dgm:pt>
    <dgm:pt modelId="{0F1452B4-F810-4A6C-9F78-D55478FC1378}">
      <dgm:prSet phldrT="[Text]" custT="1"/>
      <dgm:spPr/>
      <dgm:t>
        <a:bodyPr/>
        <a:lstStyle/>
        <a:p>
          <a:r>
            <a:rPr lang="en-US" sz="4800" dirty="0"/>
            <a:t>BIA</a:t>
          </a:r>
        </a:p>
      </dgm:t>
    </dgm:pt>
    <dgm:pt modelId="{A453EA5F-2164-4A43-81DD-47D625C833CD}" type="parTrans" cxnId="{A2423CF6-9515-4A63-9CA2-6C5E19C4739C}">
      <dgm:prSet/>
      <dgm:spPr/>
      <dgm:t>
        <a:bodyPr/>
        <a:lstStyle/>
        <a:p>
          <a:endParaRPr lang="en-US"/>
        </a:p>
      </dgm:t>
    </dgm:pt>
    <dgm:pt modelId="{6E1D3F7B-7A70-4CFD-B50C-C067B3983B11}" type="sibTrans" cxnId="{A2423CF6-9515-4A63-9CA2-6C5E19C4739C}">
      <dgm:prSet/>
      <dgm:spPr/>
      <dgm:t>
        <a:bodyPr/>
        <a:lstStyle/>
        <a:p>
          <a:endParaRPr lang="en-US"/>
        </a:p>
      </dgm:t>
    </dgm:pt>
    <dgm:pt modelId="{F8097512-573D-46A2-BC30-C0137C455B6D}" type="pres">
      <dgm:prSet presAssocID="{836EB75C-BB0C-4EB7-8D82-15428006D12F}" presName="cycle" presStyleCnt="0">
        <dgm:presLayoutVars>
          <dgm:chMax val="1"/>
          <dgm:dir/>
          <dgm:animLvl val="ctr"/>
          <dgm:resizeHandles val="exact"/>
        </dgm:presLayoutVars>
      </dgm:prSet>
      <dgm:spPr/>
    </dgm:pt>
    <dgm:pt modelId="{C975C80C-6681-4EFF-B8B9-0119EE90EEA1}" type="pres">
      <dgm:prSet presAssocID="{FC33A54C-9C14-4BE7-AEA4-4A300FC88A7C}" presName="centerShape" presStyleLbl="node0" presStyleIdx="0" presStyleCnt="1"/>
      <dgm:spPr/>
    </dgm:pt>
    <dgm:pt modelId="{73C8BF80-26F7-47FB-A994-C53A4077920E}" type="pres">
      <dgm:prSet presAssocID="{26911708-DC90-4854-A255-18911F553CDA}" presName="parTrans" presStyleLbl="bgSibTrans2D1" presStyleIdx="0" presStyleCnt="3"/>
      <dgm:spPr/>
    </dgm:pt>
    <dgm:pt modelId="{2A619AC5-53AD-449C-8329-89EAA19B1E49}" type="pres">
      <dgm:prSet presAssocID="{A6021736-9D50-4CEA-9712-A2A4C56B77D6}" presName="node" presStyleLbl="node1" presStyleIdx="0" presStyleCnt="3">
        <dgm:presLayoutVars>
          <dgm:bulletEnabled val="1"/>
        </dgm:presLayoutVars>
      </dgm:prSet>
      <dgm:spPr/>
    </dgm:pt>
    <dgm:pt modelId="{BF2AE89B-DCAA-466D-BE60-231CF72752EC}" type="pres">
      <dgm:prSet presAssocID="{BB22ECF8-A1B6-40C6-8E47-3C3FBDB0DDC0}" presName="parTrans" presStyleLbl="bgSibTrans2D1" presStyleIdx="1" presStyleCnt="3"/>
      <dgm:spPr/>
    </dgm:pt>
    <dgm:pt modelId="{658FC8C9-3B64-4B00-ACC4-BB4907854825}" type="pres">
      <dgm:prSet presAssocID="{46C079D2-B931-44E4-837B-A4E8AA3CE8E8}" presName="node" presStyleLbl="node1" presStyleIdx="1" presStyleCnt="3">
        <dgm:presLayoutVars>
          <dgm:bulletEnabled val="1"/>
        </dgm:presLayoutVars>
      </dgm:prSet>
      <dgm:spPr/>
    </dgm:pt>
    <dgm:pt modelId="{27B0FF29-A26E-4F2D-9AD9-08C76164886E}" type="pres">
      <dgm:prSet presAssocID="{A453EA5F-2164-4A43-81DD-47D625C833CD}" presName="parTrans" presStyleLbl="bgSibTrans2D1" presStyleIdx="2" presStyleCnt="3"/>
      <dgm:spPr/>
    </dgm:pt>
    <dgm:pt modelId="{E84158C6-588C-4A60-BC93-FFE9063560BE}" type="pres">
      <dgm:prSet presAssocID="{0F1452B4-F810-4A6C-9F78-D55478FC1378}" presName="node" presStyleLbl="node1" presStyleIdx="2" presStyleCnt="3">
        <dgm:presLayoutVars>
          <dgm:bulletEnabled val="1"/>
        </dgm:presLayoutVars>
      </dgm:prSet>
      <dgm:spPr/>
    </dgm:pt>
  </dgm:ptLst>
  <dgm:cxnLst>
    <dgm:cxn modelId="{2E8B400C-FF21-4216-A130-4E046ADBFCC9}" type="presOf" srcId="{A453EA5F-2164-4A43-81DD-47D625C833CD}" destId="{27B0FF29-A26E-4F2D-9AD9-08C76164886E}" srcOrd="0" destOrd="0" presId="urn:microsoft.com/office/officeart/2005/8/layout/radial4"/>
    <dgm:cxn modelId="{568CD921-02CC-4A44-A2E4-5CDB24004181}" srcId="{FC33A54C-9C14-4BE7-AEA4-4A300FC88A7C}" destId="{46C079D2-B931-44E4-837B-A4E8AA3CE8E8}" srcOrd="1" destOrd="0" parTransId="{BB22ECF8-A1B6-40C6-8E47-3C3FBDB0DDC0}" sibTransId="{753862EF-ED6D-4B84-8F17-526839C668CD}"/>
    <dgm:cxn modelId="{69FC0426-678F-44C7-920F-DF51B213C794}" type="presOf" srcId="{A6021736-9D50-4CEA-9712-A2A4C56B77D6}" destId="{2A619AC5-53AD-449C-8329-89EAA19B1E49}" srcOrd="0" destOrd="0" presId="urn:microsoft.com/office/officeart/2005/8/layout/radial4"/>
    <dgm:cxn modelId="{6FD2BE2D-87AE-4267-BA06-2B6E7671C231}" srcId="{FC33A54C-9C14-4BE7-AEA4-4A300FC88A7C}" destId="{A6021736-9D50-4CEA-9712-A2A4C56B77D6}" srcOrd="0" destOrd="0" parTransId="{26911708-DC90-4854-A255-18911F553CDA}" sibTransId="{B4B2C515-0FB0-4888-92B8-68EB3DA485A3}"/>
    <dgm:cxn modelId="{D57E6541-8B59-496C-9394-DA93BC97A153}" type="presOf" srcId="{46C079D2-B931-44E4-837B-A4E8AA3CE8E8}" destId="{658FC8C9-3B64-4B00-ACC4-BB4907854825}" srcOrd="0" destOrd="0" presId="urn:microsoft.com/office/officeart/2005/8/layout/radial4"/>
    <dgm:cxn modelId="{65DA5154-D123-4605-A8EF-34FF9169C9C7}" srcId="{836EB75C-BB0C-4EB7-8D82-15428006D12F}" destId="{FC33A54C-9C14-4BE7-AEA4-4A300FC88A7C}" srcOrd="0" destOrd="0" parTransId="{64CE9E46-E54A-45A2-9340-46C2EE3838C2}" sibTransId="{5F75789E-5FE2-4415-88CE-D7B5D849A581}"/>
    <dgm:cxn modelId="{9C4C8458-3631-487C-AB2E-37C702D1246A}" type="presOf" srcId="{FC33A54C-9C14-4BE7-AEA4-4A300FC88A7C}" destId="{C975C80C-6681-4EFF-B8B9-0119EE90EEA1}" srcOrd="0" destOrd="0" presId="urn:microsoft.com/office/officeart/2005/8/layout/radial4"/>
    <dgm:cxn modelId="{5978C97F-7780-44E6-A534-57A10D686A32}" type="presOf" srcId="{26911708-DC90-4854-A255-18911F553CDA}" destId="{73C8BF80-26F7-47FB-A994-C53A4077920E}" srcOrd="0" destOrd="0" presId="urn:microsoft.com/office/officeart/2005/8/layout/radial4"/>
    <dgm:cxn modelId="{0BE297A5-6D62-4DA8-B9FE-A7DE3F574284}" type="presOf" srcId="{836EB75C-BB0C-4EB7-8D82-15428006D12F}" destId="{F8097512-573D-46A2-BC30-C0137C455B6D}" srcOrd="0" destOrd="0" presId="urn:microsoft.com/office/officeart/2005/8/layout/radial4"/>
    <dgm:cxn modelId="{C954BCD2-8C98-4A0C-AA7B-409A5D0C7C20}" type="presOf" srcId="{0F1452B4-F810-4A6C-9F78-D55478FC1378}" destId="{E84158C6-588C-4A60-BC93-FFE9063560BE}" srcOrd="0" destOrd="0" presId="urn:microsoft.com/office/officeart/2005/8/layout/radial4"/>
    <dgm:cxn modelId="{FFB0DBD2-A735-442E-B063-0902ED74E847}" type="presOf" srcId="{BB22ECF8-A1B6-40C6-8E47-3C3FBDB0DDC0}" destId="{BF2AE89B-DCAA-466D-BE60-231CF72752EC}" srcOrd="0" destOrd="0" presId="urn:microsoft.com/office/officeart/2005/8/layout/radial4"/>
    <dgm:cxn modelId="{A2423CF6-9515-4A63-9CA2-6C5E19C4739C}" srcId="{FC33A54C-9C14-4BE7-AEA4-4A300FC88A7C}" destId="{0F1452B4-F810-4A6C-9F78-D55478FC1378}" srcOrd="2" destOrd="0" parTransId="{A453EA5F-2164-4A43-81DD-47D625C833CD}" sibTransId="{6E1D3F7B-7A70-4CFD-B50C-C067B3983B11}"/>
    <dgm:cxn modelId="{ABD1CF52-7B4E-4F2B-AD22-20F218CAE1CC}" type="presParOf" srcId="{F8097512-573D-46A2-BC30-C0137C455B6D}" destId="{C975C80C-6681-4EFF-B8B9-0119EE90EEA1}" srcOrd="0" destOrd="0" presId="urn:microsoft.com/office/officeart/2005/8/layout/radial4"/>
    <dgm:cxn modelId="{D5F31E82-003E-48AC-AD36-EE8897AE2A3C}" type="presParOf" srcId="{F8097512-573D-46A2-BC30-C0137C455B6D}" destId="{73C8BF80-26F7-47FB-A994-C53A4077920E}" srcOrd="1" destOrd="0" presId="urn:microsoft.com/office/officeart/2005/8/layout/radial4"/>
    <dgm:cxn modelId="{9887F220-C087-46C7-BB42-A58BC1F4574D}" type="presParOf" srcId="{F8097512-573D-46A2-BC30-C0137C455B6D}" destId="{2A619AC5-53AD-449C-8329-89EAA19B1E49}" srcOrd="2" destOrd="0" presId="urn:microsoft.com/office/officeart/2005/8/layout/radial4"/>
    <dgm:cxn modelId="{A674DD47-FFFF-47EF-91ED-EE939BD0437C}" type="presParOf" srcId="{F8097512-573D-46A2-BC30-C0137C455B6D}" destId="{BF2AE89B-DCAA-466D-BE60-231CF72752EC}" srcOrd="3" destOrd="0" presId="urn:microsoft.com/office/officeart/2005/8/layout/radial4"/>
    <dgm:cxn modelId="{A75D3D1E-A1E0-4252-9CAD-1105156538EB}" type="presParOf" srcId="{F8097512-573D-46A2-BC30-C0137C455B6D}" destId="{658FC8C9-3B64-4B00-ACC4-BB4907854825}" srcOrd="4" destOrd="0" presId="urn:microsoft.com/office/officeart/2005/8/layout/radial4"/>
    <dgm:cxn modelId="{B4AA08D5-88BE-4DE6-ABCE-A9D537FD523A}" type="presParOf" srcId="{F8097512-573D-46A2-BC30-C0137C455B6D}" destId="{27B0FF29-A26E-4F2D-9AD9-08C76164886E}" srcOrd="5" destOrd="0" presId="urn:microsoft.com/office/officeart/2005/8/layout/radial4"/>
    <dgm:cxn modelId="{8CBDA76B-D2AF-4369-B4DB-E9E7DC930F23}" type="presParOf" srcId="{F8097512-573D-46A2-BC30-C0137C455B6D}" destId="{E84158C6-588C-4A60-BC93-FFE9063560BE}"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42E8385-0B7C-4AE4-BE7A-C2B29A51ECFA}" type="doc">
      <dgm:prSet loTypeId="urn:microsoft.com/office/officeart/2005/8/layout/hProcess9" loCatId="process" qsTypeId="urn:microsoft.com/office/officeart/2005/8/quickstyle/simple1" qsCatId="simple" csTypeId="urn:microsoft.com/office/officeart/2005/8/colors/accent1_2" csCatId="accent1" phldr="1"/>
      <dgm:spPr/>
    </dgm:pt>
    <dgm:pt modelId="{25B012E0-25D9-403A-A26E-AA3931727828}">
      <dgm:prSet phldrT="[Text]"/>
      <dgm:spPr/>
      <dgm:t>
        <a:bodyPr/>
        <a:lstStyle/>
        <a:p>
          <a:r>
            <a:rPr lang="en-US" dirty="0"/>
            <a:t>Containment</a:t>
          </a:r>
        </a:p>
      </dgm:t>
    </dgm:pt>
    <dgm:pt modelId="{C17A3994-F543-426A-88FD-0F2679C21307}" type="parTrans" cxnId="{731BE669-74EC-4FB8-9745-2F5E1F32EF03}">
      <dgm:prSet/>
      <dgm:spPr/>
      <dgm:t>
        <a:bodyPr/>
        <a:lstStyle/>
        <a:p>
          <a:endParaRPr lang="en-US"/>
        </a:p>
      </dgm:t>
    </dgm:pt>
    <dgm:pt modelId="{07B54248-58E6-4E08-AFCF-E26D34C45738}" type="sibTrans" cxnId="{731BE669-74EC-4FB8-9745-2F5E1F32EF03}">
      <dgm:prSet/>
      <dgm:spPr/>
      <dgm:t>
        <a:bodyPr/>
        <a:lstStyle/>
        <a:p>
          <a:endParaRPr lang="en-US"/>
        </a:p>
      </dgm:t>
    </dgm:pt>
    <dgm:pt modelId="{9392C24C-139B-4407-85BB-871403867ED6}">
      <dgm:prSet phldrT="[Text]"/>
      <dgm:spPr/>
      <dgm:t>
        <a:bodyPr/>
        <a:lstStyle/>
        <a:p>
          <a:r>
            <a:rPr lang="en-US" dirty="0"/>
            <a:t>Eradication</a:t>
          </a:r>
        </a:p>
      </dgm:t>
    </dgm:pt>
    <dgm:pt modelId="{9B9FA6DC-741B-4815-9AC0-EC7070A9E220}" type="parTrans" cxnId="{1BE16B53-0DD9-4851-9604-EF612D85A366}">
      <dgm:prSet/>
      <dgm:spPr/>
      <dgm:t>
        <a:bodyPr/>
        <a:lstStyle/>
        <a:p>
          <a:endParaRPr lang="en-US"/>
        </a:p>
      </dgm:t>
    </dgm:pt>
    <dgm:pt modelId="{E7C4CAA2-587F-456B-AF8D-D6DC946D82DB}" type="sibTrans" cxnId="{1BE16B53-0DD9-4851-9604-EF612D85A366}">
      <dgm:prSet/>
      <dgm:spPr/>
      <dgm:t>
        <a:bodyPr/>
        <a:lstStyle/>
        <a:p>
          <a:endParaRPr lang="en-US"/>
        </a:p>
      </dgm:t>
    </dgm:pt>
    <dgm:pt modelId="{D38C3D66-F761-402A-94B5-8E17A4C891A8}">
      <dgm:prSet phldrT="[Text]"/>
      <dgm:spPr/>
      <dgm:t>
        <a:bodyPr/>
        <a:lstStyle/>
        <a:p>
          <a:r>
            <a:rPr lang="en-US" dirty="0"/>
            <a:t>Recovery</a:t>
          </a:r>
        </a:p>
      </dgm:t>
    </dgm:pt>
    <dgm:pt modelId="{B7FBE317-669E-47F5-A349-9EC8EB3E43E3}" type="parTrans" cxnId="{7AF37D07-1199-49F3-A6F5-B320B1C3A4AD}">
      <dgm:prSet/>
      <dgm:spPr/>
      <dgm:t>
        <a:bodyPr/>
        <a:lstStyle/>
        <a:p>
          <a:endParaRPr lang="en-US"/>
        </a:p>
      </dgm:t>
    </dgm:pt>
    <dgm:pt modelId="{715C497A-1E45-496B-AA43-E471E38F194E}" type="sibTrans" cxnId="{7AF37D07-1199-49F3-A6F5-B320B1C3A4AD}">
      <dgm:prSet/>
      <dgm:spPr/>
      <dgm:t>
        <a:bodyPr/>
        <a:lstStyle/>
        <a:p>
          <a:endParaRPr lang="en-US"/>
        </a:p>
      </dgm:t>
    </dgm:pt>
    <dgm:pt modelId="{09D2E9BA-6E40-41A9-A475-27E03ED40382}">
      <dgm:prSet/>
      <dgm:spPr/>
      <dgm:t>
        <a:bodyPr/>
        <a:lstStyle/>
        <a:p>
          <a:r>
            <a:rPr lang="en-US" dirty="0"/>
            <a:t>Follow-up</a:t>
          </a:r>
        </a:p>
      </dgm:t>
    </dgm:pt>
    <dgm:pt modelId="{952B57CF-B1A6-48E7-9466-8A7F6A8BBF9B}" type="parTrans" cxnId="{8ED58258-0464-401A-A2E1-BF17B46C319B}">
      <dgm:prSet/>
      <dgm:spPr/>
      <dgm:t>
        <a:bodyPr/>
        <a:lstStyle/>
        <a:p>
          <a:endParaRPr lang="en-US"/>
        </a:p>
      </dgm:t>
    </dgm:pt>
    <dgm:pt modelId="{E90AA41F-631F-4695-80F7-3EE8109010FB}" type="sibTrans" cxnId="{8ED58258-0464-401A-A2E1-BF17B46C319B}">
      <dgm:prSet/>
      <dgm:spPr/>
      <dgm:t>
        <a:bodyPr/>
        <a:lstStyle/>
        <a:p>
          <a:endParaRPr lang="en-US"/>
        </a:p>
      </dgm:t>
    </dgm:pt>
    <dgm:pt modelId="{51881245-456D-4697-9514-0166BF0206FD}" type="pres">
      <dgm:prSet presAssocID="{042E8385-0B7C-4AE4-BE7A-C2B29A51ECFA}" presName="CompostProcess" presStyleCnt="0">
        <dgm:presLayoutVars>
          <dgm:dir/>
          <dgm:resizeHandles val="exact"/>
        </dgm:presLayoutVars>
      </dgm:prSet>
      <dgm:spPr/>
    </dgm:pt>
    <dgm:pt modelId="{7D6330B5-E431-4C42-A29A-1F220697D616}" type="pres">
      <dgm:prSet presAssocID="{042E8385-0B7C-4AE4-BE7A-C2B29A51ECFA}" presName="arrow" presStyleLbl="bgShp" presStyleIdx="0" presStyleCnt="1"/>
      <dgm:spPr/>
    </dgm:pt>
    <dgm:pt modelId="{279A1B5A-8EFA-435F-9DC6-2EAE2CA01659}" type="pres">
      <dgm:prSet presAssocID="{042E8385-0B7C-4AE4-BE7A-C2B29A51ECFA}" presName="linearProcess" presStyleCnt="0"/>
      <dgm:spPr/>
    </dgm:pt>
    <dgm:pt modelId="{20BD6102-434D-4CC6-88C0-776A7A7101F7}" type="pres">
      <dgm:prSet presAssocID="{25B012E0-25D9-403A-A26E-AA3931727828}" presName="textNode" presStyleLbl="node1" presStyleIdx="0" presStyleCnt="4">
        <dgm:presLayoutVars>
          <dgm:bulletEnabled val="1"/>
        </dgm:presLayoutVars>
      </dgm:prSet>
      <dgm:spPr/>
    </dgm:pt>
    <dgm:pt modelId="{852BD0B3-6C8E-42BB-AFEF-DFB6C2961891}" type="pres">
      <dgm:prSet presAssocID="{07B54248-58E6-4E08-AFCF-E26D34C45738}" presName="sibTrans" presStyleCnt="0"/>
      <dgm:spPr/>
    </dgm:pt>
    <dgm:pt modelId="{F12FC06F-514E-47A8-9C07-672E7314CFDE}" type="pres">
      <dgm:prSet presAssocID="{9392C24C-139B-4407-85BB-871403867ED6}" presName="textNode" presStyleLbl="node1" presStyleIdx="1" presStyleCnt="4">
        <dgm:presLayoutVars>
          <dgm:bulletEnabled val="1"/>
        </dgm:presLayoutVars>
      </dgm:prSet>
      <dgm:spPr/>
    </dgm:pt>
    <dgm:pt modelId="{60961308-041E-4B6E-A2B1-A02F4B5C48A8}" type="pres">
      <dgm:prSet presAssocID="{E7C4CAA2-587F-456B-AF8D-D6DC946D82DB}" presName="sibTrans" presStyleCnt="0"/>
      <dgm:spPr/>
    </dgm:pt>
    <dgm:pt modelId="{39BCE68E-EF16-46E9-90FB-FAD7A761D8F6}" type="pres">
      <dgm:prSet presAssocID="{D38C3D66-F761-402A-94B5-8E17A4C891A8}" presName="textNode" presStyleLbl="node1" presStyleIdx="2" presStyleCnt="4">
        <dgm:presLayoutVars>
          <dgm:bulletEnabled val="1"/>
        </dgm:presLayoutVars>
      </dgm:prSet>
      <dgm:spPr/>
    </dgm:pt>
    <dgm:pt modelId="{EE361A8F-2A66-4104-8C20-92CF2E1DD555}" type="pres">
      <dgm:prSet presAssocID="{715C497A-1E45-496B-AA43-E471E38F194E}" presName="sibTrans" presStyleCnt="0"/>
      <dgm:spPr/>
    </dgm:pt>
    <dgm:pt modelId="{762D3E55-47CE-408F-9B6B-95EDC4975760}" type="pres">
      <dgm:prSet presAssocID="{09D2E9BA-6E40-41A9-A475-27E03ED40382}" presName="textNode" presStyleLbl="node1" presStyleIdx="3" presStyleCnt="4">
        <dgm:presLayoutVars>
          <dgm:bulletEnabled val="1"/>
        </dgm:presLayoutVars>
      </dgm:prSet>
      <dgm:spPr/>
    </dgm:pt>
  </dgm:ptLst>
  <dgm:cxnLst>
    <dgm:cxn modelId="{7AF37D07-1199-49F3-A6F5-B320B1C3A4AD}" srcId="{042E8385-0B7C-4AE4-BE7A-C2B29A51ECFA}" destId="{D38C3D66-F761-402A-94B5-8E17A4C891A8}" srcOrd="2" destOrd="0" parTransId="{B7FBE317-669E-47F5-A349-9EC8EB3E43E3}" sibTransId="{715C497A-1E45-496B-AA43-E471E38F194E}"/>
    <dgm:cxn modelId="{F7F1840F-BAAF-48ED-8A44-ED78C01C2E34}" type="presOf" srcId="{9392C24C-139B-4407-85BB-871403867ED6}" destId="{F12FC06F-514E-47A8-9C07-672E7314CFDE}" srcOrd="0" destOrd="0" presId="urn:microsoft.com/office/officeart/2005/8/layout/hProcess9"/>
    <dgm:cxn modelId="{731BE669-74EC-4FB8-9745-2F5E1F32EF03}" srcId="{042E8385-0B7C-4AE4-BE7A-C2B29A51ECFA}" destId="{25B012E0-25D9-403A-A26E-AA3931727828}" srcOrd="0" destOrd="0" parTransId="{C17A3994-F543-426A-88FD-0F2679C21307}" sibTransId="{07B54248-58E6-4E08-AFCF-E26D34C45738}"/>
    <dgm:cxn modelId="{1BE16B53-0DD9-4851-9604-EF612D85A366}" srcId="{042E8385-0B7C-4AE4-BE7A-C2B29A51ECFA}" destId="{9392C24C-139B-4407-85BB-871403867ED6}" srcOrd="1" destOrd="0" parTransId="{9B9FA6DC-741B-4815-9AC0-EC7070A9E220}" sibTransId="{E7C4CAA2-587F-456B-AF8D-D6DC946D82DB}"/>
    <dgm:cxn modelId="{8ED58258-0464-401A-A2E1-BF17B46C319B}" srcId="{042E8385-0B7C-4AE4-BE7A-C2B29A51ECFA}" destId="{09D2E9BA-6E40-41A9-A475-27E03ED40382}" srcOrd="3" destOrd="0" parTransId="{952B57CF-B1A6-48E7-9466-8A7F6A8BBF9B}" sibTransId="{E90AA41F-631F-4695-80F7-3EE8109010FB}"/>
    <dgm:cxn modelId="{92D5385A-A9BF-40B9-80A6-165529D11312}" type="presOf" srcId="{25B012E0-25D9-403A-A26E-AA3931727828}" destId="{20BD6102-434D-4CC6-88C0-776A7A7101F7}" srcOrd="0" destOrd="0" presId="urn:microsoft.com/office/officeart/2005/8/layout/hProcess9"/>
    <dgm:cxn modelId="{5EDF6E99-56F7-46EC-A35F-DC826744EA15}" type="presOf" srcId="{09D2E9BA-6E40-41A9-A475-27E03ED40382}" destId="{762D3E55-47CE-408F-9B6B-95EDC4975760}" srcOrd="0" destOrd="0" presId="urn:microsoft.com/office/officeart/2005/8/layout/hProcess9"/>
    <dgm:cxn modelId="{C0AB6CBB-76F4-4B5E-9732-B950CD8AB14F}" type="presOf" srcId="{042E8385-0B7C-4AE4-BE7A-C2B29A51ECFA}" destId="{51881245-456D-4697-9514-0166BF0206FD}" srcOrd="0" destOrd="0" presId="urn:microsoft.com/office/officeart/2005/8/layout/hProcess9"/>
    <dgm:cxn modelId="{538390C9-F8B5-442F-A70C-2F361D52201A}" type="presOf" srcId="{D38C3D66-F761-402A-94B5-8E17A4C891A8}" destId="{39BCE68E-EF16-46E9-90FB-FAD7A761D8F6}" srcOrd="0" destOrd="0" presId="urn:microsoft.com/office/officeart/2005/8/layout/hProcess9"/>
    <dgm:cxn modelId="{A6239A67-BE06-49A0-B103-A0D4D4303995}" type="presParOf" srcId="{51881245-456D-4697-9514-0166BF0206FD}" destId="{7D6330B5-E431-4C42-A29A-1F220697D616}" srcOrd="0" destOrd="0" presId="urn:microsoft.com/office/officeart/2005/8/layout/hProcess9"/>
    <dgm:cxn modelId="{91139CDC-F101-492D-832E-34CED1A22AC4}" type="presParOf" srcId="{51881245-456D-4697-9514-0166BF0206FD}" destId="{279A1B5A-8EFA-435F-9DC6-2EAE2CA01659}" srcOrd="1" destOrd="0" presId="urn:microsoft.com/office/officeart/2005/8/layout/hProcess9"/>
    <dgm:cxn modelId="{F8C8631F-7204-46CB-9D35-ACD23F7DD54D}" type="presParOf" srcId="{279A1B5A-8EFA-435F-9DC6-2EAE2CA01659}" destId="{20BD6102-434D-4CC6-88C0-776A7A7101F7}" srcOrd="0" destOrd="0" presId="urn:microsoft.com/office/officeart/2005/8/layout/hProcess9"/>
    <dgm:cxn modelId="{C3890685-F99F-4D95-8F59-0B54ADF0BDD4}" type="presParOf" srcId="{279A1B5A-8EFA-435F-9DC6-2EAE2CA01659}" destId="{852BD0B3-6C8E-42BB-AFEF-DFB6C2961891}" srcOrd="1" destOrd="0" presId="urn:microsoft.com/office/officeart/2005/8/layout/hProcess9"/>
    <dgm:cxn modelId="{EBCB0FE3-2998-4372-A2B3-F9033D4B3B49}" type="presParOf" srcId="{279A1B5A-8EFA-435F-9DC6-2EAE2CA01659}" destId="{F12FC06F-514E-47A8-9C07-672E7314CFDE}" srcOrd="2" destOrd="0" presId="urn:microsoft.com/office/officeart/2005/8/layout/hProcess9"/>
    <dgm:cxn modelId="{38F0162E-4844-420D-B10D-8B58F2905C63}" type="presParOf" srcId="{279A1B5A-8EFA-435F-9DC6-2EAE2CA01659}" destId="{60961308-041E-4B6E-A2B1-A02F4B5C48A8}" srcOrd="3" destOrd="0" presId="urn:microsoft.com/office/officeart/2005/8/layout/hProcess9"/>
    <dgm:cxn modelId="{572206B4-91D5-4F8F-9DAF-3498B4BE7685}" type="presParOf" srcId="{279A1B5A-8EFA-435F-9DC6-2EAE2CA01659}" destId="{39BCE68E-EF16-46E9-90FB-FAD7A761D8F6}" srcOrd="4" destOrd="0" presId="urn:microsoft.com/office/officeart/2005/8/layout/hProcess9"/>
    <dgm:cxn modelId="{03980365-E2AE-4B26-86F1-75B6DE48C550}" type="presParOf" srcId="{279A1B5A-8EFA-435F-9DC6-2EAE2CA01659}" destId="{EE361A8F-2A66-4104-8C20-92CF2E1DD555}" srcOrd="5" destOrd="0" presId="urn:microsoft.com/office/officeart/2005/8/layout/hProcess9"/>
    <dgm:cxn modelId="{E22C37AB-D5D5-489C-A19D-D7030398F13A}" type="presParOf" srcId="{279A1B5A-8EFA-435F-9DC6-2EAE2CA01659}" destId="{762D3E55-47CE-408F-9B6B-95EDC4975760}"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93A0B2F-26A4-44BB-8197-3D7F9FCBBDF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049A0F2-B63A-4E16-ADE7-C44D055EBF77}">
      <dgm:prSet phldrT="[Text]"/>
      <dgm:spPr/>
      <dgm:t>
        <a:bodyPr/>
        <a:lstStyle/>
        <a:p>
          <a:r>
            <a:rPr lang="en-US" dirty="0"/>
            <a:t>Denial of service (DoS) attacks</a:t>
          </a:r>
        </a:p>
      </dgm:t>
    </dgm:pt>
    <dgm:pt modelId="{70303E1B-C51D-45A6-B473-F2218075F938}" type="parTrans" cxnId="{5A836E52-CD30-4BA8-BBCC-DF0B02D65F49}">
      <dgm:prSet/>
      <dgm:spPr/>
      <dgm:t>
        <a:bodyPr/>
        <a:lstStyle/>
        <a:p>
          <a:endParaRPr lang="en-US"/>
        </a:p>
      </dgm:t>
    </dgm:pt>
    <dgm:pt modelId="{1F4E105E-4162-4CB5-AD65-0EC16A9CE437}" type="sibTrans" cxnId="{5A836E52-CD30-4BA8-BBCC-DF0B02D65F49}">
      <dgm:prSet/>
      <dgm:spPr/>
      <dgm:t>
        <a:bodyPr/>
        <a:lstStyle/>
        <a:p>
          <a:endParaRPr lang="en-US"/>
        </a:p>
      </dgm:t>
    </dgm:pt>
    <dgm:pt modelId="{34F5CC85-7E18-4002-9E76-18A4BD34D212}">
      <dgm:prSet phldrT="[Text]"/>
      <dgm:spPr/>
      <dgm:t>
        <a:bodyPr/>
        <a:lstStyle/>
        <a:p>
          <a:r>
            <a:rPr lang="en-US" dirty="0"/>
            <a:t>Malicious code</a:t>
          </a:r>
        </a:p>
      </dgm:t>
    </dgm:pt>
    <dgm:pt modelId="{1CE84F34-233B-459E-8DB0-FFD92F2C1866}" type="parTrans" cxnId="{DC44447E-709C-4407-B0C4-5B50C31220AA}">
      <dgm:prSet/>
      <dgm:spPr/>
      <dgm:t>
        <a:bodyPr/>
        <a:lstStyle/>
        <a:p>
          <a:endParaRPr lang="en-US"/>
        </a:p>
      </dgm:t>
    </dgm:pt>
    <dgm:pt modelId="{D9E14491-E5E0-4050-AA8C-6144D8D2C08A}" type="sibTrans" cxnId="{DC44447E-709C-4407-B0C4-5B50C31220AA}">
      <dgm:prSet/>
      <dgm:spPr/>
      <dgm:t>
        <a:bodyPr/>
        <a:lstStyle/>
        <a:p>
          <a:endParaRPr lang="en-US"/>
        </a:p>
      </dgm:t>
    </dgm:pt>
    <dgm:pt modelId="{6980EB3F-0A47-4625-9295-3AB946A5C43C}">
      <dgm:prSet phldrT="[Text]"/>
      <dgm:spPr/>
      <dgm:t>
        <a:bodyPr/>
        <a:lstStyle/>
        <a:p>
          <a:r>
            <a:rPr lang="en-US" dirty="0"/>
            <a:t>Unauthorized access</a:t>
          </a:r>
        </a:p>
      </dgm:t>
    </dgm:pt>
    <dgm:pt modelId="{AB4B986F-1ADD-4F9B-80E7-26BDE5D0839F}" type="parTrans" cxnId="{06F8456B-8592-4FEF-91D7-703094AAF3AD}">
      <dgm:prSet/>
      <dgm:spPr/>
      <dgm:t>
        <a:bodyPr/>
        <a:lstStyle/>
        <a:p>
          <a:endParaRPr lang="en-US"/>
        </a:p>
      </dgm:t>
    </dgm:pt>
    <dgm:pt modelId="{EEF37DE8-3B1C-4296-BC83-946412B67309}" type="sibTrans" cxnId="{06F8456B-8592-4FEF-91D7-703094AAF3AD}">
      <dgm:prSet/>
      <dgm:spPr/>
      <dgm:t>
        <a:bodyPr/>
        <a:lstStyle/>
        <a:p>
          <a:endParaRPr lang="en-US"/>
        </a:p>
      </dgm:t>
    </dgm:pt>
    <dgm:pt modelId="{01A33D80-4825-4C14-8BC0-D88BF8CDA51F}">
      <dgm:prSet/>
      <dgm:spPr/>
      <dgm:t>
        <a:bodyPr/>
        <a:lstStyle/>
        <a:p>
          <a:r>
            <a:rPr lang="en-US" dirty="0"/>
            <a:t>Inappropriate usage</a:t>
          </a:r>
        </a:p>
      </dgm:t>
    </dgm:pt>
    <dgm:pt modelId="{3D3BDF04-E839-44E4-8F95-0F9D12AAFCD0}" type="parTrans" cxnId="{443B0609-896F-488D-B161-C5BAD70EFB58}">
      <dgm:prSet/>
      <dgm:spPr/>
      <dgm:t>
        <a:bodyPr/>
        <a:lstStyle/>
        <a:p>
          <a:endParaRPr lang="en-US"/>
        </a:p>
      </dgm:t>
    </dgm:pt>
    <dgm:pt modelId="{5FE396F7-5EC8-433E-8830-F3A147F682A7}" type="sibTrans" cxnId="{443B0609-896F-488D-B161-C5BAD70EFB58}">
      <dgm:prSet/>
      <dgm:spPr/>
      <dgm:t>
        <a:bodyPr/>
        <a:lstStyle/>
        <a:p>
          <a:endParaRPr lang="en-US"/>
        </a:p>
      </dgm:t>
    </dgm:pt>
    <dgm:pt modelId="{9659A25F-761F-4E13-A64D-2981CF868FE6}" type="pres">
      <dgm:prSet presAssocID="{493A0B2F-26A4-44BB-8197-3D7F9FCBBDF3}" presName="linear" presStyleCnt="0">
        <dgm:presLayoutVars>
          <dgm:dir/>
          <dgm:animLvl val="lvl"/>
          <dgm:resizeHandles val="exact"/>
        </dgm:presLayoutVars>
      </dgm:prSet>
      <dgm:spPr/>
    </dgm:pt>
    <dgm:pt modelId="{5380EA89-5936-4F0D-950A-B0C9404DCCDC}" type="pres">
      <dgm:prSet presAssocID="{7049A0F2-B63A-4E16-ADE7-C44D055EBF77}" presName="parentLin" presStyleCnt="0"/>
      <dgm:spPr/>
    </dgm:pt>
    <dgm:pt modelId="{C95D31AF-019C-4D2C-A3CE-1609AB153D06}" type="pres">
      <dgm:prSet presAssocID="{7049A0F2-B63A-4E16-ADE7-C44D055EBF77}" presName="parentLeftMargin" presStyleLbl="node1" presStyleIdx="0" presStyleCnt="4"/>
      <dgm:spPr/>
    </dgm:pt>
    <dgm:pt modelId="{76EA0B4B-C49C-492C-8456-E6014619BD50}" type="pres">
      <dgm:prSet presAssocID="{7049A0F2-B63A-4E16-ADE7-C44D055EBF77}" presName="parentText" presStyleLbl="node1" presStyleIdx="0" presStyleCnt="4">
        <dgm:presLayoutVars>
          <dgm:chMax val="0"/>
          <dgm:bulletEnabled val="1"/>
        </dgm:presLayoutVars>
      </dgm:prSet>
      <dgm:spPr/>
    </dgm:pt>
    <dgm:pt modelId="{CE719435-AE13-4F90-891D-C1CDB57185E2}" type="pres">
      <dgm:prSet presAssocID="{7049A0F2-B63A-4E16-ADE7-C44D055EBF77}" presName="negativeSpace" presStyleCnt="0"/>
      <dgm:spPr/>
    </dgm:pt>
    <dgm:pt modelId="{1FC097E4-8FC2-4E2F-A88A-C9C4366CC8B4}" type="pres">
      <dgm:prSet presAssocID="{7049A0F2-B63A-4E16-ADE7-C44D055EBF77}" presName="childText" presStyleLbl="conFgAcc1" presStyleIdx="0" presStyleCnt="4">
        <dgm:presLayoutVars>
          <dgm:bulletEnabled val="1"/>
        </dgm:presLayoutVars>
      </dgm:prSet>
      <dgm:spPr/>
    </dgm:pt>
    <dgm:pt modelId="{E58CB1C0-FAD3-4840-8062-2BFB5630EB1F}" type="pres">
      <dgm:prSet presAssocID="{1F4E105E-4162-4CB5-AD65-0EC16A9CE437}" presName="spaceBetweenRectangles" presStyleCnt="0"/>
      <dgm:spPr/>
    </dgm:pt>
    <dgm:pt modelId="{A953DF8A-268E-483B-A74A-2B336ECACE6D}" type="pres">
      <dgm:prSet presAssocID="{34F5CC85-7E18-4002-9E76-18A4BD34D212}" presName="parentLin" presStyleCnt="0"/>
      <dgm:spPr/>
    </dgm:pt>
    <dgm:pt modelId="{3BCBCF46-176B-4580-94B7-4898871579CE}" type="pres">
      <dgm:prSet presAssocID="{34F5CC85-7E18-4002-9E76-18A4BD34D212}" presName="parentLeftMargin" presStyleLbl="node1" presStyleIdx="0" presStyleCnt="4"/>
      <dgm:spPr/>
    </dgm:pt>
    <dgm:pt modelId="{8999A004-81F0-4E52-89DF-109FA3B54F17}" type="pres">
      <dgm:prSet presAssocID="{34F5CC85-7E18-4002-9E76-18A4BD34D212}" presName="parentText" presStyleLbl="node1" presStyleIdx="1" presStyleCnt="4">
        <dgm:presLayoutVars>
          <dgm:chMax val="0"/>
          <dgm:bulletEnabled val="1"/>
        </dgm:presLayoutVars>
      </dgm:prSet>
      <dgm:spPr/>
    </dgm:pt>
    <dgm:pt modelId="{C5634106-FEE7-4289-B767-E744EBFE022A}" type="pres">
      <dgm:prSet presAssocID="{34F5CC85-7E18-4002-9E76-18A4BD34D212}" presName="negativeSpace" presStyleCnt="0"/>
      <dgm:spPr/>
    </dgm:pt>
    <dgm:pt modelId="{41B81A26-41DC-40B2-AFF6-70E2A9F20C06}" type="pres">
      <dgm:prSet presAssocID="{34F5CC85-7E18-4002-9E76-18A4BD34D212}" presName="childText" presStyleLbl="conFgAcc1" presStyleIdx="1" presStyleCnt="4">
        <dgm:presLayoutVars>
          <dgm:bulletEnabled val="1"/>
        </dgm:presLayoutVars>
      </dgm:prSet>
      <dgm:spPr/>
    </dgm:pt>
    <dgm:pt modelId="{96EA90C1-BF1A-475E-A6D3-BFEC27BF9D29}" type="pres">
      <dgm:prSet presAssocID="{D9E14491-E5E0-4050-AA8C-6144D8D2C08A}" presName="spaceBetweenRectangles" presStyleCnt="0"/>
      <dgm:spPr/>
    </dgm:pt>
    <dgm:pt modelId="{73E5DA4B-0169-4FB4-9796-D68513A1EBE0}" type="pres">
      <dgm:prSet presAssocID="{6980EB3F-0A47-4625-9295-3AB946A5C43C}" presName="parentLin" presStyleCnt="0"/>
      <dgm:spPr/>
    </dgm:pt>
    <dgm:pt modelId="{5E6EAE14-A87B-48E7-97D8-C2EE17645D98}" type="pres">
      <dgm:prSet presAssocID="{6980EB3F-0A47-4625-9295-3AB946A5C43C}" presName="parentLeftMargin" presStyleLbl="node1" presStyleIdx="1" presStyleCnt="4"/>
      <dgm:spPr/>
    </dgm:pt>
    <dgm:pt modelId="{A14A60C2-FE69-43AF-9554-9869920E9469}" type="pres">
      <dgm:prSet presAssocID="{6980EB3F-0A47-4625-9295-3AB946A5C43C}" presName="parentText" presStyleLbl="node1" presStyleIdx="2" presStyleCnt="4">
        <dgm:presLayoutVars>
          <dgm:chMax val="0"/>
          <dgm:bulletEnabled val="1"/>
        </dgm:presLayoutVars>
      </dgm:prSet>
      <dgm:spPr/>
    </dgm:pt>
    <dgm:pt modelId="{F6D1C2DA-3932-4253-B44A-C01FC2A4D432}" type="pres">
      <dgm:prSet presAssocID="{6980EB3F-0A47-4625-9295-3AB946A5C43C}" presName="negativeSpace" presStyleCnt="0"/>
      <dgm:spPr/>
    </dgm:pt>
    <dgm:pt modelId="{8A877800-ABD8-485D-A0F2-494275F22406}" type="pres">
      <dgm:prSet presAssocID="{6980EB3F-0A47-4625-9295-3AB946A5C43C}" presName="childText" presStyleLbl="conFgAcc1" presStyleIdx="2" presStyleCnt="4">
        <dgm:presLayoutVars>
          <dgm:bulletEnabled val="1"/>
        </dgm:presLayoutVars>
      </dgm:prSet>
      <dgm:spPr/>
    </dgm:pt>
    <dgm:pt modelId="{D3F7F7C6-0157-4A1D-9770-BE9B6A8CCF43}" type="pres">
      <dgm:prSet presAssocID="{EEF37DE8-3B1C-4296-BC83-946412B67309}" presName="spaceBetweenRectangles" presStyleCnt="0"/>
      <dgm:spPr/>
    </dgm:pt>
    <dgm:pt modelId="{6190EA8C-CFA1-4592-BF94-18E2A8E8CB20}" type="pres">
      <dgm:prSet presAssocID="{01A33D80-4825-4C14-8BC0-D88BF8CDA51F}" presName="parentLin" presStyleCnt="0"/>
      <dgm:spPr/>
    </dgm:pt>
    <dgm:pt modelId="{0FC39B68-326F-4D59-9ECD-3D1226EA5E24}" type="pres">
      <dgm:prSet presAssocID="{01A33D80-4825-4C14-8BC0-D88BF8CDA51F}" presName="parentLeftMargin" presStyleLbl="node1" presStyleIdx="2" presStyleCnt="4"/>
      <dgm:spPr/>
    </dgm:pt>
    <dgm:pt modelId="{AC0BB6FD-E689-4D9C-A245-B808DA0C0319}" type="pres">
      <dgm:prSet presAssocID="{01A33D80-4825-4C14-8BC0-D88BF8CDA51F}" presName="parentText" presStyleLbl="node1" presStyleIdx="3" presStyleCnt="4">
        <dgm:presLayoutVars>
          <dgm:chMax val="0"/>
          <dgm:bulletEnabled val="1"/>
        </dgm:presLayoutVars>
      </dgm:prSet>
      <dgm:spPr/>
    </dgm:pt>
    <dgm:pt modelId="{D60BD833-85DB-4074-82DE-14F256CE83B0}" type="pres">
      <dgm:prSet presAssocID="{01A33D80-4825-4C14-8BC0-D88BF8CDA51F}" presName="negativeSpace" presStyleCnt="0"/>
      <dgm:spPr/>
    </dgm:pt>
    <dgm:pt modelId="{288430C2-8735-4ACD-A8B3-39A68941C649}" type="pres">
      <dgm:prSet presAssocID="{01A33D80-4825-4C14-8BC0-D88BF8CDA51F}" presName="childText" presStyleLbl="conFgAcc1" presStyleIdx="3" presStyleCnt="4">
        <dgm:presLayoutVars>
          <dgm:bulletEnabled val="1"/>
        </dgm:presLayoutVars>
      </dgm:prSet>
      <dgm:spPr/>
    </dgm:pt>
  </dgm:ptLst>
  <dgm:cxnLst>
    <dgm:cxn modelId="{443B0609-896F-488D-B161-C5BAD70EFB58}" srcId="{493A0B2F-26A4-44BB-8197-3D7F9FCBBDF3}" destId="{01A33D80-4825-4C14-8BC0-D88BF8CDA51F}" srcOrd="3" destOrd="0" parTransId="{3D3BDF04-E839-44E4-8F95-0F9D12AAFCD0}" sibTransId="{5FE396F7-5EC8-433E-8830-F3A147F682A7}"/>
    <dgm:cxn modelId="{E790B910-4771-47D3-B36E-27CCBEEAB555}" type="presOf" srcId="{6980EB3F-0A47-4625-9295-3AB946A5C43C}" destId="{A14A60C2-FE69-43AF-9554-9869920E9469}" srcOrd="1" destOrd="0" presId="urn:microsoft.com/office/officeart/2005/8/layout/list1"/>
    <dgm:cxn modelId="{C6810F27-5464-49D7-A42C-7CCEB5392381}" type="presOf" srcId="{493A0B2F-26A4-44BB-8197-3D7F9FCBBDF3}" destId="{9659A25F-761F-4E13-A64D-2981CF868FE6}" srcOrd="0" destOrd="0" presId="urn:microsoft.com/office/officeart/2005/8/layout/list1"/>
    <dgm:cxn modelId="{4E759E32-016E-49C9-80A8-FD86E7E400E0}" type="presOf" srcId="{34F5CC85-7E18-4002-9E76-18A4BD34D212}" destId="{3BCBCF46-176B-4580-94B7-4898871579CE}" srcOrd="0" destOrd="0" presId="urn:microsoft.com/office/officeart/2005/8/layout/list1"/>
    <dgm:cxn modelId="{9BD01C36-7D25-42B2-9EA8-5B9F0A841A12}" type="presOf" srcId="{7049A0F2-B63A-4E16-ADE7-C44D055EBF77}" destId="{76EA0B4B-C49C-492C-8456-E6014619BD50}" srcOrd="1" destOrd="0" presId="urn:microsoft.com/office/officeart/2005/8/layout/list1"/>
    <dgm:cxn modelId="{75899A3B-1E4C-428F-BDEC-5BC7EA928749}" type="presOf" srcId="{7049A0F2-B63A-4E16-ADE7-C44D055EBF77}" destId="{C95D31AF-019C-4D2C-A3CE-1609AB153D06}" srcOrd="0" destOrd="0" presId="urn:microsoft.com/office/officeart/2005/8/layout/list1"/>
    <dgm:cxn modelId="{06F8456B-8592-4FEF-91D7-703094AAF3AD}" srcId="{493A0B2F-26A4-44BB-8197-3D7F9FCBBDF3}" destId="{6980EB3F-0A47-4625-9295-3AB946A5C43C}" srcOrd="2" destOrd="0" parTransId="{AB4B986F-1ADD-4F9B-80E7-26BDE5D0839F}" sibTransId="{EEF37DE8-3B1C-4296-BC83-946412B67309}"/>
    <dgm:cxn modelId="{5A836E52-CD30-4BA8-BBCC-DF0B02D65F49}" srcId="{493A0B2F-26A4-44BB-8197-3D7F9FCBBDF3}" destId="{7049A0F2-B63A-4E16-ADE7-C44D055EBF77}" srcOrd="0" destOrd="0" parTransId="{70303E1B-C51D-45A6-B473-F2218075F938}" sibTransId="{1F4E105E-4162-4CB5-AD65-0EC16A9CE437}"/>
    <dgm:cxn modelId="{6947A254-611A-4705-ABB9-029EA9842911}" type="presOf" srcId="{01A33D80-4825-4C14-8BC0-D88BF8CDA51F}" destId="{AC0BB6FD-E689-4D9C-A245-B808DA0C0319}" srcOrd="1" destOrd="0" presId="urn:microsoft.com/office/officeart/2005/8/layout/list1"/>
    <dgm:cxn modelId="{34658A5A-507D-4C7C-AF6E-F60EA3D2D060}" type="presOf" srcId="{01A33D80-4825-4C14-8BC0-D88BF8CDA51F}" destId="{0FC39B68-326F-4D59-9ECD-3D1226EA5E24}" srcOrd="0" destOrd="0" presId="urn:microsoft.com/office/officeart/2005/8/layout/list1"/>
    <dgm:cxn modelId="{DC44447E-709C-4407-B0C4-5B50C31220AA}" srcId="{493A0B2F-26A4-44BB-8197-3D7F9FCBBDF3}" destId="{34F5CC85-7E18-4002-9E76-18A4BD34D212}" srcOrd="1" destOrd="0" parTransId="{1CE84F34-233B-459E-8DB0-FFD92F2C1866}" sibTransId="{D9E14491-E5E0-4050-AA8C-6144D8D2C08A}"/>
    <dgm:cxn modelId="{A41993CF-2681-46EA-9C43-EA0D68867C90}" type="presOf" srcId="{34F5CC85-7E18-4002-9E76-18A4BD34D212}" destId="{8999A004-81F0-4E52-89DF-109FA3B54F17}" srcOrd="1" destOrd="0" presId="urn:microsoft.com/office/officeart/2005/8/layout/list1"/>
    <dgm:cxn modelId="{DF4BACE8-AD57-4994-A3A2-B1478D6686E5}" type="presOf" srcId="{6980EB3F-0A47-4625-9295-3AB946A5C43C}" destId="{5E6EAE14-A87B-48E7-97D8-C2EE17645D98}" srcOrd="0" destOrd="0" presId="urn:microsoft.com/office/officeart/2005/8/layout/list1"/>
    <dgm:cxn modelId="{63FBE940-02C6-4715-86B0-12DEE35AE15C}" type="presParOf" srcId="{9659A25F-761F-4E13-A64D-2981CF868FE6}" destId="{5380EA89-5936-4F0D-950A-B0C9404DCCDC}" srcOrd="0" destOrd="0" presId="urn:microsoft.com/office/officeart/2005/8/layout/list1"/>
    <dgm:cxn modelId="{BEF3617D-DD10-4F0C-BD4E-CEEEEEDE6E95}" type="presParOf" srcId="{5380EA89-5936-4F0D-950A-B0C9404DCCDC}" destId="{C95D31AF-019C-4D2C-A3CE-1609AB153D06}" srcOrd="0" destOrd="0" presId="urn:microsoft.com/office/officeart/2005/8/layout/list1"/>
    <dgm:cxn modelId="{5F4E4B07-2CD6-4EAA-A56A-99B685291D43}" type="presParOf" srcId="{5380EA89-5936-4F0D-950A-B0C9404DCCDC}" destId="{76EA0B4B-C49C-492C-8456-E6014619BD50}" srcOrd="1" destOrd="0" presId="urn:microsoft.com/office/officeart/2005/8/layout/list1"/>
    <dgm:cxn modelId="{1489CF38-7C6A-4366-AABB-FC1C54C53813}" type="presParOf" srcId="{9659A25F-761F-4E13-A64D-2981CF868FE6}" destId="{CE719435-AE13-4F90-891D-C1CDB57185E2}" srcOrd="1" destOrd="0" presId="urn:microsoft.com/office/officeart/2005/8/layout/list1"/>
    <dgm:cxn modelId="{DFB76280-7E61-45CF-8A9C-CE2F64D588A3}" type="presParOf" srcId="{9659A25F-761F-4E13-A64D-2981CF868FE6}" destId="{1FC097E4-8FC2-4E2F-A88A-C9C4366CC8B4}" srcOrd="2" destOrd="0" presId="urn:microsoft.com/office/officeart/2005/8/layout/list1"/>
    <dgm:cxn modelId="{B349BD36-6BDE-4BC3-8FC8-1641CDD00AF2}" type="presParOf" srcId="{9659A25F-761F-4E13-A64D-2981CF868FE6}" destId="{E58CB1C0-FAD3-4840-8062-2BFB5630EB1F}" srcOrd="3" destOrd="0" presId="urn:microsoft.com/office/officeart/2005/8/layout/list1"/>
    <dgm:cxn modelId="{4B8440E2-1D47-4EA3-BE1E-4D6AE75992A1}" type="presParOf" srcId="{9659A25F-761F-4E13-A64D-2981CF868FE6}" destId="{A953DF8A-268E-483B-A74A-2B336ECACE6D}" srcOrd="4" destOrd="0" presId="urn:microsoft.com/office/officeart/2005/8/layout/list1"/>
    <dgm:cxn modelId="{13E2D3B4-641C-49EE-BBF1-9F3B989305BE}" type="presParOf" srcId="{A953DF8A-268E-483B-A74A-2B336ECACE6D}" destId="{3BCBCF46-176B-4580-94B7-4898871579CE}" srcOrd="0" destOrd="0" presId="urn:microsoft.com/office/officeart/2005/8/layout/list1"/>
    <dgm:cxn modelId="{BE1264EB-6845-46DE-A69B-4D346B99F084}" type="presParOf" srcId="{A953DF8A-268E-483B-A74A-2B336ECACE6D}" destId="{8999A004-81F0-4E52-89DF-109FA3B54F17}" srcOrd="1" destOrd="0" presId="urn:microsoft.com/office/officeart/2005/8/layout/list1"/>
    <dgm:cxn modelId="{4EAC7BD5-6532-4B44-9310-D84CB6337927}" type="presParOf" srcId="{9659A25F-761F-4E13-A64D-2981CF868FE6}" destId="{C5634106-FEE7-4289-B767-E744EBFE022A}" srcOrd="5" destOrd="0" presId="urn:microsoft.com/office/officeart/2005/8/layout/list1"/>
    <dgm:cxn modelId="{F3A9BD58-D9B6-49F9-8C72-7AD4BD64DDAC}" type="presParOf" srcId="{9659A25F-761F-4E13-A64D-2981CF868FE6}" destId="{41B81A26-41DC-40B2-AFF6-70E2A9F20C06}" srcOrd="6" destOrd="0" presId="urn:microsoft.com/office/officeart/2005/8/layout/list1"/>
    <dgm:cxn modelId="{6D4CAB9A-A134-4F9D-B016-10845280A804}" type="presParOf" srcId="{9659A25F-761F-4E13-A64D-2981CF868FE6}" destId="{96EA90C1-BF1A-475E-A6D3-BFEC27BF9D29}" srcOrd="7" destOrd="0" presId="urn:microsoft.com/office/officeart/2005/8/layout/list1"/>
    <dgm:cxn modelId="{38AE216B-2C9A-4DCE-8431-67CE376C6ABF}" type="presParOf" srcId="{9659A25F-761F-4E13-A64D-2981CF868FE6}" destId="{73E5DA4B-0169-4FB4-9796-D68513A1EBE0}" srcOrd="8" destOrd="0" presId="urn:microsoft.com/office/officeart/2005/8/layout/list1"/>
    <dgm:cxn modelId="{2B5A005B-E528-441A-B004-73737DF051DB}" type="presParOf" srcId="{73E5DA4B-0169-4FB4-9796-D68513A1EBE0}" destId="{5E6EAE14-A87B-48E7-97D8-C2EE17645D98}" srcOrd="0" destOrd="0" presId="urn:microsoft.com/office/officeart/2005/8/layout/list1"/>
    <dgm:cxn modelId="{BBF39B16-73D2-4BA2-9DF3-A48B13E59352}" type="presParOf" srcId="{73E5DA4B-0169-4FB4-9796-D68513A1EBE0}" destId="{A14A60C2-FE69-43AF-9554-9869920E9469}" srcOrd="1" destOrd="0" presId="urn:microsoft.com/office/officeart/2005/8/layout/list1"/>
    <dgm:cxn modelId="{F784577A-4E78-4CE7-A150-889D4F839FFB}" type="presParOf" srcId="{9659A25F-761F-4E13-A64D-2981CF868FE6}" destId="{F6D1C2DA-3932-4253-B44A-C01FC2A4D432}" srcOrd="9" destOrd="0" presId="urn:microsoft.com/office/officeart/2005/8/layout/list1"/>
    <dgm:cxn modelId="{516A7EB8-54BD-464D-89D2-D0E363EDB739}" type="presParOf" srcId="{9659A25F-761F-4E13-A64D-2981CF868FE6}" destId="{8A877800-ABD8-485D-A0F2-494275F22406}" srcOrd="10" destOrd="0" presId="urn:microsoft.com/office/officeart/2005/8/layout/list1"/>
    <dgm:cxn modelId="{2424B29C-380F-4B25-BF56-793FF541A2AC}" type="presParOf" srcId="{9659A25F-761F-4E13-A64D-2981CF868FE6}" destId="{D3F7F7C6-0157-4A1D-9770-BE9B6A8CCF43}" srcOrd="11" destOrd="0" presId="urn:microsoft.com/office/officeart/2005/8/layout/list1"/>
    <dgm:cxn modelId="{63409A0D-BC80-460A-B9CB-254F417C874B}" type="presParOf" srcId="{9659A25F-761F-4E13-A64D-2981CF868FE6}" destId="{6190EA8C-CFA1-4592-BF94-18E2A8E8CB20}" srcOrd="12" destOrd="0" presId="urn:microsoft.com/office/officeart/2005/8/layout/list1"/>
    <dgm:cxn modelId="{A88E2AF0-7D9F-4303-B2E0-26052E6ECE2E}" type="presParOf" srcId="{6190EA8C-CFA1-4592-BF94-18E2A8E8CB20}" destId="{0FC39B68-326F-4D59-9ECD-3D1226EA5E24}" srcOrd="0" destOrd="0" presId="urn:microsoft.com/office/officeart/2005/8/layout/list1"/>
    <dgm:cxn modelId="{24B9ABE8-4E5E-4A30-94E6-ADEC84097750}" type="presParOf" srcId="{6190EA8C-CFA1-4592-BF94-18E2A8E8CB20}" destId="{AC0BB6FD-E689-4D9C-A245-B808DA0C0319}" srcOrd="1" destOrd="0" presId="urn:microsoft.com/office/officeart/2005/8/layout/list1"/>
    <dgm:cxn modelId="{8DDBF781-75B4-4D25-8033-BF0EB4DBF904}" type="presParOf" srcId="{9659A25F-761F-4E13-A64D-2981CF868FE6}" destId="{D60BD833-85DB-4074-82DE-14F256CE83B0}" srcOrd="13" destOrd="0" presId="urn:microsoft.com/office/officeart/2005/8/layout/list1"/>
    <dgm:cxn modelId="{8E9A5F40-E626-412C-A324-61EA6C908906}" type="presParOf" srcId="{9659A25F-761F-4E13-A64D-2981CF868FE6}" destId="{288430C2-8735-4ACD-A8B3-39A68941C649}"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48DCB-F1D8-45AE-8109-68860DC95D87}">
      <dsp:nvSpPr>
        <dsp:cNvPr id="0" name=""/>
        <dsp:cNvSpPr/>
      </dsp:nvSpPr>
      <dsp:spPr>
        <a:xfrm>
          <a:off x="2277894" y="302132"/>
          <a:ext cx="3904488" cy="3904488"/>
        </a:xfrm>
        <a:prstGeom prst="pie">
          <a:avLst>
            <a:gd name="adj1" fmla="val 16200000"/>
            <a:gd name="adj2" fmla="val 1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Incident response</a:t>
          </a:r>
        </a:p>
      </dsp:txBody>
      <dsp:txXfrm>
        <a:off x="4335653" y="1129512"/>
        <a:ext cx="1394460" cy="1162050"/>
      </dsp:txXfrm>
    </dsp:sp>
    <dsp:sp modelId="{044F5177-5290-41A0-9B4E-FBB8742B9658}">
      <dsp:nvSpPr>
        <dsp:cNvPr id="0" name=""/>
        <dsp:cNvSpPr/>
      </dsp:nvSpPr>
      <dsp:spPr>
        <a:xfrm>
          <a:off x="2197481" y="441578"/>
          <a:ext cx="3904488" cy="3904488"/>
        </a:xfrm>
        <a:prstGeom prst="pie">
          <a:avLst>
            <a:gd name="adj1" fmla="val 1800000"/>
            <a:gd name="adj2" fmla="val 90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Disaster recovery</a:t>
          </a:r>
        </a:p>
      </dsp:txBody>
      <dsp:txXfrm>
        <a:off x="3127121" y="2974848"/>
        <a:ext cx="2091690" cy="1022604"/>
      </dsp:txXfrm>
    </dsp:sp>
    <dsp:sp modelId="{259C3539-0F29-4F0A-B31D-9D52332CFC10}">
      <dsp:nvSpPr>
        <dsp:cNvPr id="0" name=""/>
        <dsp:cNvSpPr/>
      </dsp:nvSpPr>
      <dsp:spPr>
        <a:xfrm>
          <a:off x="2117067" y="302132"/>
          <a:ext cx="3904488" cy="3904488"/>
        </a:xfrm>
        <a:prstGeom prst="pie">
          <a:avLst>
            <a:gd name="adj1" fmla="val 90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Business continuity</a:t>
          </a:r>
        </a:p>
      </dsp:txBody>
      <dsp:txXfrm>
        <a:off x="2569337" y="1129512"/>
        <a:ext cx="1394460" cy="1162050"/>
      </dsp:txXfrm>
    </dsp:sp>
    <dsp:sp modelId="{532FE2B6-8207-4082-B447-CADBB08372B2}">
      <dsp:nvSpPr>
        <dsp:cNvPr id="0" name=""/>
        <dsp:cNvSpPr/>
      </dsp:nvSpPr>
      <dsp:spPr>
        <a:xfrm>
          <a:off x="2036510" y="60426"/>
          <a:ext cx="4387900" cy="4387900"/>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D66CA31-A6F0-4B59-9C27-211E86E64941}">
      <dsp:nvSpPr>
        <dsp:cNvPr id="0" name=""/>
        <dsp:cNvSpPr/>
      </dsp:nvSpPr>
      <dsp:spPr>
        <a:xfrm>
          <a:off x="1955774" y="199625"/>
          <a:ext cx="4387900" cy="4387900"/>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8369B3B-9592-47F1-AA18-0C0B34A06080}">
      <dsp:nvSpPr>
        <dsp:cNvPr id="0" name=""/>
        <dsp:cNvSpPr/>
      </dsp:nvSpPr>
      <dsp:spPr>
        <a:xfrm>
          <a:off x="1875038" y="60426"/>
          <a:ext cx="4387900" cy="4387900"/>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5B6F94-EC5E-4460-947C-679002B749F7}">
      <dsp:nvSpPr>
        <dsp:cNvPr id="0" name=""/>
        <dsp:cNvSpPr/>
      </dsp:nvSpPr>
      <dsp:spPr>
        <a:xfrm>
          <a:off x="0" y="553800"/>
          <a:ext cx="8299450" cy="88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F47C43-0BA3-4A83-8E94-8588FBDD6BB9}">
      <dsp:nvSpPr>
        <dsp:cNvPr id="0" name=""/>
        <dsp:cNvSpPr/>
      </dsp:nvSpPr>
      <dsp:spPr>
        <a:xfrm>
          <a:off x="414972" y="37199"/>
          <a:ext cx="5809615" cy="1033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422400">
            <a:lnSpc>
              <a:spcPct val="90000"/>
            </a:lnSpc>
            <a:spcBef>
              <a:spcPct val="0"/>
            </a:spcBef>
            <a:spcAft>
              <a:spcPct val="35000"/>
            </a:spcAft>
            <a:buNone/>
          </a:pPr>
          <a:r>
            <a:rPr lang="en-US" sz="3200" kern="1200" dirty="0"/>
            <a:t>ISO 27001</a:t>
          </a:r>
        </a:p>
      </dsp:txBody>
      <dsp:txXfrm>
        <a:off x="465409" y="87636"/>
        <a:ext cx="5708741" cy="932326"/>
      </dsp:txXfrm>
    </dsp:sp>
    <dsp:sp modelId="{7715B1D3-69BC-4FAF-A4E2-C0468AAD30AE}">
      <dsp:nvSpPr>
        <dsp:cNvPr id="0" name=""/>
        <dsp:cNvSpPr/>
      </dsp:nvSpPr>
      <dsp:spPr>
        <a:xfrm>
          <a:off x="0" y="2141400"/>
          <a:ext cx="8299450" cy="88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6D7FFD-78FF-45ED-8B0E-916FFD027E52}">
      <dsp:nvSpPr>
        <dsp:cNvPr id="0" name=""/>
        <dsp:cNvSpPr/>
      </dsp:nvSpPr>
      <dsp:spPr>
        <a:xfrm>
          <a:off x="414972" y="1624800"/>
          <a:ext cx="5809615" cy="1033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422400">
            <a:lnSpc>
              <a:spcPct val="90000"/>
            </a:lnSpc>
            <a:spcBef>
              <a:spcPct val="0"/>
            </a:spcBef>
            <a:spcAft>
              <a:spcPct val="35000"/>
            </a:spcAft>
            <a:buNone/>
          </a:pPr>
          <a:r>
            <a:rPr lang="en-US" sz="3200" kern="1200" dirty="0"/>
            <a:t>NIST 800-34</a:t>
          </a:r>
        </a:p>
      </dsp:txBody>
      <dsp:txXfrm>
        <a:off x="465409" y="1675237"/>
        <a:ext cx="5708741" cy="932326"/>
      </dsp:txXfrm>
    </dsp:sp>
    <dsp:sp modelId="{6E2B5EBA-F37B-4C60-B8CA-066B94F3FD03}">
      <dsp:nvSpPr>
        <dsp:cNvPr id="0" name=""/>
        <dsp:cNvSpPr/>
      </dsp:nvSpPr>
      <dsp:spPr>
        <a:xfrm>
          <a:off x="0" y="3729000"/>
          <a:ext cx="8299450" cy="88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16FA20-B60A-4724-96DA-477282029E53}">
      <dsp:nvSpPr>
        <dsp:cNvPr id="0" name=""/>
        <dsp:cNvSpPr/>
      </dsp:nvSpPr>
      <dsp:spPr>
        <a:xfrm>
          <a:off x="414972" y="3212400"/>
          <a:ext cx="5809615" cy="1033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422400">
            <a:lnSpc>
              <a:spcPct val="90000"/>
            </a:lnSpc>
            <a:spcBef>
              <a:spcPct val="0"/>
            </a:spcBef>
            <a:spcAft>
              <a:spcPct val="35000"/>
            </a:spcAft>
            <a:buNone/>
          </a:pPr>
          <a:r>
            <a:rPr lang="en-US" sz="3200" kern="1200" dirty="0"/>
            <a:t>NFPA 1600</a:t>
          </a:r>
        </a:p>
      </dsp:txBody>
      <dsp:txXfrm>
        <a:off x="465409" y="3262837"/>
        <a:ext cx="5708741" cy="9323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5B6F94-EC5E-4460-947C-679002B749F7}">
      <dsp:nvSpPr>
        <dsp:cNvPr id="0" name=""/>
        <dsp:cNvSpPr/>
      </dsp:nvSpPr>
      <dsp:spPr>
        <a:xfrm>
          <a:off x="0" y="449745"/>
          <a:ext cx="8299450" cy="1335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DF47C43-0BA3-4A83-8E94-8588FBDD6BB9}">
      <dsp:nvSpPr>
        <dsp:cNvPr id="0" name=""/>
        <dsp:cNvSpPr/>
      </dsp:nvSpPr>
      <dsp:spPr>
        <a:xfrm>
          <a:off x="414972" y="15064"/>
          <a:ext cx="5809615" cy="121696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422400">
            <a:lnSpc>
              <a:spcPct val="90000"/>
            </a:lnSpc>
            <a:spcBef>
              <a:spcPct val="0"/>
            </a:spcBef>
            <a:spcAft>
              <a:spcPct val="35000"/>
            </a:spcAft>
            <a:buNone/>
          </a:pPr>
          <a:r>
            <a:rPr lang="en-US" sz="3200" kern="1200" dirty="0"/>
            <a:t>ISO 27035</a:t>
          </a:r>
        </a:p>
      </dsp:txBody>
      <dsp:txXfrm>
        <a:off x="474379" y="74471"/>
        <a:ext cx="5690801" cy="1098147"/>
      </dsp:txXfrm>
    </dsp:sp>
    <dsp:sp modelId="{7715B1D3-69BC-4FAF-A4E2-C0468AAD30AE}">
      <dsp:nvSpPr>
        <dsp:cNvPr id="0" name=""/>
        <dsp:cNvSpPr/>
      </dsp:nvSpPr>
      <dsp:spPr>
        <a:xfrm>
          <a:off x="0" y="2506227"/>
          <a:ext cx="8299450" cy="1335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6D7FFD-78FF-45ED-8B0E-916FFD027E52}">
      <dsp:nvSpPr>
        <dsp:cNvPr id="0" name=""/>
        <dsp:cNvSpPr/>
      </dsp:nvSpPr>
      <dsp:spPr>
        <a:xfrm>
          <a:off x="414972" y="2071546"/>
          <a:ext cx="5809615" cy="121696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422400">
            <a:lnSpc>
              <a:spcPct val="90000"/>
            </a:lnSpc>
            <a:spcBef>
              <a:spcPct val="0"/>
            </a:spcBef>
            <a:spcAft>
              <a:spcPct val="35000"/>
            </a:spcAft>
            <a:buNone/>
          </a:pPr>
          <a:r>
            <a:rPr lang="en-US" sz="3200" kern="1200" dirty="0"/>
            <a:t>NIST 800-61</a:t>
          </a:r>
        </a:p>
      </dsp:txBody>
      <dsp:txXfrm>
        <a:off x="474379" y="2130953"/>
        <a:ext cx="5690801" cy="10981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75C80C-6681-4EFF-B8B9-0119EE90EEA1}">
      <dsp:nvSpPr>
        <dsp:cNvPr id="0" name=""/>
        <dsp:cNvSpPr/>
      </dsp:nvSpPr>
      <dsp:spPr>
        <a:xfrm>
          <a:off x="2943180" y="2505207"/>
          <a:ext cx="2102127" cy="210212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dirty="0"/>
            <a:t>Recovery plan</a:t>
          </a:r>
        </a:p>
      </dsp:txBody>
      <dsp:txXfrm>
        <a:off x="3251029" y="2813056"/>
        <a:ext cx="1486429" cy="1486429"/>
      </dsp:txXfrm>
    </dsp:sp>
    <dsp:sp modelId="{73C8BF80-26F7-47FB-A994-C53A4077920E}">
      <dsp:nvSpPr>
        <dsp:cNvPr id="0" name=""/>
        <dsp:cNvSpPr/>
      </dsp:nvSpPr>
      <dsp:spPr>
        <a:xfrm rot="12900000">
          <a:off x="1590265" y="2137767"/>
          <a:ext cx="1611904" cy="599106"/>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A619AC5-53AD-449C-8329-89EAA19B1E49}">
      <dsp:nvSpPr>
        <dsp:cNvPr id="0" name=""/>
        <dsp:cNvSpPr/>
      </dsp:nvSpPr>
      <dsp:spPr>
        <a:xfrm>
          <a:off x="737509" y="1176237"/>
          <a:ext cx="1997020" cy="159761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2133600">
            <a:lnSpc>
              <a:spcPct val="90000"/>
            </a:lnSpc>
            <a:spcBef>
              <a:spcPct val="0"/>
            </a:spcBef>
            <a:spcAft>
              <a:spcPct val="35000"/>
            </a:spcAft>
            <a:buNone/>
          </a:pPr>
          <a:r>
            <a:rPr lang="en-US" sz="4800" kern="1200" dirty="0"/>
            <a:t>BCP</a:t>
          </a:r>
        </a:p>
      </dsp:txBody>
      <dsp:txXfrm>
        <a:off x="784302" y="1223030"/>
        <a:ext cx="1903434" cy="1504030"/>
      </dsp:txXfrm>
    </dsp:sp>
    <dsp:sp modelId="{BF2AE89B-DCAA-466D-BE60-231CF72752EC}">
      <dsp:nvSpPr>
        <dsp:cNvPr id="0" name=""/>
        <dsp:cNvSpPr/>
      </dsp:nvSpPr>
      <dsp:spPr>
        <a:xfrm rot="16200000">
          <a:off x="3188292" y="1305887"/>
          <a:ext cx="1611904" cy="599106"/>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58FC8C9-3B64-4B00-ACC4-BB4907854825}">
      <dsp:nvSpPr>
        <dsp:cNvPr id="0" name=""/>
        <dsp:cNvSpPr/>
      </dsp:nvSpPr>
      <dsp:spPr>
        <a:xfrm>
          <a:off x="2995734" y="680"/>
          <a:ext cx="1997020" cy="159761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2133600">
            <a:lnSpc>
              <a:spcPct val="90000"/>
            </a:lnSpc>
            <a:spcBef>
              <a:spcPct val="0"/>
            </a:spcBef>
            <a:spcAft>
              <a:spcPct val="35000"/>
            </a:spcAft>
            <a:buNone/>
          </a:pPr>
          <a:r>
            <a:rPr lang="en-US" sz="4800" kern="1200" dirty="0"/>
            <a:t>DRP</a:t>
          </a:r>
        </a:p>
      </dsp:txBody>
      <dsp:txXfrm>
        <a:off x="3042527" y="47473"/>
        <a:ext cx="1903434" cy="1504030"/>
      </dsp:txXfrm>
    </dsp:sp>
    <dsp:sp modelId="{27B0FF29-A26E-4F2D-9AD9-08C76164886E}">
      <dsp:nvSpPr>
        <dsp:cNvPr id="0" name=""/>
        <dsp:cNvSpPr/>
      </dsp:nvSpPr>
      <dsp:spPr>
        <a:xfrm rot="19500000">
          <a:off x="4786318" y="2137767"/>
          <a:ext cx="1611904" cy="599106"/>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84158C6-588C-4A60-BC93-FFE9063560BE}">
      <dsp:nvSpPr>
        <dsp:cNvPr id="0" name=""/>
        <dsp:cNvSpPr/>
      </dsp:nvSpPr>
      <dsp:spPr>
        <a:xfrm>
          <a:off x="5253958" y="1176237"/>
          <a:ext cx="1997020" cy="159761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2133600">
            <a:lnSpc>
              <a:spcPct val="90000"/>
            </a:lnSpc>
            <a:spcBef>
              <a:spcPct val="0"/>
            </a:spcBef>
            <a:spcAft>
              <a:spcPct val="35000"/>
            </a:spcAft>
            <a:buNone/>
          </a:pPr>
          <a:r>
            <a:rPr lang="en-US" sz="4800" kern="1200" dirty="0"/>
            <a:t>BIA</a:t>
          </a:r>
        </a:p>
      </dsp:txBody>
      <dsp:txXfrm>
        <a:off x="5300751" y="1223030"/>
        <a:ext cx="1903434" cy="15040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6330B5-E431-4C42-A29A-1F220697D616}">
      <dsp:nvSpPr>
        <dsp:cNvPr id="0" name=""/>
        <dsp:cNvSpPr/>
      </dsp:nvSpPr>
      <dsp:spPr>
        <a:xfrm>
          <a:off x="622458" y="0"/>
          <a:ext cx="7054532" cy="46482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BD6102-434D-4CC6-88C0-776A7A7101F7}">
      <dsp:nvSpPr>
        <dsp:cNvPr id="0" name=""/>
        <dsp:cNvSpPr/>
      </dsp:nvSpPr>
      <dsp:spPr>
        <a:xfrm>
          <a:off x="4052" y="1394460"/>
          <a:ext cx="1959772"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Containment</a:t>
          </a:r>
        </a:p>
      </dsp:txBody>
      <dsp:txXfrm>
        <a:off x="94815" y="1485223"/>
        <a:ext cx="1778246" cy="1677754"/>
      </dsp:txXfrm>
    </dsp:sp>
    <dsp:sp modelId="{F12FC06F-514E-47A8-9C07-672E7314CFDE}">
      <dsp:nvSpPr>
        <dsp:cNvPr id="0" name=""/>
        <dsp:cNvSpPr/>
      </dsp:nvSpPr>
      <dsp:spPr>
        <a:xfrm>
          <a:off x="2114576" y="1394460"/>
          <a:ext cx="1959772"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Eradication</a:t>
          </a:r>
        </a:p>
      </dsp:txBody>
      <dsp:txXfrm>
        <a:off x="2205339" y="1485223"/>
        <a:ext cx="1778246" cy="1677754"/>
      </dsp:txXfrm>
    </dsp:sp>
    <dsp:sp modelId="{39BCE68E-EF16-46E9-90FB-FAD7A761D8F6}">
      <dsp:nvSpPr>
        <dsp:cNvPr id="0" name=""/>
        <dsp:cNvSpPr/>
      </dsp:nvSpPr>
      <dsp:spPr>
        <a:xfrm>
          <a:off x="4225100" y="1394460"/>
          <a:ext cx="1959772"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Recovery</a:t>
          </a:r>
        </a:p>
      </dsp:txBody>
      <dsp:txXfrm>
        <a:off x="4315863" y="1485223"/>
        <a:ext cx="1778246" cy="1677754"/>
      </dsp:txXfrm>
    </dsp:sp>
    <dsp:sp modelId="{762D3E55-47CE-408F-9B6B-95EDC4975760}">
      <dsp:nvSpPr>
        <dsp:cNvPr id="0" name=""/>
        <dsp:cNvSpPr/>
      </dsp:nvSpPr>
      <dsp:spPr>
        <a:xfrm>
          <a:off x="6335625" y="1394460"/>
          <a:ext cx="1959772"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Follow-up</a:t>
          </a:r>
        </a:p>
      </dsp:txBody>
      <dsp:txXfrm>
        <a:off x="6426388" y="1485223"/>
        <a:ext cx="1778246" cy="16777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C097E4-8FC2-4E2F-A88A-C9C4366CC8B4}">
      <dsp:nvSpPr>
        <dsp:cNvPr id="0" name=""/>
        <dsp:cNvSpPr/>
      </dsp:nvSpPr>
      <dsp:spPr>
        <a:xfrm>
          <a:off x="0" y="419339"/>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6EA0B4B-C49C-492C-8456-E6014619BD50}">
      <dsp:nvSpPr>
        <dsp:cNvPr id="0" name=""/>
        <dsp:cNvSpPr/>
      </dsp:nvSpPr>
      <dsp:spPr>
        <a:xfrm>
          <a:off x="414972" y="35579"/>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Denial of service (DoS) attacks</a:t>
          </a:r>
        </a:p>
      </dsp:txBody>
      <dsp:txXfrm>
        <a:off x="452439" y="73046"/>
        <a:ext cx="5734681" cy="692586"/>
      </dsp:txXfrm>
    </dsp:sp>
    <dsp:sp modelId="{41B81A26-41DC-40B2-AFF6-70E2A9F20C06}">
      <dsp:nvSpPr>
        <dsp:cNvPr id="0" name=""/>
        <dsp:cNvSpPr/>
      </dsp:nvSpPr>
      <dsp:spPr>
        <a:xfrm>
          <a:off x="0" y="1598699"/>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99A004-81F0-4E52-89DF-109FA3B54F17}">
      <dsp:nvSpPr>
        <dsp:cNvPr id="0" name=""/>
        <dsp:cNvSpPr/>
      </dsp:nvSpPr>
      <dsp:spPr>
        <a:xfrm>
          <a:off x="414972" y="1214939"/>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Malicious code</a:t>
          </a:r>
        </a:p>
      </dsp:txBody>
      <dsp:txXfrm>
        <a:off x="452439" y="1252406"/>
        <a:ext cx="5734681" cy="692586"/>
      </dsp:txXfrm>
    </dsp:sp>
    <dsp:sp modelId="{8A877800-ABD8-485D-A0F2-494275F22406}">
      <dsp:nvSpPr>
        <dsp:cNvPr id="0" name=""/>
        <dsp:cNvSpPr/>
      </dsp:nvSpPr>
      <dsp:spPr>
        <a:xfrm>
          <a:off x="0" y="2778059"/>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14A60C2-FE69-43AF-9554-9869920E9469}">
      <dsp:nvSpPr>
        <dsp:cNvPr id="0" name=""/>
        <dsp:cNvSpPr/>
      </dsp:nvSpPr>
      <dsp:spPr>
        <a:xfrm>
          <a:off x="414972" y="2394299"/>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Unauthorized access</a:t>
          </a:r>
        </a:p>
      </dsp:txBody>
      <dsp:txXfrm>
        <a:off x="452439" y="2431766"/>
        <a:ext cx="5734681" cy="692586"/>
      </dsp:txXfrm>
    </dsp:sp>
    <dsp:sp modelId="{288430C2-8735-4ACD-A8B3-39A68941C649}">
      <dsp:nvSpPr>
        <dsp:cNvPr id="0" name=""/>
        <dsp:cNvSpPr/>
      </dsp:nvSpPr>
      <dsp:spPr>
        <a:xfrm>
          <a:off x="0" y="3957420"/>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0BB6FD-E689-4D9C-A245-B808DA0C0319}">
      <dsp:nvSpPr>
        <dsp:cNvPr id="0" name=""/>
        <dsp:cNvSpPr/>
      </dsp:nvSpPr>
      <dsp:spPr>
        <a:xfrm>
          <a:off x="414972" y="3573660"/>
          <a:ext cx="5809615"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Inappropriate usage</a:t>
          </a:r>
        </a:p>
      </dsp:txBody>
      <dsp:txXfrm>
        <a:off x="452439" y="3611127"/>
        <a:ext cx="5734681" cy="692586"/>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56A81824-3A0A-4449-B277-4C4EF2C82C98}" type="datetime1">
              <a:rPr lang="en-US"/>
              <a:pPr>
                <a:defRPr/>
              </a:pPr>
              <a:t>7/3/2017</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17C39099-B8B4-4332-AC94-4BC40256434E}" type="slidenum">
              <a:rPr lang="en-US"/>
              <a:pPr>
                <a:defRPr/>
              </a:pPr>
              <a:t>‹#›</a:t>
            </a:fld>
            <a:endParaRPr lang="en-US" dirty="0"/>
          </a:p>
        </p:txBody>
      </p:sp>
    </p:spTree>
    <p:extLst>
      <p:ext uri="{BB962C8B-B14F-4D97-AF65-F5344CB8AC3E}">
        <p14:creationId xmlns:p14="http://schemas.microsoft.com/office/powerpoint/2010/main" val="28659679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1BABA6E0-89E4-429A-81B3-821B55B4E3D8}" type="datetime1">
              <a:rPr lang="en-US"/>
              <a:pPr>
                <a:defRPr/>
              </a:pPr>
              <a:t>7/3/2017</a:t>
            </a:fld>
            <a:endParaRPr lang="en-US" dirty="0"/>
          </a:p>
        </p:txBody>
      </p:sp>
      <p:sp>
        <p:nvSpPr>
          <p:cNvPr id="2867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059EE265-D607-49AA-A1E4-38CADC22C3FF}" type="slidenum">
              <a:rPr lang="en-US"/>
              <a:pPr>
                <a:defRPr/>
              </a:pPr>
              <a:t>‹#›</a:t>
            </a:fld>
            <a:endParaRPr lang="en-US" dirty="0"/>
          </a:p>
        </p:txBody>
      </p:sp>
    </p:spTree>
    <p:extLst>
      <p:ext uri="{BB962C8B-B14F-4D97-AF65-F5344CB8AC3E}">
        <p14:creationId xmlns:p14="http://schemas.microsoft.com/office/powerpoint/2010/main" val="172363315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30275"/>
            <a:fld id="{0B8C3F24-A87F-48D9-9CF8-C10D302E2D23}" type="slidenum">
              <a:rPr lang="en-US" smtClean="0">
                <a:ea typeface="MS PGothic" pitchFamily="34" charset="-128"/>
              </a:rPr>
              <a:pPr defTabSz="930275"/>
              <a:t>1</a:t>
            </a:fld>
            <a:endParaRPr lang="en-US" dirty="0">
              <a:ea typeface="MS PGothic" pitchFamily="34"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700140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304801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2374924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4</a:t>
            </a:fld>
            <a:endParaRPr lang="en-US" dirty="0"/>
          </a:p>
        </p:txBody>
      </p:sp>
    </p:spTree>
    <p:extLst>
      <p:ext uri="{BB962C8B-B14F-4D97-AF65-F5344CB8AC3E}">
        <p14:creationId xmlns:p14="http://schemas.microsoft.com/office/powerpoint/2010/main" val="1856711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5</a:t>
            </a:fld>
            <a:endParaRPr lang="en-US" dirty="0"/>
          </a:p>
        </p:txBody>
      </p:sp>
    </p:spTree>
    <p:extLst>
      <p:ext uri="{BB962C8B-B14F-4D97-AF65-F5344CB8AC3E}">
        <p14:creationId xmlns:p14="http://schemas.microsoft.com/office/powerpoint/2010/main" val="1446189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6</a:t>
            </a:fld>
            <a:endParaRPr lang="en-US" dirty="0"/>
          </a:p>
        </p:txBody>
      </p:sp>
    </p:spTree>
    <p:extLst>
      <p:ext uri="{BB962C8B-B14F-4D97-AF65-F5344CB8AC3E}">
        <p14:creationId xmlns:p14="http://schemas.microsoft.com/office/powerpoint/2010/main" val="492080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7</a:t>
            </a:fld>
            <a:endParaRPr lang="en-US" dirty="0"/>
          </a:p>
        </p:txBody>
      </p:sp>
    </p:spTree>
    <p:extLst>
      <p:ext uri="{BB962C8B-B14F-4D97-AF65-F5344CB8AC3E}">
        <p14:creationId xmlns:p14="http://schemas.microsoft.com/office/powerpoint/2010/main" val="1573438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8</a:t>
            </a:fld>
            <a:endParaRPr lang="en-US" dirty="0"/>
          </a:p>
        </p:txBody>
      </p:sp>
    </p:spTree>
    <p:extLst>
      <p:ext uri="{BB962C8B-B14F-4D97-AF65-F5344CB8AC3E}">
        <p14:creationId xmlns:p14="http://schemas.microsoft.com/office/powerpoint/2010/main" val="795566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b="1" dirty="0"/>
              <a:t>ISO 27001: Requirements for Information Security Management Systems</a:t>
            </a:r>
          </a:p>
          <a:p>
            <a:pPr marL="0" indent="0">
              <a:buFont typeface="Arial" pitchFamily="34" charset="0"/>
              <a:buNone/>
            </a:pPr>
            <a:r>
              <a:rPr lang="en-US" dirty="0"/>
              <a:t>Section 14 addresses business continuity management.</a:t>
            </a:r>
          </a:p>
          <a:p>
            <a:pPr marL="0" indent="0">
              <a:buFont typeface="Arial" pitchFamily="34" charset="0"/>
              <a:buNone/>
            </a:pPr>
            <a:endParaRPr lang="en-US" dirty="0"/>
          </a:p>
          <a:p>
            <a:pPr marL="0" indent="0">
              <a:buFont typeface="Arial" pitchFamily="34" charset="0"/>
              <a:buNone/>
            </a:pPr>
            <a:r>
              <a:rPr lang="en-US" b="1" dirty="0"/>
              <a:t>NIST 800-34: Contingency Planning Guide for Information Technology Systems</a:t>
            </a:r>
          </a:p>
          <a:p>
            <a:pPr marL="0" indent="0">
              <a:buFont typeface="Arial" pitchFamily="34" charset="0"/>
              <a:buNone/>
            </a:pPr>
            <a:r>
              <a:rPr lang="en-US" dirty="0"/>
              <a:t>This contains a seven-step process for BCP and DRP projects from the U.S. National Institute for Standards and Technology (NIST).</a:t>
            </a:r>
          </a:p>
          <a:p>
            <a:pPr marL="0" indent="0">
              <a:buFont typeface="Arial" pitchFamily="34" charset="0"/>
              <a:buNone/>
            </a:pPr>
            <a:endParaRPr lang="en-US" dirty="0"/>
          </a:p>
          <a:p>
            <a:pPr marL="0" indent="0">
              <a:buFont typeface="Arial" pitchFamily="34" charset="0"/>
              <a:buNone/>
            </a:pPr>
            <a:r>
              <a:rPr lang="en-US" b="1" dirty="0"/>
              <a:t>NFPA 1600: Standard on Disaster/Emergency Management and Business Continuity Programs</a:t>
            </a:r>
          </a:p>
          <a:p>
            <a:pPr marL="0" indent="0">
              <a:buFont typeface="Arial" pitchFamily="34" charset="0"/>
              <a:buNone/>
            </a:pPr>
            <a:r>
              <a:rPr lang="en-US" dirty="0"/>
              <a:t>This is from the U.S. National Fire Protection Association.</a:t>
            </a:r>
          </a:p>
          <a:p>
            <a:pPr marL="0" indent="0">
              <a:buFont typeface="Arial" pitchFamily="34" charset="0"/>
              <a:buNone/>
            </a:pPr>
            <a:endParaRPr lang="en-US" dirty="0"/>
          </a:p>
          <a:p>
            <a:pPr marL="0" indent="0">
              <a:buFont typeface="Arial" pitchFamily="34" charset="0"/>
              <a:buNone/>
            </a:pPr>
            <a:r>
              <a:rPr lang="en-US" dirty="0"/>
              <a:t>These standards provide a good overview of what should be covered in any business continuity plan, and some, like NIST 800-34, are also applicable to disaster recovery plans. For the purposes of forensic examination, you don’t need to be an expert in disaster recovery—just a basic overview of the process is sufficient.</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9</a:t>
            </a:fld>
            <a:endParaRPr lang="en-US" dirty="0"/>
          </a:p>
        </p:txBody>
      </p:sp>
    </p:spTree>
    <p:extLst>
      <p:ext uri="{BB962C8B-B14F-4D97-AF65-F5344CB8AC3E}">
        <p14:creationId xmlns:p14="http://schemas.microsoft.com/office/powerpoint/2010/main" val="3255168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b="1" dirty="0"/>
              <a:t>ISO 27035</a:t>
            </a:r>
          </a:p>
          <a:p>
            <a:pPr marL="0" indent="0">
              <a:buFont typeface="Arial" pitchFamily="34" charset="0"/>
              <a:buNone/>
            </a:pPr>
            <a:r>
              <a:rPr lang="en-US" b="0" dirty="0"/>
              <a:t>This standard guides you in how to formulate an incident response plan. It requires a structured and planned approach to detect, report, and assess information security incidents; respond to and manage information security incidents; detect, assess, and manage information security vulnerabilities; and continuously improve information security and incident management as a result of managing incidents</a:t>
            </a:r>
          </a:p>
          <a:p>
            <a:pPr marL="0" indent="0">
              <a:buFont typeface="Arial" pitchFamily="34" charset="0"/>
              <a:buNone/>
            </a:pPr>
            <a:endParaRPr lang="en-US" b="1" dirty="0"/>
          </a:p>
          <a:p>
            <a:pPr marL="0" indent="0">
              <a:buFont typeface="Arial" pitchFamily="34" charset="0"/>
              <a:buNone/>
            </a:pPr>
            <a:r>
              <a:rPr lang="en-US" b="1" dirty="0"/>
              <a:t>NIST 800-61</a:t>
            </a:r>
          </a:p>
          <a:p>
            <a:pPr marL="0" indent="0">
              <a:buFont typeface="Arial" pitchFamily="34" charset="0"/>
              <a:buNone/>
            </a:pPr>
            <a:r>
              <a:rPr lang="en-US" b="0" dirty="0"/>
              <a:t>This standard also will help guide you in forming an incident response plan.</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10</a:t>
            </a:fld>
            <a:endParaRPr lang="en-US" dirty="0"/>
          </a:p>
        </p:txBody>
      </p:sp>
    </p:spTree>
    <p:extLst>
      <p:ext uri="{BB962C8B-B14F-4D97-AF65-F5344CB8AC3E}">
        <p14:creationId xmlns:p14="http://schemas.microsoft.com/office/powerpoint/2010/main" val="872478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r>
              <a:rPr lang="en-US" dirty="0"/>
              <a:t>Business impact analysis (BIA) is a process whereby the disaster recovery team contemplates likely disasters and what impact each would have on the organization.</a:t>
            </a:r>
          </a:p>
        </p:txBody>
      </p:sp>
      <p:sp>
        <p:nvSpPr>
          <p:cNvPr id="38916" name="Date Placeholder 3"/>
          <p:cNvSpPr>
            <a:spLocks noGrp="1"/>
          </p:cNvSpPr>
          <p:nvPr>
            <p:ph type="dt" sz="quarter" idx="1"/>
          </p:nvPr>
        </p:nvSpPr>
        <p:spPr>
          <a:noFill/>
        </p:spPr>
        <p:txBody>
          <a:bodyPr/>
          <a:lstStyle/>
          <a:p>
            <a:fld id="{319ABAD6-BEA1-44B9-90E4-6AC36BC0486E}" type="datetime1">
              <a:rPr lang="en-US" smtClean="0">
                <a:latin typeface="Times New Roman" pitchFamily="18" charset="0"/>
                <a:ea typeface="MS PGothic" pitchFamily="34" charset="-128"/>
              </a:rPr>
              <a:pPr/>
              <a:t>7/3/2017</a:t>
            </a:fld>
            <a:endParaRPr lang="en-US" dirty="0">
              <a:latin typeface="Times New Roman" pitchFamily="18" charset="0"/>
              <a:ea typeface="MS PGothic" pitchFamily="34" charset="-128"/>
            </a:endParaRPr>
          </a:p>
        </p:txBody>
      </p:sp>
      <p:sp>
        <p:nvSpPr>
          <p:cNvPr id="38917" name="Footer Placeholder 4"/>
          <p:cNvSpPr>
            <a:spLocks noGrp="1"/>
          </p:cNvSpPr>
          <p:nvPr>
            <p:ph type="ftr" sz="quarter" idx="4"/>
          </p:nvPr>
        </p:nvSpPr>
        <p:spPr>
          <a:xfrm>
            <a:off x="0" y="8829675"/>
            <a:ext cx="3038475" cy="465138"/>
          </a:xfrm>
          <a:prstGeom prst="rect">
            <a:avLst/>
          </a:prstGeom>
          <a:noFill/>
        </p:spPr>
        <p:txBody>
          <a:bodyPr/>
          <a:lstStyle/>
          <a:p>
            <a:r>
              <a:rPr lang="en-US" dirty="0">
                <a:latin typeface="Times New Roman" pitchFamily="18" charset="0"/>
                <a:ea typeface="MS PGothic" pitchFamily="34" charset="-128"/>
              </a:rPr>
              <a:t>(c) ITT Educational Services, Inc.</a:t>
            </a:r>
          </a:p>
        </p:txBody>
      </p:sp>
      <p:sp>
        <p:nvSpPr>
          <p:cNvPr id="38918" name="Slide Number Placeholder 5"/>
          <p:cNvSpPr>
            <a:spLocks noGrp="1"/>
          </p:cNvSpPr>
          <p:nvPr>
            <p:ph type="sldNum" sz="quarter" idx="5"/>
          </p:nvPr>
        </p:nvSpPr>
        <p:spPr>
          <a:noFill/>
        </p:spPr>
        <p:txBody>
          <a:bodyPr/>
          <a:lstStyle/>
          <a:p>
            <a:fld id="{39AE74F1-7011-44C5-8C3B-E5E3F681A701}" type="slidenum">
              <a:rPr lang="en-US" smtClean="0">
                <a:latin typeface="Times New Roman" pitchFamily="18" charset="0"/>
                <a:ea typeface="MS PGothic" pitchFamily="34" charset="-128"/>
              </a:rPr>
              <a:pPr/>
              <a:t>11</a:t>
            </a:fld>
            <a:endParaRPr lang="en-US" dirty="0">
              <a:latin typeface="Times New Roman" pitchFamily="18" charset="0"/>
              <a:ea typeface="MS PGothic" pitchFamily="34" charset="-128"/>
            </a:endParaRPr>
          </a:p>
        </p:txBody>
      </p:sp>
    </p:spTree>
    <p:extLst>
      <p:ext uri="{BB962C8B-B14F-4D97-AF65-F5344CB8AC3E}">
        <p14:creationId xmlns:p14="http://schemas.microsoft.com/office/powerpoint/2010/main" val="925442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12</a:t>
            </a:fld>
            <a:endParaRPr lang="en-US" dirty="0"/>
          </a:p>
        </p:txBody>
      </p:sp>
    </p:spTree>
    <p:extLst>
      <p:ext uri="{BB962C8B-B14F-4D97-AF65-F5344CB8AC3E}">
        <p14:creationId xmlns:p14="http://schemas.microsoft.com/office/powerpoint/2010/main" val="4160527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dirty="0"/>
              <a:t>Includes BCP and DRP</a:t>
            </a:r>
          </a:p>
          <a:p>
            <a:r>
              <a:rPr lang="en-US" sz="1200" dirty="0"/>
              <a:t>Based on priorities established in BIA</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13</a:t>
            </a:fld>
            <a:endParaRPr lang="en-US" dirty="0"/>
          </a:p>
        </p:txBody>
      </p:sp>
    </p:spTree>
    <p:extLst>
      <p:ext uri="{BB962C8B-B14F-4D97-AF65-F5344CB8AC3E}">
        <p14:creationId xmlns:p14="http://schemas.microsoft.com/office/powerpoint/2010/main" val="3036964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14</a:t>
            </a:fld>
            <a:endParaRPr lang="en-US" dirty="0"/>
          </a:p>
        </p:txBody>
      </p:sp>
    </p:spTree>
    <p:extLst>
      <p:ext uri="{BB962C8B-B14F-4D97-AF65-F5344CB8AC3E}">
        <p14:creationId xmlns:p14="http://schemas.microsoft.com/office/powerpoint/2010/main" val="3596401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If you perform only full backups, restore just the last backup.</a:t>
            </a:r>
          </a:p>
          <a:p>
            <a:pPr marL="0" indent="0">
              <a:buFont typeface="Arial" pitchFamily="34" charset="0"/>
              <a:buNone/>
            </a:pPr>
            <a:r>
              <a:rPr lang="en-US" dirty="0"/>
              <a:t>If your backup strategy includes differential or incremental backups, there will be additional backup data to restore.</a:t>
            </a:r>
          </a:p>
          <a:p>
            <a:pPr marL="0" indent="0">
              <a:buFont typeface="Arial" pitchFamily="34" charset="0"/>
              <a:buNone/>
            </a:pPr>
            <a:endParaRPr lang="en-US" dirty="0"/>
          </a:p>
          <a:p>
            <a:pPr marL="0" indent="0">
              <a:buFont typeface="Arial" pitchFamily="34" charset="0"/>
              <a:buNone/>
            </a:pPr>
            <a:r>
              <a:rPr lang="en-US" dirty="0"/>
              <a:t>HSM provides continuous online backup by using optical or tape “jukeboxes.” It appears as an infinite disk to the system, and can be configured to provide the closest version of an available, real-time backup.</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15</a:t>
            </a:fld>
            <a:endParaRPr lang="en-US" dirty="0"/>
          </a:p>
        </p:txBody>
      </p:sp>
    </p:spTree>
    <p:extLst>
      <p:ext uri="{BB962C8B-B14F-4D97-AF65-F5344CB8AC3E}">
        <p14:creationId xmlns:p14="http://schemas.microsoft.com/office/powerpoint/2010/main" val="1223298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16</a:t>
            </a:fld>
            <a:endParaRPr lang="en-US" dirty="0"/>
          </a:p>
        </p:txBody>
      </p:sp>
    </p:spTree>
    <p:extLst>
      <p:ext uri="{BB962C8B-B14F-4D97-AF65-F5344CB8AC3E}">
        <p14:creationId xmlns:p14="http://schemas.microsoft.com/office/powerpoint/2010/main" val="29373148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17</a:t>
            </a:fld>
            <a:endParaRPr lang="en-US" dirty="0"/>
          </a:p>
        </p:txBody>
      </p:sp>
    </p:spTree>
    <p:extLst>
      <p:ext uri="{BB962C8B-B14F-4D97-AF65-F5344CB8AC3E}">
        <p14:creationId xmlns:p14="http://schemas.microsoft.com/office/powerpoint/2010/main" val="2701237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 first step is always to limit the impact of the incident. This means keeping it from affecting more systems.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In the case of a virus, the strategy is to keep the virus from spreading. Have a policy in place that instructs users to disconnect their computers from the network and then call tech support if they suspect they have a virus. This contains the virus and prevents it from spreading further.</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containment path may not be as clear for other incidents. For example, how would you contain a situation where an intruder is getting into the web server? First, you would isolate the web server from the rest of the network. Then you would attempt to prevent further intrusion, perhaps by changing passwords throughout the organization, on the assumption that the intruder might have compromised passwords.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Although the specifics of containment might vary, the goal does not. Limit the spread of the incident as much as possible. This phase must occur first. </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18</a:t>
            </a:fld>
            <a:endParaRPr lang="en-US" dirty="0"/>
          </a:p>
        </p:txBody>
      </p:sp>
    </p:spTree>
    <p:extLst>
      <p:ext uri="{BB962C8B-B14F-4D97-AF65-F5344CB8AC3E}">
        <p14:creationId xmlns:p14="http://schemas.microsoft.com/office/powerpoint/2010/main" val="26930768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Once the incident is contained, the next step is to eradicate the problem. In the case of malware, the issue is simply to remove the malware. The approach is not as clear for other attacks. For example, if the incident is an intruder infiltrating the network via SQL injection, what does eradication entail? The first step is to fix whatever vulnerability allowed the intruder to get in in the first place. In the case of SQL injection, it would involve correcting the </a:t>
            </a:r>
            <a:r>
              <a:rPr lang="en-GB" sz="1200" kern="1200" dirty="0">
                <a:solidFill>
                  <a:schemeClr val="tx1"/>
                </a:solidFill>
                <a:effectLst/>
                <a:latin typeface="Times New Roman" pitchFamily="18" charset="0"/>
                <a:ea typeface="+mn-ea"/>
                <a:cs typeface="+mn-cs"/>
              </a:rPr>
              <a:t>vulnerabilities </a:t>
            </a:r>
            <a:r>
              <a:rPr lang="en-US" sz="1200" kern="1200" dirty="0">
                <a:solidFill>
                  <a:schemeClr val="tx1"/>
                </a:solidFill>
                <a:effectLst/>
                <a:latin typeface="Times New Roman" pitchFamily="18" charset="0"/>
                <a:ea typeface="+mn-ea"/>
                <a:cs typeface="+mn-cs"/>
              </a:rPr>
              <a:t>in the webpage that allowed this to occur.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Regardless of the particular incident, eradication needs to be thorough. This means a comprehensive examination of what occurred and how far it reached, to ensure that the issue was completely addressed.</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Forensics must begin at this stage. </a:t>
            </a:r>
            <a:r>
              <a:rPr lang="en-US" sz="1200" kern="1200" dirty="0">
                <a:solidFill>
                  <a:schemeClr val="tx1"/>
                </a:solidFill>
                <a:effectLst/>
                <a:latin typeface="Times New Roman" pitchFamily="18" charset="0"/>
                <a:ea typeface="+mn-ea"/>
                <a:cs typeface="+mn-cs"/>
              </a:rPr>
              <a:t>If the vulnerability is simply eradicated, evidence will likely be eradicated along with it. It is imperative that you begin collecting evidence prior to eradicating the vulnerability. This may involve performing the forensic investigation prior to taking any eradication steps. In some cases it may not be possible to keep the systems on hold in order to perform a full forensic investigation. If that is the case, image the drives involved so that a forensic investigation can be conducted at a later time.</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19</a:t>
            </a:fld>
            <a:endParaRPr lang="en-US" dirty="0"/>
          </a:p>
        </p:txBody>
      </p:sp>
    </p:spTree>
    <p:extLst>
      <p:ext uri="{BB962C8B-B14F-4D97-AF65-F5344CB8AC3E}">
        <p14:creationId xmlns:p14="http://schemas.microsoft.com/office/powerpoint/2010/main" val="448825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200" kern="1200" dirty="0">
                <a:solidFill>
                  <a:schemeClr val="tx1"/>
                </a:solidFill>
                <a:effectLst/>
                <a:latin typeface="Times New Roman" pitchFamily="18" charset="0"/>
                <a:ea typeface="+mn-ea"/>
                <a:cs typeface="+mn-cs"/>
              </a:rPr>
              <a:t>Recovery involves returning the affected systems to normal status. In the case of malware, that means ensuring the system is back in full working order with absolutely no presence of the malware. In many cases, this involves restoring software and data from a backup source that has been verified to be free from the malware infection.</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20</a:t>
            </a:fld>
            <a:endParaRPr lang="en-US" dirty="0"/>
          </a:p>
        </p:txBody>
      </p:sp>
    </p:spTree>
    <p:extLst>
      <p:ext uri="{BB962C8B-B14F-4D97-AF65-F5344CB8AC3E}">
        <p14:creationId xmlns:p14="http://schemas.microsoft.com/office/powerpoint/2010/main" val="249813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200" kern="1200" dirty="0">
                <a:solidFill>
                  <a:schemeClr val="tx1"/>
                </a:solidFill>
                <a:effectLst/>
                <a:latin typeface="Times New Roman" pitchFamily="18" charset="0"/>
                <a:ea typeface="+mn-ea"/>
                <a:cs typeface="+mn-cs"/>
              </a:rPr>
              <a:t>Forensics plays a critical role in this stage as well. The IT team must determine how this incident occurred and what steps can be taken to prevent the incident from reoccurring. Obviously, the results of the forensic examination are instrumental to the follow-up stage.</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21</a:t>
            </a:fld>
            <a:endParaRPr lang="en-US" dirty="0"/>
          </a:p>
        </p:txBody>
      </p:sp>
    </p:spTree>
    <p:extLst>
      <p:ext uri="{BB962C8B-B14F-4D97-AF65-F5344CB8AC3E}">
        <p14:creationId xmlns:p14="http://schemas.microsoft.com/office/powerpoint/2010/main" val="1744110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22</a:t>
            </a:fld>
            <a:endParaRPr lang="en-US" dirty="0"/>
          </a:p>
        </p:txBody>
      </p:sp>
    </p:spTree>
    <p:extLst>
      <p:ext uri="{BB962C8B-B14F-4D97-AF65-F5344CB8AC3E}">
        <p14:creationId xmlns:p14="http://schemas.microsoft.com/office/powerpoint/2010/main" val="2117908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A computer security incident is any event that violates an organization’s security policies. This includes computer security policies, acceptable use policies, or standard security practices.</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23</a:t>
            </a:fld>
            <a:endParaRPr lang="en-US" dirty="0"/>
          </a:p>
        </p:txBody>
      </p:sp>
    </p:spTree>
    <p:extLst>
      <p:ext uri="{BB962C8B-B14F-4D97-AF65-F5344CB8AC3E}">
        <p14:creationId xmlns:p14="http://schemas.microsoft.com/office/powerpoint/2010/main" val="2304778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200" dirty="0"/>
              <a:t>Regardless of incident details, evidence must be preserved.</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200" dirty="0"/>
          </a:p>
          <a:p>
            <a:pPr marL="0" indent="0">
              <a:buFont typeface="Arial" pitchFamily="34" charset="0"/>
              <a:buNone/>
            </a:pPr>
            <a:r>
              <a:rPr lang="en-US" dirty="0"/>
              <a:t>Organization might not have initially thought a</a:t>
            </a:r>
            <a:r>
              <a:rPr lang="en-US" baseline="0" dirty="0"/>
              <a:t> </a:t>
            </a:r>
            <a:r>
              <a:rPr lang="en-US" dirty="0"/>
              <a:t>crime was committed but further investigation reveals a criminal act did occur.</a:t>
            </a:r>
          </a:p>
          <a:p>
            <a:pPr marL="0" indent="0">
              <a:buFont typeface="Arial" pitchFamily="34" charset="0"/>
              <a:buNone/>
            </a:pPr>
            <a:endParaRPr lang="en-US" dirty="0"/>
          </a:p>
          <a:p>
            <a:pPr marL="0" indent="0">
              <a:buFont typeface="Arial" pitchFamily="34" charset="0"/>
              <a:buNone/>
            </a:pPr>
            <a:r>
              <a:rPr lang="en-US" dirty="0"/>
              <a:t>For example, a hard drive crash might initially be thought to be a normal failure of the device, but further examination uncovers malware that caused the hard drive to fail much sooner than it should have. If proper forensic procedures have not been followed, it may be impossible to prosecute or pursue civil litigation.</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24</a:t>
            </a:fld>
            <a:endParaRPr lang="en-US" dirty="0"/>
          </a:p>
        </p:txBody>
      </p:sp>
    </p:spTree>
    <p:extLst>
      <p:ext uri="{BB962C8B-B14F-4D97-AF65-F5344CB8AC3E}">
        <p14:creationId xmlns:p14="http://schemas.microsoft.com/office/powerpoint/2010/main" val="2573873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25</a:t>
            </a:fld>
            <a:endParaRPr lang="en-US" dirty="0"/>
          </a:p>
        </p:txBody>
      </p:sp>
    </p:spTree>
    <p:extLst>
      <p:ext uri="{BB962C8B-B14F-4D97-AF65-F5344CB8AC3E}">
        <p14:creationId xmlns:p14="http://schemas.microsoft.com/office/powerpoint/2010/main" val="4790001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5"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Text Box 6"/>
          <p:cNvSpPr txBox="1">
            <a:spLocks noChangeArrowheads="1"/>
          </p:cNvSpPr>
          <p:nvPr/>
        </p:nvSpPr>
        <p:spPr bwMode="auto">
          <a:xfrm>
            <a:off x="8382000" y="6496050"/>
            <a:ext cx="581025" cy="215900"/>
          </a:xfrm>
          <a:prstGeom prst="rect">
            <a:avLst/>
          </a:prstGeom>
          <a:noFill/>
          <a:ln>
            <a:noFill/>
          </a:ln>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C4F20969-4C03-463E-8346-60A56C879725}"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36813"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138" r:id="rId1"/>
    <p:sldLayoutId id="2147484137" r:id="rId2"/>
    <p:sldLayoutId id="2147484140"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053387" cy="3096232"/>
          </a:xfrm>
        </p:spPr>
        <p:txBody>
          <a:bodyPr/>
          <a:lstStyle/>
          <a:p>
            <a:pPr algn="ctr"/>
            <a:r>
              <a:rPr lang="en-US" sz="4000" b="1" dirty="0"/>
              <a:t>System Forensics, Investigation, and Response</a:t>
            </a:r>
          </a:p>
          <a:p>
            <a:pPr algn="ctr"/>
            <a:endParaRPr lang="en-US" b="1" dirty="0"/>
          </a:p>
          <a:p>
            <a:pPr algn="ctr"/>
            <a:r>
              <a:rPr lang="en-US" b="1" dirty="0"/>
              <a:t>Lesson 13</a:t>
            </a:r>
          </a:p>
          <a:p>
            <a:pPr algn="ctr"/>
            <a:r>
              <a:rPr lang="en-US" b="1" dirty="0"/>
              <a:t>Incident and Intrusion Response</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Learning Objective</a:t>
            </a:r>
          </a:p>
        </p:txBody>
      </p:sp>
      <p:sp>
        <p:nvSpPr>
          <p:cNvPr id="6147" name="Content Placeholder 2"/>
          <p:cNvSpPr>
            <a:spLocks noGrp="1"/>
          </p:cNvSpPr>
          <p:nvPr>
            <p:ph idx="1"/>
          </p:nvPr>
        </p:nvSpPr>
        <p:spPr>
          <a:xfrm>
            <a:off x="539750" y="1828800"/>
            <a:ext cx="8299450" cy="4326340"/>
          </a:xfrm>
        </p:spPr>
        <p:txBody>
          <a:bodyPr/>
          <a:lstStyle/>
          <a:p>
            <a:r>
              <a:rPr lang="en-US" sz="2800" dirty="0"/>
              <a:t>Describe incident and intrusion response.</a:t>
            </a:r>
          </a:p>
          <a:p>
            <a:pPr>
              <a:buFont typeface="Wingdings" pitchFamily="2" charset="2"/>
              <a:buNone/>
            </a:pPr>
            <a:endParaRPr lang="en-US" sz="1000" dirty="0"/>
          </a:p>
          <a:p>
            <a:pPr>
              <a:buFont typeface="Wingdings" pitchFamily="2" charset="2"/>
              <a:buNone/>
            </a:pPr>
            <a:endParaRPr lang="en-US" sz="3200" b="1" dirty="0"/>
          </a:p>
          <a:p>
            <a:endParaRPr lang="en-US" sz="28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Key Concepts</a:t>
            </a:r>
          </a:p>
        </p:txBody>
      </p:sp>
      <p:sp>
        <p:nvSpPr>
          <p:cNvPr id="6147" name="Content Placeholder 2"/>
          <p:cNvSpPr>
            <a:spLocks noGrp="1"/>
          </p:cNvSpPr>
          <p:nvPr>
            <p:ph idx="1"/>
          </p:nvPr>
        </p:nvSpPr>
        <p:spPr>
          <a:xfrm>
            <a:off x="539750" y="1828800"/>
            <a:ext cx="8299450" cy="4326340"/>
          </a:xfrm>
        </p:spPr>
        <p:txBody>
          <a:bodyPr/>
          <a:lstStyle/>
          <a:p>
            <a:r>
              <a:rPr lang="en-US" sz="2800" dirty="0"/>
              <a:t>Disaster recovery</a:t>
            </a:r>
          </a:p>
          <a:p>
            <a:r>
              <a:rPr lang="en-US" sz="2800" dirty="0"/>
              <a:t>Evidence preservation</a:t>
            </a:r>
          </a:p>
          <a:p>
            <a:r>
              <a:rPr lang="en-US" sz="2800" dirty="0"/>
              <a:t>How to integrate forensics to incident response</a:t>
            </a:r>
          </a:p>
          <a:p>
            <a:pPr>
              <a:buFont typeface="Wingdings" pitchFamily="2" charset="2"/>
              <a:buNone/>
            </a:pPr>
            <a:endParaRPr lang="en-US" sz="3200" b="1" dirty="0"/>
          </a:p>
          <a:p>
            <a:endParaRPr lang="en-US" sz="2800" dirty="0"/>
          </a:p>
        </p:txBody>
      </p:sp>
    </p:spTree>
    <p:extLst>
      <p:ext uri="{BB962C8B-B14F-4D97-AF65-F5344CB8AC3E}">
        <p14:creationId xmlns:p14="http://schemas.microsoft.com/office/powerpoint/2010/main" val="17353184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What Is Disaster Recovery?</a:t>
            </a:r>
          </a:p>
        </p:txBody>
      </p:sp>
      <p:sp>
        <p:nvSpPr>
          <p:cNvPr id="9219" name="Content Placeholder 2"/>
          <p:cNvSpPr>
            <a:spLocks noGrp="1"/>
          </p:cNvSpPr>
          <p:nvPr>
            <p:ph idx="1"/>
          </p:nvPr>
        </p:nvSpPr>
        <p:spPr>
          <a:xfrm>
            <a:off x="539750" y="1255594"/>
            <a:ext cx="8299450" cy="4465756"/>
          </a:xfrm>
        </p:spPr>
        <p:txBody>
          <a:bodyPr/>
          <a:lstStyle/>
          <a:p>
            <a:r>
              <a:rPr lang="en-US" sz="2800" dirty="0"/>
              <a:t>Steps taken after an information technology-related disaster to restore operations</a:t>
            </a:r>
          </a:p>
          <a:p>
            <a:r>
              <a:rPr lang="en-US" sz="2800" dirty="0"/>
              <a:t>Forensic techniques may be best method for determining what caused the disaster and for avoiding a repeat of it</a:t>
            </a:r>
          </a:p>
          <a:p>
            <a:r>
              <a:rPr lang="en-US" sz="2800" dirty="0"/>
              <a:t>Forensic process begins once an incident has been discovered</a:t>
            </a:r>
          </a:p>
          <a:p>
            <a:pPr lvl="1"/>
            <a:r>
              <a:rPr lang="en-US" sz="2800" dirty="0"/>
              <a:t>Is not fully underway until after the disaster or incident is contained</a:t>
            </a:r>
          </a:p>
        </p:txBody>
      </p:sp>
    </p:spTree>
    <p:extLst>
      <p:ext uri="{BB962C8B-B14F-4D97-AF65-F5344CB8AC3E}">
        <p14:creationId xmlns:p14="http://schemas.microsoft.com/office/powerpoint/2010/main" val="118368480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Incident Response Plan</a:t>
            </a:r>
          </a:p>
        </p:txBody>
      </p:sp>
      <p:sp>
        <p:nvSpPr>
          <p:cNvPr id="9219" name="Content Placeholder 2"/>
          <p:cNvSpPr>
            <a:spLocks noGrp="1"/>
          </p:cNvSpPr>
          <p:nvPr>
            <p:ph idx="1"/>
          </p:nvPr>
        </p:nvSpPr>
        <p:spPr>
          <a:xfrm>
            <a:off x="539750" y="1255594"/>
            <a:ext cx="8299450" cy="4465756"/>
          </a:xfrm>
        </p:spPr>
        <p:txBody>
          <a:bodyPr/>
          <a:lstStyle/>
          <a:p>
            <a:r>
              <a:rPr lang="en-US" sz="3200" dirty="0"/>
              <a:t>In place to respond to:</a:t>
            </a:r>
          </a:p>
          <a:p>
            <a:pPr lvl="1"/>
            <a:r>
              <a:rPr lang="en-US" sz="2600" dirty="0"/>
              <a:t>Fire</a:t>
            </a:r>
          </a:p>
          <a:p>
            <a:pPr lvl="1"/>
            <a:r>
              <a:rPr lang="en-US" sz="2600" dirty="0"/>
              <a:t>Flood</a:t>
            </a:r>
          </a:p>
          <a:p>
            <a:pPr lvl="1"/>
            <a:r>
              <a:rPr lang="en-US" sz="2600" dirty="0"/>
              <a:t>Hurricane</a:t>
            </a:r>
          </a:p>
          <a:p>
            <a:pPr lvl="1"/>
            <a:r>
              <a:rPr lang="en-US" sz="2600" dirty="0"/>
              <a:t>Tornado</a:t>
            </a:r>
          </a:p>
          <a:p>
            <a:pPr lvl="1"/>
            <a:r>
              <a:rPr lang="en-US" sz="2600" dirty="0"/>
              <a:t>Hard drive failure</a:t>
            </a:r>
          </a:p>
          <a:p>
            <a:pPr lvl="1"/>
            <a:r>
              <a:rPr lang="en-US" sz="2600" dirty="0"/>
              <a:t>Network outage</a:t>
            </a:r>
          </a:p>
          <a:p>
            <a:pPr lvl="1"/>
            <a:r>
              <a:rPr lang="en-US" sz="2600" dirty="0"/>
              <a:t>Malware infection</a:t>
            </a:r>
          </a:p>
          <a:p>
            <a:pPr lvl="1"/>
            <a:r>
              <a:rPr lang="en-US" sz="2600" dirty="0"/>
              <a:t>Data theft or deletion</a:t>
            </a:r>
          </a:p>
          <a:p>
            <a:pPr lvl="1"/>
            <a:r>
              <a:rPr lang="en-US" sz="2600" dirty="0"/>
              <a:t>Intrusion</a:t>
            </a:r>
          </a:p>
        </p:txBody>
      </p:sp>
      <p:pic>
        <p:nvPicPr>
          <p:cNvPr id="4" name="Picture 5" descr="C:\Users\User1\AppData\Local\Microsoft\Windows\Temporary Internet Files\Content.IE5\0Y8HGQVO\MC900160558[1].wmf"/>
          <p:cNvPicPr>
            <a:picLocks noChangeAspect="1" noChangeArrowheads="1"/>
          </p:cNvPicPr>
          <p:nvPr/>
        </p:nvPicPr>
        <p:blipFill>
          <a:blip r:embed="rId3" cstate="print"/>
          <a:srcRect/>
          <a:stretch>
            <a:fillRect/>
          </a:stretch>
        </p:blipFill>
        <p:spPr bwMode="auto">
          <a:xfrm>
            <a:off x="6264795" y="1773309"/>
            <a:ext cx="2289294" cy="2054177"/>
          </a:xfrm>
          <a:prstGeom prst="rect">
            <a:avLst/>
          </a:prstGeom>
          <a:noFill/>
          <a:ln w="9525">
            <a:noFill/>
            <a:miter lim="800000"/>
            <a:headEnd/>
            <a:tailEnd/>
          </a:ln>
        </p:spPr>
      </p:pic>
      <p:pic>
        <p:nvPicPr>
          <p:cNvPr id="1026" name="Picture 2" descr="C:\Users\Kim\AppData\Local\Microsoft\Windows\Temporary Internet Files\Content.IE5\EI0U9W1P\MC900299165[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36503" y="4117738"/>
            <a:ext cx="1534363" cy="18114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Kim\AppData\Local\Microsoft\Windows\Temporary Internet Files\Content.IE5\1Q3Z20ZF\MC900433875[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6223" y="3074272"/>
            <a:ext cx="1828572" cy="1828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97119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3400" dirty="0">
                <a:solidFill>
                  <a:schemeClr val="tx2"/>
                </a:solidFill>
              </a:rPr>
              <a:t>Business Continuity, Incident Response, and Disaster Recovery</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701735927"/>
              </p:ext>
            </p:extLst>
          </p:nvPr>
        </p:nvGraphicFramePr>
        <p:xfrm>
          <a:off x="-1057038" y="1636595"/>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ight Arrow 3"/>
          <p:cNvSpPr/>
          <p:nvPr/>
        </p:nvSpPr>
        <p:spPr bwMode="auto">
          <a:xfrm>
            <a:off x="5349922" y="3343701"/>
            <a:ext cx="1228299" cy="600502"/>
          </a:xfrm>
          <a:prstGeom prst="rightArrow">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6" name="Rectangle 5"/>
          <p:cNvSpPr/>
          <p:nvPr/>
        </p:nvSpPr>
        <p:spPr bwMode="auto">
          <a:xfrm>
            <a:off x="6741990" y="3207226"/>
            <a:ext cx="1733265" cy="887104"/>
          </a:xfrm>
          <a:prstGeom prst="rect">
            <a:avLst/>
          </a:prstGeom>
          <a:solidFill>
            <a:srgbClr val="ED6E2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Digital forensics</a:t>
            </a:r>
          </a:p>
        </p:txBody>
      </p:sp>
    </p:spTree>
    <p:extLst>
      <p:ext uri="{BB962C8B-B14F-4D97-AF65-F5344CB8AC3E}">
        <p14:creationId xmlns:p14="http://schemas.microsoft.com/office/powerpoint/2010/main" val="24995514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Types of Plans</a:t>
            </a:r>
          </a:p>
        </p:txBody>
      </p:sp>
      <p:sp>
        <p:nvSpPr>
          <p:cNvPr id="9219" name="Content Placeholder 2"/>
          <p:cNvSpPr>
            <a:spLocks noGrp="1"/>
          </p:cNvSpPr>
          <p:nvPr>
            <p:ph idx="1"/>
          </p:nvPr>
        </p:nvSpPr>
        <p:spPr>
          <a:xfrm>
            <a:off x="539750" y="1255594"/>
            <a:ext cx="8299450" cy="4465756"/>
          </a:xfrm>
        </p:spPr>
        <p:txBody>
          <a:bodyPr/>
          <a:lstStyle/>
          <a:p>
            <a:r>
              <a:rPr lang="en-US" sz="3200" dirty="0"/>
              <a:t>Business continuity plan (BCP)</a:t>
            </a:r>
          </a:p>
          <a:p>
            <a:pPr lvl="1"/>
            <a:r>
              <a:rPr lang="en-US" sz="3000" dirty="0"/>
              <a:t>Focuses on keeping an organization functioning as well as possible until a full recovery can be made</a:t>
            </a:r>
            <a:endParaRPr lang="en-US" sz="3200" dirty="0"/>
          </a:p>
          <a:p>
            <a:r>
              <a:rPr lang="en-US" sz="3200" dirty="0"/>
              <a:t>Disaster recovery plan (DRP)</a:t>
            </a:r>
          </a:p>
          <a:p>
            <a:pPr lvl="1"/>
            <a:r>
              <a:rPr lang="en-US" sz="2800" dirty="0"/>
              <a:t>Focuses on executing a full recovery to normal operations</a:t>
            </a:r>
          </a:p>
          <a:p>
            <a:pPr lvl="1"/>
            <a:r>
              <a:rPr lang="en-US" sz="2800" dirty="0"/>
              <a:t>Sometimes referred to as an incident response plan (IRP)</a:t>
            </a:r>
          </a:p>
          <a:p>
            <a:endParaRPr lang="en-US" sz="3000" dirty="0"/>
          </a:p>
        </p:txBody>
      </p:sp>
    </p:spTree>
    <p:extLst>
      <p:ext uri="{BB962C8B-B14F-4D97-AF65-F5344CB8AC3E}">
        <p14:creationId xmlns:p14="http://schemas.microsoft.com/office/powerpoint/2010/main" val="416857510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Types of Plans (Cont.)</a:t>
            </a:r>
          </a:p>
        </p:txBody>
      </p:sp>
      <p:sp>
        <p:nvSpPr>
          <p:cNvPr id="9219" name="Content Placeholder 2"/>
          <p:cNvSpPr>
            <a:spLocks noGrp="1"/>
          </p:cNvSpPr>
          <p:nvPr>
            <p:ph idx="1"/>
          </p:nvPr>
        </p:nvSpPr>
        <p:spPr>
          <a:xfrm>
            <a:off x="539750" y="1255594"/>
            <a:ext cx="8299450" cy="4465756"/>
          </a:xfrm>
        </p:spPr>
        <p:txBody>
          <a:bodyPr/>
          <a:lstStyle/>
          <a:p>
            <a:r>
              <a:rPr lang="en-US" sz="3200" dirty="0"/>
              <a:t>In other words:</a:t>
            </a:r>
          </a:p>
          <a:p>
            <a:pPr lvl="1"/>
            <a:r>
              <a:rPr lang="en-US" sz="2800" b="1" dirty="0"/>
              <a:t>BCP</a:t>
            </a:r>
            <a:r>
              <a:rPr lang="en-US" sz="2800" dirty="0"/>
              <a:t> concerned with </a:t>
            </a:r>
            <a:r>
              <a:rPr lang="en-US" sz="2800" b="1" dirty="0">
                <a:solidFill>
                  <a:srgbClr val="ED6E2E"/>
                </a:solidFill>
              </a:rPr>
              <a:t>maintaining at least minimal operations</a:t>
            </a:r>
            <a:r>
              <a:rPr lang="en-US" sz="2800" dirty="0"/>
              <a:t> until organization can be returned to full functionality</a:t>
            </a:r>
          </a:p>
          <a:p>
            <a:pPr lvl="1"/>
            <a:r>
              <a:rPr lang="en-US" sz="2800" b="1" dirty="0"/>
              <a:t>DRP</a:t>
            </a:r>
            <a:r>
              <a:rPr lang="en-US" sz="2800" dirty="0"/>
              <a:t> focuses on </a:t>
            </a:r>
            <a:r>
              <a:rPr lang="en-US" sz="2800" b="1" dirty="0">
                <a:solidFill>
                  <a:srgbClr val="ED6E2E"/>
                </a:solidFill>
              </a:rPr>
              <a:t>returning to full functionality</a:t>
            </a:r>
          </a:p>
        </p:txBody>
      </p:sp>
    </p:spTree>
    <p:extLst>
      <p:ext uri="{BB962C8B-B14F-4D97-AF65-F5344CB8AC3E}">
        <p14:creationId xmlns:p14="http://schemas.microsoft.com/office/powerpoint/2010/main" val="118368480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Federal Standards for BCPs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57992559"/>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368480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Federal Standards for BCPs (Cont.)</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22125249"/>
              </p:ext>
            </p:extLst>
          </p:nvPr>
        </p:nvGraphicFramePr>
        <p:xfrm>
          <a:off x="539750" y="2086708"/>
          <a:ext cx="8299450" cy="38568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498591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9750" y="304800"/>
            <a:ext cx="8299450" cy="476250"/>
          </a:xfrm>
        </p:spPr>
        <p:txBody>
          <a:bodyPr/>
          <a:lstStyle/>
          <a:p>
            <a:r>
              <a:rPr lang="en-US" sz="4000" dirty="0">
                <a:solidFill>
                  <a:schemeClr val="tx2"/>
                </a:solidFill>
              </a:rPr>
              <a:t>Business Impact Analysis (BIA)</a:t>
            </a:r>
            <a:endParaRPr lang="en-US" sz="3600" dirty="0">
              <a:solidFill>
                <a:schemeClr val="tx2"/>
              </a:solidFill>
            </a:endParaRPr>
          </a:p>
        </p:txBody>
      </p:sp>
      <p:sp>
        <p:nvSpPr>
          <p:cNvPr id="15363" name="Content Placeholder 2"/>
          <p:cNvSpPr>
            <a:spLocks noGrp="1"/>
          </p:cNvSpPr>
          <p:nvPr>
            <p:ph idx="1"/>
          </p:nvPr>
        </p:nvSpPr>
        <p:spPr>
          <a:xfrm>
            <a:off x="539750" y="1069975"/>
            <a:ext cx="8299450" cy="4414838"/>
          </a:xfrm>
        </p:spPr>
        <p:txBody>
          <a:bodyPr/>
          <a:lstStyle/>
          <a:p>
            <a:r>
              <a:rPr lang="en-US" sz="3200" dirty="0"/>
              <a:t>A study that identifies the effects a disaster would have on business and IT functions</a:t>
            </a:r>
          </a:p>
          <a:p>
            <a:pPr lvl="1"/>
            <a:r>
              <a:rPr lang="en-US" sz="3000" dirty="0"/>
              <a:t>Studies include interviews, surveys, meetings, and so on</a:t>
            </a:r>
          </a:p>
          <a:p>
            <a:r>
              <a:rPr lang="en-US" sz="3200" dirty="0"/>
              <a:t>Identifies the priority of different critical systems</a:t>
            </a:r>
          </a:p>
          <a:p>
            <a:r>
              <a:rPr lang="en-US" sz="3200" dirty="0"/>
              <a:t>Considers maximum tolerable downtime (MTD) </a:t>
            </a:r>
          </a:p>
        </p:txBody>
      </p:sp>
    </p:spTree>
    <p:extLst>
      <p:ext uri="{BB962C8B-B14F-4D97-AF65-F5344CB8AC3E}">
        <p14:creationId xmlns:p14="http://schemas.microsoft.com/office/powerpoint/2010/main" val="906764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Maximum Tolerable Downtime (MTD) </a:t>
            </a:r>
          </a:p>
        </p:txBody>
      </p:sp>
      <p:sp>
        <p:nvSpPr>
          <p:cNvPr id="9219" name="Content Placeholder 2"/>
          <p:cNvSpPr>
            <a:spLocks noGrp="1"/>
          </p:cNvSpPr>
          <p:nvPr>
            <p:ph idx="1"/>
          </p:nvPr>
        </p:nvSpPr>
        <p:spPr>
          <a:xfrm>
            <a:off x="539750" y="1705970"/>
            <a:ext cx="8299450" cy="4015380"/>
          </a:xfrm>
        </p:spPr>
        <p:txBody>
          <a:bodyPr/>
          <a:lstStyle/>
          <a:p>
            <a:r>
              <a:rPr lang="en-US" sz="2800" dirty="0"/>
              <a:t>A measure of how long a system or systems can be down before it is impossible for the organization to recover</a:t>
            </a:r>
          </a:p>
          <a:p>
            <a:r>
              <a:rPr lang="en-US" sz="2800" dirty="0"/>
              <a:t>Related to:</a:t>
            </a:r>
          </a:p>
          <a:p>
            <a:pPr lvl="1"/>
            <a:r>
              <a:rPr lang="en-US" sz="2600" dirty="0"/>
              <a:t>Mean time to repair (MTTR) – The average time it takes to repair an item</a:t>
            </a:r>
          </a:p>
          <a:p>
            <a:pPr lvl="1"/>
            <a:r>
              <a:rPr lang="en-US" sz="2600" dirty="0"/>
              <a:t>Mean time to failure (MTTF) – The amount of time, on average, before a given device is likely to fail through normal use</a:t>
            </a:r>
          </a:p>
        </p:txBody>
      </p:sp>
    </p:spTree>
    <p:extLst>
      <p:ext uri="{BB962C8B-B14F-4D97-AF65-F5344CB8AC3E}">
        <p14:creationId xmlns:p14="http://schemas.microsoft.com/office/powerpoint/2010/main" val="314520923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Recovery Plan</a:t>
            </a:r>
          </a:p>
        </p:txBody>
      </p:sp>
      <p:graphicFrame>
        <p:nvGraphicFramePr>
          <p:cNvPr id="2" name="Diagram 1"/>
          <p:cNvGraphicFramePr/>
          <p:nvPr>
            <p:extLst>
              <p:ext uri="{D42A27DB-BD31-4B8C-83A1-F6EECF244321}">
                <p14:modId xmlns:p14="http://schemas.microsoft.com/office/powerpoint/2010/main" val="3316908263"/>
              </p:ext>
            </p:extLst>
          </p:nvPr>
        </p:nvGraphicFramePr>
        <p:xfrm>
          <a:off x="746077" y="1456517"/>
          <a:ext cx="7988489" cy="4608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229489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Recovery Plan (cont.)</a:t>
            </a:r>
          </a:p>
        </p:txBody>
      </p:sp>
      <p:sp>
        <p:nvSpPr>
          <p:cNvPr id="9219" name="Content Placeholder 2"/>
          <p:cNvSpPr>
            <a:spLocks noGrp="1"/>
          </p:cNvSpPr>
          <p:nvPr>
            <p:ph idx="1"/>
          </p:nvPr>
        </p:nvSpPr>
        <p:spPr>
          <a:xfrm>
            <a:off x="539750" y="1255594"/>
            <a:ext cx="8299450" cy="4465756"/>
          </a:xfrm>
        </p:spPr>
        <p:txBody>
          <a:bodyPr/>
          <a:lstStyle/>
          <a:p>
            <a:pPr marL="514350" indent="-514350">
              <a:buFont typeface="+mj-lt"/>
              <a:buAutoNum type="arabicPeriod"/>
            </a:pPr>
            <a:r>
              <a:rPr lang="en-US" sz="3000" dirty="0"/>
              <a:t>Alternate equipment identified?</a:t>
            </a:r>
          </a:p>
          <a:p>
            <a:pPr marL="514350" indent="-514350">
              <a:buFont typeface="+mj-lt"/>
              <a:buAutoNum type="arabicPeriod"/>
            </a:pPr>
            <a:r>
              <a:rPr lang="en-US" sz="3000" dirty="0"/>
              <a:t>Alternate facilities identified?</a:t>
            </a:r>
          </a:p>
          <a:p>
            <a:pPr marL="514350" indent="-514350">
              <a:buFont typeface="+mj-lt"/>
              <a:buAutoNum type="arabicPeriod"/>
            </a:pPr>
            <a:r>
              <a:rPr lang="en-US" sz="3000" dirty="0"/>
              <a:t>Mechanism in place for contacting all affected parties, employees, vendors, customers, and contractors, even if primary means of communication are down?</a:t>
            </a:r>
          </a:p>
          <a:p>
            <a:pPr marL="514350" indent="-514350">
              <a:buFont typeface="+mj-lt"/>
              <a:buAutoNum type="arabicPeriod"/>
            </a:pPr>
            <a:r>
              <a:rPr lang="en-US" sz="3000" dirty="0"/>
              <a:t>Off-site backup of the data exists?</a:t>
            </a:r>
          </a:p>
          <a:p>
            <a:pPr marL="514350" indent="-514350">
              <a:buFont typeface="+mj-lt"/>
              <a:buAutoNum type="arabicPeriod"/>
            </a:pPr>
            <a:r>
              <a:rPr lang="en-US" sz="3000" dirty="0"/>
              <a:t>Can backup be readily retrieved and restored?</a:t>
            </a:r>
          </a:p>
        </p:txBody>
      </p:sp>
    </p:spTree>
    <p:extLst>
      <p:ext uri="{BB962C8B-B14F-4D97-AF65-F5344CB8AC3E}">
        <p14:creationId xmlns:p14="http://schemas.microsoft.com/office/powerpoint/2010/main" val="235358555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Types of Backups</a:t>
            </a:r>
          </a:p>
        </p:txBody>
      </p:sp>
      <p:sp>
        <p:nvSpPr>
          <p:cNvPr id="9219" name="Content Placeholder 2"/>
          <p:cNvSpPr>
            <a:spLocks noGrp="1"/>
          </p:cNvSpPr>
          <p:nvPr>
            <p:ph idx="1"/>
          </p:nvPr>
        </p:nvSpPr>
        <p:spPr>
          <a:xfrm>
            <a:off x="539750" y="1255594"/>
            <a:ext cx="8299450" cy="4465756"/>
          </a:xfrm>
        </p:spPr>
        <p:txBody>
          <a:bodyPr/>
          <a:lstStyle/>
          <a:p>
            <a:r>
              <a:rPr lang="en-US" sz="3200" dirty="0"/>
              <a:t>Full – All changes</a:t>
            </a:r>
          </a:p>
          <a:p>
            <a:r>
              <a:rPr lang="en-US" sz="3200" dirty="0"/>
              <a:t>Differential – All changes since the last full backup</a:t>
            </a:r>
          </a:p>
          <a:p>
            <a:r>
              <a:rPr lang="en-US" sz="3200" dirty="0"/>
              <a:t>Incremental – All changes since the last backup of any type</a:t>
            </a:r>
          </a:p>
          <a:p>
            <a:endParaRPr lang="en-US" sz="3200" dirty="0"/>
          </a:p>
          <a:p>
            <a:r>
              <a:rPr lang="en-US" sz="3200" dirty="0"/>
              <a:t>Hierarchical storage management (HSM) – Continuous backup</a:t>
            </a:r>
          </a:p>
          <a:p>
            <a:pPr marL="0" indent="0">
              <a:buNone/>
            </a:pPr>
            <a:endParaRPr lang="en-US" sz="3000" dirty="0"/>
          </a:p>
        </p:txBody>
      </p:sp>
    </p:spTree>
    <p:extLst>
      <p:ext uri="{BB962C8B-B14F-4D97-AF65-F5344CB8AC3E}">
        <p14:creationId xmlns:p14="http://schemas.microsoft.com/office/powerpoint/2010/main" val="323089501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Post-Recovery Follow-Up</a:t>
            </a:r>
          </a:p>
        </p:txBody>
      </p:sp>
      <p:sp>
        <p:nvSpPr>
          <p:cNvPr id="9219" name="Content Placeholder 2"/>
          <p:cNvSpPr>
            <a:spLocks noGrp="1"/>
          </p:cNvSpPr>
          <p:nvPr>
            <p:ph idx="1"/>
          </p:nvPr>
        </p:nvSpPr>
        <p:spPr>
          <a:xfrm>
            <a:off x="539750" y="1255594"/>
            <a:ext cx="8299450" cy="4465756"/>
          </a:xfrm>
        </p:spPr>
        <p:txBody>
          <a:bodyPr/>
          <a:lstStyle/>
          <a:p>
            <a:r>
              <a:rPr lang="en-US" sz="3200" dirty="0"/>
              <a:t>After recovery, find out </a:t>
            </a:r>
            <a:r>
              <a:rPr lang="en-US" sz="3200" b="1" dirty="0">
                <a:solidFill>
                  <a:srgbClr val="ED6E2E"/>
                </a:solidFill>
              </a:rPr>
              <a:t>what</a:t>
            </a:r>
            <a:r>
              <a:rPr lang="en-US" sz="3200" dirty="0"/>
              <a:t> happened and </a:t>
            </a:r>
            <a:r>
              <a:rPr lang="en-US" sz="3200" b="1" dirty="0">
                <a:solidFill>
                  <a:srgbClr val="ED6E2E"/>
                </a:solidFill>
              </a:rPr>
              <a:t>why</a:t>
            </a:r>
            <a:r>
              <a:rPr lang="en-US" sz="3200" dirty="0"/>
              <a:t> (involves forensics):</a:t>
            </a:r>
          </a:p>
          <a:p>
            <a:pPr lvl="1"/>
            <a:r>
              <a:rPr lang="en-US" sz="3000" dirty="0"/>
              <a:t>Was disaster caused by some weakness in the system?</a:t>
            </a:r>
          </a:p>
          <a:p>
            <a:pPr lvl="1"/>
            <a:r>
              <a:rPr lang="en-US" sz="3000" dirty="0"/>
              <a:t>Negligence by an individual?</a:t>
            </a:r>
          </a:p>
          <a:p>
            <a:pPr lvl="1"/>
            <a:r>
              <a:rPr lang="en-US" sz="3000" dirty="0"/>
              <a:t>A gap in policy?</a:t>
            </a:r>
          </a:p>
          <a:p>
            <a:pPr lvl="1"/>
            <a:r>
              <a:rPr lang="en-US" sz="3000" dirty="0"/>
              <a:t>An intentional act?</a:t>
            </a:r>
          </a:p>
        </p:txBody>
      </p:sp>
    </p:spTree>
    <p:extLst>
      <p:ext uri="{BB962C8B-B14F-4D97-AF65-F5344CB8AC3E}">
        <p14:creationId xmlns:p14="http://schemas.microsoft.com/office/powerpoint/2010/main" val="255606691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Incident Response</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103625858"/>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6948716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Containment</a:t>
            </a:r>
          </a:p>
        </p:txBody>
      </p:sp>
      <p:sp>
        <p:nvSpPr>
          <p:cNvPr id="9219" name="Content Placeholder 2"/>
          <p:cNvSpPr>
            <a:spLocks noGrp="1"/>
          </p:cNvSpPr>
          <p:nvPr>
            <p:ph idx="1"/>
          </p:nvPr>
        </p:nvSpPr>
        <p:spPr>
          <a:xfrm>
            <a:off x="539750" y="1255594"/>
            <a:ext cx="8299450" cy="4465756"/>
          </a:xfrm>
        </p:spPr>
        <p:txBody>
          <a:bodyPr/>
          <a:lstStyle/>
          <a:p>
            <a:r>
              <a:rPr lang="en-US" sz="3200" dirty="0"/>
              <a:t>Limit the incident</a:t>
            </a:r>
          </a:p>
          <a:p>
            <a:r>
              <a:rPr lang="en-US" sz="3200" dirty="0"/>
              <a:t>Prevent it from affecting more systems</a:t>
            </a:r>
          </a:p>
        </p:txBody>
      </p:sp>
    </p:spTree>
    <p:extLst>
      <p:ext uri="{BB962C8B-B14F-4D97-AF65-F5344CB8AC3E}">
        <p14:creationId xmlns:p14="http://schemas.microsoft.com/office/powerpoint/2010/main" val="86948716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Eradication</a:t>
            </a:r>
          </a:p>
        </p:txBody>
      </p:sp>
      <p:sp>
        <p:nvSpPr>
          <p:cNvPr id="9219" name="Content Placeholder 2"/>
          <p:cNvSpPr>
            <a:spLocks noGrp="1"/>
          </p:cNvSpPr>
          <p:nvPr>
            <p:ph idx="1"/>
          </p:nvPr>
        </p:nvSpPr>
        <p:spPr>
          <a:xfrm>
            <a:off x="539750" y="1255594"/>
            <a:ext cx="8299450" cy="4465756"/>
          </a:xfrm>
        </p:spPr>
        <p:txBody>
          <a:bodyPr/>
          <a:lstStyle/>
          <a:p>
            <a:r>
              <a:rPr lang="en-US" sz="3200" dirty="0"/>
              <a:t>Fix vulnerabilities</a:t>
            </a:r>
            <a:endParaRPr lang="en-US" sz="3000" dirty="0"/>
          </a:p>
          <a:p>
            <a:pPr lvl="1"/>
            <a:r>
              <a:rPr lang="en-US" sz="3000" dirty="0"/>
              <a:t>Example: Remove the malware</a:t>
            </a:r>
          </a:p>
          <a:p>
            <a:r>
              <a:rPr lang="en-US" sz="3200" dirty="0"/>
              <a:t>Perform comprehensive examination of what occurred and how far it reached</a:t>
            </a:r>
          </a:p>
          <a:p>
            <a:r>
              <a:rPr lang="en-US" sz="3200" dirty="0"/>
              <a:t>Ensure that the issue was completely addressed</a:t>
            </a:r>
          </a:p>
          <a:p>
            <a:endParaRPr lang="en-US" sz="3200" dirty="0"/>
          </a:p>
          <a:p>
            <a:r>
              <a:rPr lang="en-US" sz="3200" dirty="0"/>
              <a:t>Forensics begins at this stage</a:t>
            </a:r>
          </a:p>
          <a:p>
            <a:endParaRPr lang="en-US" sz="3200" dirty="0"/>
          </a:p>
        </p:txBody>
      </p:sp>
    </p:spTree>
    <p:extLst>
      <p:ext uri="{BB962C8B-B14F-4D97-AF65-F5344CB8AC3E}">
        <p14:creationId xmlns:p14="http://schemas.microsoft.com/office/powerpoint/2010/main" val="409957456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Recovery</a:t>
            </a:r>
          </a:p>
        </p:txBody>
      </p:sp>
      <p:sp>
        <p:nvSpPr>
          <p:cNvPr id="9219" name="Content Placeholder 2"/>
          <p:cNvSpPr>
            <a:spLocks noGrp="1"/>
          </p:cNvSpPr>
          <p:nvPr>
            <p:ph idx="1"/>
          </p:nvPr>
        </p:nvSpPr>
        <p:spPr>
          <a:xfrm>
            <a:off x="539750" y="1255594"/>
            <a:ext cx="8299450" cy="4465756"/>
          </a:xfrm>
        </p:spPr>
        <p:txBody>
          <a:bodyPr/>
          <a:lstStyle/>
          <a:p>
            <a:r>
              <a:rPr lang="en-US" sz="3200" dirty="0"/>
              <a:t>Involves returning the affected systems to normal status</a:t>
            </a:r>
          </a:p>
          <a:p>
            <a:r>
              <a:rPr lang="en-US" sz="3200" dirty="0"/>
              <a:t>If malware:</a:t>
            </a:r>
          </a:p>
          <a:p>
            <a:pPr lvl="1"/>
            <a:r>
              <a:rPr lang="en-US" sz="3000" dirty="0"/>
              <a:t>Ensure the system is back in full working order with no presence of malware</a:t>
            </a:r>
          </a:p>
          <a:p>
            <a:pPr lvl="1"/>
            <a:r>
              <a:rPr lang="en-US" sz="3000" dirty="0"/>
              <a:t>Might need to restore software and data from backup</a:t>
            </a:r>
          </a:p>
          <a:p>
            <a:endParaRPr lang="en-US" sz="3000" dirty="0"/>
          </a:p>
        </p:txBody>
      </p:sp>
    </p:spTree>
    <p:extLst>
      <p:ext uri="{BB962C8B-B14F-4D97-AF65-F5344CB8AC3E}">
        <p14:creationId xmlns:p14="http://schemas.microsoft.com/office/powerpoint/2010/main" val="294152361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Follow-up</a:t>
            </a:r>
          </a:p>
        </p:txBody>
      </p:sp>
      <p:sp>
        <p:nvSpPr>
          <p:cNvPr id="9219" name="Content Placeholder 2"/>
          <p:cNvSpPr>
            <a:spLocks noGrp="1"/>
          </p:cNvSpPr>
          <p:nvPr>
            <p:ph idx="1"/>
          </p:nvPr>
        </p:nvSpPr>
        <p:spPr>
          <a:xfrm>
            <a:off x="539750" y="1255594"/>
            <a:ext cx="8299450" cy="4465756"/>
          </a:xfrm>
        </p:spPr>
        <p:txBody>
          <a:bodyPr/>
          <a:lstStyle/>
          <a:p>
            <a:r>
              <a:rPr lang="en-US" sz="3200" dirty="0"/>
              <a:t>Forensics plays a critical role</a:t>
            </a:r>
          </a:p>
          <a:p>
            <a:r>
              <a:rPr lang="en-US" sz="3200" dirty="0"/>
              <a:t>IT team must determine:</a:t>
            </a:r>
          </a:p>
          <a:p>
            <a:pPr lvl="1"/>
            <a:r>
              <a:rPr lang="en-US" sz="3000" dirty="0"/>
              <a:t>How incident occurred</a:t>
            </a:r>
          </a:p>
          <a:p>
            <a:pPr lvl="1"/>
            <a:r>
              <a:rPr lang="en-US" sz="3000" dirty="0"/>
              <a:t>What steps can be taken to prevent incident from reoccurring</a:t>
            </a:r>
          </a:p>
        </p:txBody>
      </p:sp>
    </p:spTree>
    <p:extLst>
      <p:ext uri="{BB962C8B-B14F-4D97-AF65-F5344CB8AC3E}">
        <p14:creationId xmlns:p14="http://schemas.microsoft.com/office/powerpoint/2010/main" val="308589113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1179226"/>
          </a:xfrm>
        </p:spPr>
        <p:txBody>
          <a:bodyPr/>
          <a:lstStyle/>
          <a:p>
            <a:r>
              <a:rPr lang="en-US" sz="4000" dirty="0">
                <a:solidFill>
                  <a:schemeClr val="tx2"/>
                </a:solidFill>
              </a:rPr>
              <a:t>Preserving Evidence</a:t>
            </a:r>
          </a:p>
        </p:txBody>
      </p:sp>
      <p:sp>
        <p:nvSpPr>
          <p:cNvPr id="9219" name="Content Placeholder 2"/>
          <p:cNvSpPr>
            <a:spLocks noGrp="1"/>
          </p:cNvSpPr>
          <p:nvPr>
            <p:ph idx="1"/>
          </p:nvPr>
        </p:nvSpPr>
        <p:spPr>
          <a:xfrm>
            <a:off x="539750" y="1783830"/>
            <a:ext cx="8299450" cy="3937520"/>
          </a:xfrm>
        </p:spPr>
        <p:txBody>
          <a:bodyPr/>
          <a:lstStyle/>
          <a:p>
            <a:r>
              <a:rPr lang="en-US" sz="2800" dirty="0"/>
              <a:t>An event:</a:t>
            </a:r>
          </a:p>
          <a:p>
            <a:pPr lvl="1"/>
            <a:r>
              <a:rPr lang="en-US" sz="2800" dirty="0"/>
              <a:t>Is any observable occurrence within a system or network</a:t>
            </a:r>
          </a:p>
          <a:p>
            <a:pPr lvl="1"/>
            <a:r>
              <a:rPr lang="en-US" sz="2800" dirty="0"/>
              <a:t>Includes network activity, such as when a user accesses files on a server or when a firewall blocks network traffic</a:t>
            </a:r>
          </a:p>
          <a:p>
            <a:r>
              <a:rPr lang="en-US" sz="2800" dirty="0"/>
              <a:t>Adverse events have negative results or negative consequences</a:t>
            </a:r>
          </a:p>
          <a:p>
            <a:pPr lvl="1"/>
            <a:r>
              <a:rPr lang="en-US" sz="2800" dirty="0"/>
              <a:t>Example: An attack on a system</a:t>
            </a:r>
          </a:p>
        </p:txBody>
      </p:sp>
    </p:spTree>
    <p:extLst>
      <p:ext uri="{BB962C8B-B14F-4D97-AF65-F5344CB8AC3E}">
        <p14:creationId xmlns:p14="http://schemas.microsoft.com/office/powerpoint/2010/main" val="292758644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Computer Security Incidents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207590543"/>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6948716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Preserving Evidence (Cont.)</a:t>
            </a:r>
          </a:p>
        </p:txBody>
      </p:sp>
      <p:sp>
        <p:nvSpPr>
          <p:cNvPr id="9219" name="Content Placeholder 2"/>
          <p:cNvSpPr>
            <a:spLocks noGrp="1"/>
          </p:cNvSpPr>
          <p:nvPr>
            <p:ph idx="1"/>
          </p:nvPr>
        </p:nvSpPr>
        <p:spPr>
          <a:xfrm>
            <a:off x="539750" y="1347538"/>
            <a:ext cx="8299450" cy="4373812"/>
          </a:xfrm>
        </p:spPr>
        <p:txBody>
          <a:bodyPr/>
          <a:lstStyle/>
          <a:p>
            <a:r>
              <a:rPr lang="en-US" sz="3200" dirty="0"/>
              <a:t>Recovery often performed at the expense of preserving forensic evidence</a:t>
            </a:r>
          </a:p>
          <a:p>
            <a:r>
              <a:rPr lang="en-US" sz="3200" dirty="0"/>
              <a:t>Failure to preserve forensic information:</a:t>
            </a:r>
          </a:p>
          <a:p>
            <a:pPr lvl="1"/>
            <a:r>
              <a:rPr lang="en-US" sz="3000" dirty="0"/>
              <a:t>Prevents IT team from effectively evaluating cause of incident</a:t>
            </a:r>
          </a:p>
          <a:p>
            <a:pPr lvl="1"/>
            <a:r>
              <a:rPr lang="en-US" sz="3000" dirty="0"/>
              <a:t>Makes it difficult to modify company policies and procedures to reduce risk</a:t>
            </a:r>
          </a:p>
          <a:p>
            <a:r>
              <a:rPr lang="en-US" sz="3200" dirty="0"/>
              <a:t>Forensic data is key to preventing future incidents</a:t>
            </a:r>
          </a:p>
        </p:txBody>
      </p:sp>
    </p:spTree>
    <p:extLst>
      <p:ext uri="{BB962C8B-B14F-4D97-AF65-F5344CB8AC3E}">
        <p14:creationId xmlns:p14="http://schemas.microsoft.com/office/powerpoint/2010/main" val="118368480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Adding Forensics to Incident Response</a:t>
            </a:r>
          </a:p>
        </p:txBody>
      </p:sp>
      <p:sp>
        <p:nvSpPr>
          <p:cNvPr id="9219" name="Content Placeholder 2"/>
          <p:cNvSpPr>
            <a:spLocks noGrp="1"/>
          </p:cNvSpPr>
          <p:nvPr>
            <p:ph idx="1"/>
          </p:nvPr>
        </p:nvSpPr>
        <p:spPr>
          <a:xfrm>
            <a:off x="539750" y="1787856"/>
            <a:ext cx="8299450" cy="3933493"/>
          </a:xfrm>
        </p:spPr>
        <p:txBody>
          <a:bodyPr/>
          <a:lstStyle/>
          <a:p>
            <a:r>
              <a:rPr lang="en-US" sz="3000" dirty="0"/>
              <a:t>Identify forensic resources the organization can use in case of an incident</a:t>
            </a:r>
          </a:p>
          <a:p>
            <a:r>
              <a:rPr lang="en-US" sz="3000" dirty="0"/>
              <a:t>Identify an outside party that can respond to incidents with forensically trained personnel</a:t>
            </a:r>
          </a:p>
          <a:p>
            <a:r>
              <a:rPr lang="en-US" sz="3000" dirty="0"/>
              <a:t>Weave forensic methodology into organization's incident response policy</a:t>
            </a:r>
          </a:p>
          <a:p>
            <a:r>
              <a:rPr lang="en-US" sz="3000" dirty="0"/>
              <a:t>Provide appropriate training to staff for preserving evidence</a:t>
            </a:r>
          </a:p>
        </p:txBody>
      </p:sp>
    </p:spTree>
    <p:extLst>
      <p:ext uri="{BB962C8B-B14F-4D97-AF65-F5344CB8AC3E}">
        <p14:creationId xmlns:p14="http://schemas.microsoft.com/office/powerpoint/2010/main" val="402470417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Disaster recovery</a:t>
            </a:r>
          </a:p>
          <a:p>
            <a:pPr marL="233363" indent="-233363" eaLnBrk="0" hangingPunct="0">
              <a:spcBef>
                <a:spcPct val="20000"/>
              </a:spcBef>
              <a:buClr>
                <a:srgbClr val="ED6E2E"/>
              </a:buClr>
              <a:buFont typeface="Wingdings" pitchFamily="2" charset="2"/>
              <a:buChar char="§"/>
            </a:pPr>
            <a:r>
              <a:rPr lang="en-US" sz="3200" dirty="0"/>
              <a:t>Evidence preservation</a:t>
            </a:r>
          </a:p>
          <a:p>
            <a:pPr marL="233363" indent="-233363" eaLnBrk="0" hangingPunct="0">
              <a:spcBef>
                <a:spcPct val="20000"/>
              </a:spcBef>
              <a:buClr>
                <a:srgbClr val="ED6E2E"/>
              </a:buClr>
              <a:buFont typeface="Wingdings" pitchFamily="2" charset="2"/>
              <a:buChar char="§"/>
            </a:pPr>
            <a:r>
              <a:rPr lang="en-US" sz="3200" dirty="0"/>
              <a:t>How to integrate forensics to incident response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47083</TotalTime>
  <Words>1510</Words>
  <Application>Microsoft Office PowerPoint</Application>
  <PresentationFormat>On-screen Show (4:3)</PresentationFormat>
  <Paragraphs>223</Paragraphs>
  <Slides>26</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MS PGothic</vt:lpstr>
      <vt:lpstr>Arial</vt:lpstr>
      <vt:lpstr>Times</vt:lpstr>
      <vt:lpstr>Times New Roman</vt:lpstr>
      <vt:lpstr>Wingdings</vt:lpstr>
      <vt:lpstr>Blank Presentation</vt:lpstr>
      <vt:lpstr>PowerPoint Presentation</vt:lpstr>
      <vt:lpstr>Learning Objective</vt:lpstr>
      <vt:lpstr>Key Concepts</vt:lpstr>
      <vt:lpstr>What Is Disaster Recovery?</vt:lpstr>
      <vt:lpstr>Incident Response Plan</vt:lpstr>
      <vt:lpstr>Business Continuity, Incident Response, and Disaster Recovery</vt:lpstr>
      <vt:lpstr>Types of Plans</vt:lpstr>
      <vt:lpstr>Types of Plans (Cont.)</vt:lpstr>
      <vt:lpstr>Federal Standards for BCPs</vt:lpstr>
      <vt:lpstr>Federal Standards for BCPs (Cont.)</vt:lpstr>
      <vt:lpstr>Business Impact Analysis (BIA)</vt:lpstr>
      <vt:lpstr>Maximum Tolerable Downtime (MTD) </vt:lpstr>
      <vt:lpstr>The Recovery Plan</vt:lpstr>
      <vt:lpstr>The Recovery Plan (cont.)</vt:lpstr>
      <vt:lpstr>Types of Backups</vt:lpstr>
      <vt:lpstr>The Post-Recovery Follow-Up</vt:lpstr>
      <vt:lpstr>Incident Response</vt:lpstr>
      <vt:lpstr>Containment</vt:lpstr>
      <vt:lpstr>Eradication</vt:lpstr>
      <vt:lpstr>Recovery</vt:lpstr>
      <vt:lpstr>Follow-up</vt:lpstr>
      <vt:lpstr>Preserving Evidence</vt:lpstr>
      <vt:lpstr>Computer Security Incidents</vt:lpstr>
      <vt:lpstr>Preserving Evidence (Cont.)</vt:lpstr>
      <vt:lpstr>Adding Forensics to Incident Response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Kimberly Lindros</cp:lastModifiedBy>
  <cp:revision>3283</cp:revision>
  <cp:lastPrinted>2008-07-07T18:08:55Z</cp:lastPrinted>
  <dcterms:created xsi:type="dcterms:W3CDTF">2010-11-23T16:40:46Z</dcterms:created>
  <dcterms:modified xsi:type="dcterms:W3CDTF">2017-07-03T08:27:36Z</dcterms:modified>
</cp:coreProperties>
</file>