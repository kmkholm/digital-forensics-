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45"/>
  </p:notesMasterIdLst>
  <p:handoutMasterIdLst>
    <p:handoutMasterId r:id="rId46"/>
  </p:handoutMasterIdLst>
  <p:sldIdLst>
    <p:sldId id="1529" r:id="rId2"/>
    <p:sldId id="1561" r:id="rId3"/>
    <p:sldId id="1563" r:id="rId4"/>
    <p:sldId id="1577" r:id="rId5"/>
    <p:sldId id="1582" r:id="rId6"/>
    <p:sldId id="1578" r:id="rId7"/>
    <p:sldId id="1579" r:id="rId8"/>
    <p:sldId id="1580" r:id="rId9"/>
    <p:sldId id="1581" r:id="rId10"/>
    <p:sldId id="1621" r:id="rId11"/>
    <p:sldId id="1584" r:id="rId12"/>
    <p:sldId id="1585" r:id="rId13"/>
    <p:sldId id="1586" r:id="rId14"/>
    <p:sldId id="1587" r:id="rId15"/>
    <p:sldId id="1588" r:id="rId16"/>
    <p:sldId id="1589" r:id="rId17"/>
    <p:sldId id="1609" r:id="rId18"/>
    <p:sldId id="1617" r:id="rId19"/>
    <p:sldId id="1618" r:id="rId20"/>
    <p:sldId id="1619" r:id="rId21"/>
    <p:sldId id="1622" r:id="rId22"/>
    <p:sldId id="1608" r:id="rId23"/>
    <p:sldId id="1605" r:id="rId24"/>
    <p:sldId id="1565" r:id="rId25"/>
    <p:sldId id="1590" r:id="rId26"/>
    <p:sldId id="1569" r:id="rId27"/>
    <p:sldId id="1616" r:id="rId28"/>
    <p:sldId id="1611" r:id="rId29"/>
    <p:sldId id="1600" r:id="rId30"/>
    <p:sldId id="1614" r:id="rId31"/>
    <p:sldId id="1593" r:id="rId32"/>
    <p:sldId id="1594" r:id="rId33"/>
    <p:sldId id="1596" r:id="rId34"/>
    <p:sldId id="1601" r:id="rId35"/>
    <p:sldId id="1595" r:id="rId36"/>
    <p:sldId id="1597" r:id="rId37"/>
    <p:sldId id="1598" r:id="rId38"/>
    <p:sldId id="1623" r:id="rId39"/>
    <p:sldId id="1624" r:id="rId40"/>
    <p:sldId id="1604" r:id="rId41"/>
    <p:sldId id="1612" r:id="rId42"/>
    <p:sldId id="1613" r:id="rId43"/>
    <p:sldId id="1562" r:id="rId44"/>
  </p:sldIdLst>
  <p:sldSz cx="9144000" cy="6858000" type="screen4x3"/>
  <p:notesSz cx="7010400" cy="9296400"/>
  <p:custDataLst>
    <p:tags r:id="rId47"/>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192">
          <p15:clr>
            <a:srgbClr val="A4A3A4"/>
          </p15:clr>
        </p15:guide>
        <p15:guide id="2" orient="horz" pos="2748">
          <p15:clr>
            <a:srgbClr val="A4A3A4"/>
          </p15:clr>
        </p15:guide>
        <p15:guide id="3" pos="4627">
          <p15:clr>
            <a:srgbClr val="A4A3A4"/>
          </p15:clr>
        </p15:guide>
        <p15:guide id="4" pos="1452">
          <p15:clr>
            <a:srgbClr val="A4A3A4"/>
          </p15:clr>
        </p15:guide>
        <p15:guide id="5" pos="2346">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BBC9"/>
    <a:srgbClr val="D2E4B2"/>
    <a:srgbClr val="DDDDDD"/>
    <a:srgbClr val="FFCCFF"/>
    <a:srgbClr val="FFCCCC"/>
    <a:srgbClr val="423498"/>
    <a:srgbClr val="FFFF00"/>
    <a:srgbClr val="B4E7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82" autoAdjust="0"/>
    <p:restoredTop sz="86347" autoAdjust="0"/>
  </p:normalViewPr>
  <p:slideViewPr>
    <p:cSldViewPr snapToGrid="0" snapToObjects="1">
      <p:cViewPr varScale="1">
        <p:scale>
          <a:sx n="71" d="100"/>
          <a:sy n="71" d="100"/>
        </p:scale>
        <p:origin x="1661" y="43"/>
      </p:cViewPr>
      <p:guideLst>
        <p:guide orient="horz" pos="192"/>
        <p:guide orient="horz" pos="2748"/>
        <p:guide pos="4627"/>
        <p:guide pos="1452"/>
        <p:guide pos="234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p:cViewPr varScale="1">
        <p:scale>
          <a:sx n="52" d="100"/>
          <a:sy n="52" d="100"/>
        </p:scale>
        <p:origin x="-2868"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2F5B66-2899-4B69-909A-E535052769D1}"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en-US"/>
        </a:p>
      </dgm:t>
    </dgm:pt>
    <dgm:pt modelId="{5796F47E-1094-4F2D-ABAD-4BCF468CFE44}">
      <dgm:prSet phldrT="[Text]" custT="1"/>
      <dgm:spPr/>
      <dgm:t>
        <a:bodyPr/>
        <a:lstStyle/>
        <a:p>
          <a:r>
            <a:rPr lang="en-US" sz="3000" dirty="0"/>
            <a:t>Shut down the computer.</a:t>
          </a:r>
        </a:p>
      </dgm:t>
    </dgm:pt>
    <dgm:pt modelId="{6AB8AE8C-D9D2-4D62-9366-090C04AFBDDC}" type="parTrans" cxnId="{303D51C0-08AE-43FC-949E-40E5B9FDCC52}">
      <dgm:prSet/>
      <dgm:spPr/>
      <dgm:t>
        <a:bodyPr/>
        <a:lstStyle/>
        <a:p>
          <a:endParaRPr lang="en-US" sz="3000"/>
        </a:p>
      </dgm:t>
    </dgm:pt>
    <dgm:pt modelId="{23A969F4-46BB-40C0-A6D6-79B5FE82196F}" type="sibTrans" cxnId="{303D51C0-08AE-43FC-949E-40E5B9FDCC52}">
      <dgm:prSet/>
      <dgm:spPr/>
      <dgm:t>
        <a:bodyPr/>
        <a:lstStyle/>
        <a:p>
          <a:endParaRPr lang="en-US" sz="3000"/>
        </a:p>
      </dgm:t>
    </dgm:pt>
    <dgm:pt modelId="{6A21474F-1A0E-438F-A4A1-13DE5FA89DB0}">
      <dgm:prSet phldrT="[Text]" custT="1"/>
      <dgm:spPr/>
      <dgm:t>
        <a:bodyPr/>
        <a:lstStyle/>
        <a:p>
          <a:r>
            <a:rPr lang="en-US" sz="3000" dirty="0"/>
            <a:t>Transport the computer to a secure location.</a:t>
          </a:r>
        </a:p>
      </dgm:t>
    </dgm:pt>
    <dgm:pt modelId="{3EF9E859-C0CB-4C34-B03D-DDE6334188F9}" type="parTrans" cxnId="{1539BAF8-6E7A-4162-B46F-BF0F9E272781}">
      <dgm:prSet/>
      <dgm:spPr/>
      <dgm:t>
        <a:bodyPr/>
        <a:lstStyle/>
        <a:p>
          <a:endParaRPr lang="en-US" sz="3000"/>
        </a:p>
      </dgm:t>
    </dgm:pt>
    <dgm:pt modelId="{372E33D2-F1AA-4ACB-9862-D66D258F9F3A}" type="sibTrans" cxnId="{1539BAF8-6E7A-4162-B46F-BF0F9E272781}">
      <dgm:prSet/>
      <dgm:spPr/>
      <dgm:t>
        <a:bodyPr/>
        <a:lstStyle/>
        <a:p>
          <a:endParaRPr lang="en-US" sz="3000"/>
        </a:p>
      </dgm:t>
    </dgm:pt>
    <dgm:pt modelId="{A55DE7A6-7D62-4AE4-89AB-4F84A258FAF6}">
      <dgm:prSet phldrT="[Text]" custT="1"/>
      <dgm:spPr/>
      <dgm:t>
        <a:bodyPr/>
        <a:lstStyle/>
        <a:p>
          <a:r>
            <a:rPr lang="en-US" sz="3000" dirty="0"/>
            <a:t>Prepare the system.</a:t>
          </a:r>
        </a:p>
      </dgm:t>
    </dgm:pt>
    <dgm:pt modelId="{6DA8A46B-7EC2-46BD-924C-6E9192155B22}" type="parTrans" cxnId="{43593747-6369-4336-9926-4C28EEC4E0E6}">
      <dgm:prSet/>
      <dgm:spPr/>
      <dgm:t>
        <a:bodyPr/>
        <a:lstStyle/>
        <a:p>
          <a:endParaRPr lang="en-US" sz="3000"/>
        </a:p>
      </dgm:t>
    </dgm:pt>
    <dgm:pt modelId="{DCF51940-ACE3-4FFA-8909-965F26EEF30F}" type="sibTrans" cxnId="{43593747-6369-4336-9926-4C28EEC4E0E6}">
      <dgm:prSet/>
      <dgm:spPr/>
      <dgm:t>
        <a:bodyPr/>
        <a:lstStyle/>
        <a:p>
          <a:endParaRPr lang="en-US" sz="3000"/>
        </a:p>
      </dgm:t>
    </dgm:pt>
    <dgm:pt modelId="{D96C50DF-A3EA-43EC-8DFC-79714882C67A}">
      <dgm:prSet phldrT="[Text]" custT="1"/>
      <dgm:spPr/>
      <dgm:t>
        <a:bodyPr/>
        <a:lstStyle/>
        <a:p>
          <a:r>
            <a:rPr lang="en-US" sz="3000" dirty="0"/>
            <a:t>Document the hardware configuration of the system.</a:t>
          </a:r>
        </a:p>
      </dgm:t>
    </dgm:pt>
    <dgm:pt modelId="{B70B9589-5F29-40A5-B16E-ABD674157FB3}" type="parTrans" cxnId="{E09ECD0C-B261-40B3-997B-3FA6FCE44EFD}">
      <dgm:prSet/>
      <dgm:spPr/>
      <dgm:t>
        <a:bodyPr/>
        <a:lstStyle/>
        <a:p>
          <a:endParaRPr lang="en-US" sz="3000"/>
        </a:p>
      </dgm:t>
    </dgm:pt>
    <dgm:pt modelId="{5D3281F7-8BD1-4050-8C25-1B4E289861A9}" type="sibTrans" cxnId="{E09ECD0C-B261-40B3-997B-3FA6FCE44EFD}">
      <dgm:prSet/>
      <dgm:spPr/>
      <dgm:t>
        <a:bodyPr/>
        <a:lstStyle/>
        <a:p>
          <a:endParaRPr lang="en-US" sz="3000"/>
        </a:p>
      </dgm:t>
    </dgm:pt>
    <dgm:pt modelId="{E4A80398-2EA5-4683-B663-F0F60AC66409}">
      <dgm:prSet custT="1"/>
      <dgm:spPr/>
      <dgm:t>
        <a:bodyPr/>
        <a:lstStyle/>
        <a:p>
          <a:r>
            <a:rPr lang="en-US" sz="3000" dirty="0"/>
            <a:t>Mathematically authenticate data on all storage devices.</a:t>
          </a:r>
        </a:p>
      </dgm:t>
    </dgm:pt>
    <dgm:pt modelId="{CF37803F-5A68-4872-A9E9-95F1908AFD20}" type="parTrans" cxnId="{FE64959E-47DD-475A-BA7E-0B48700171E9}">
      <dgm:prSet/>
      <dgm:spPr/>
      <dgm:t>
        <a:bodyPr/>
        <a:lstStyle/>
        <a:p>
          <a:endParaRPr lang="en-US" sz="3000"/>
        </a:p>
      </dgm:t>
    </dgm:pt>
    <dgm:pt modelId="{7A8E6A3A-5612-468B-A6D7-63432968A76A}" type="sibTrans" cxnId="{FE64959E-47DD-475A-BA7E-0B48700171E9}">
      <dgm:prSet/>
      <dgm:spPr/>
      <dgm:t>
        <a:bodyPr/>
        <a:lstStyle/>
        <a:p>
          <a:endParaRPr lang="en-US" sz="3000"/>
        </a:p>
      </dgm:t>
    </dgm:pt>
    <dgm:pt modelId="{66EFA48C-D253-47A5-917A-E1DDA293FF40}" type="pres">
      <dgm:prSet presAssocID="{F02F5B66-2899-4B69-909A-E535052769D1}" presName="linear" presStyleCnt="0">
        <dgm:presLayoutVars>
          <dgm:animLvl val="lvl"/>
          <dgm:resizeHandles val="exact"/>
        </dgm:presLayoutVars>
      </dgm:prSet>
      <dgm:spPr/>
    </dgm:pt>
    <dgm:pt modelId="{57BCD4E0-FF98-4C50-81D4-2C64EB719D61}" type="pres">
      <dgm:prSet presAssocID="{5796F47E-1094-4F2D-ABAD-4BCF468CFE44}" presName="parentText" presStyleLbl="node1" presStyleIdx="0" presStyleCnt="5" custLinFactNeighborX="212">
        <dgm:presLayoutVars>
          <dgm:chMax val="0"/>
          <dgm:bulletEnabled val="1"/>
        </dgm:presLayoutVars>
      </dgm:prSet>
      <dgm:spPr/>
    </dgm:pt>
    <dgm:pt modelId="{D050D38F-8A43-400E-ABF4-43A7993DC354}" type="pres">
      <dgm:prSet presAssocID="{23A969F4-46BB-40C0-A6D6-79B5FE82196F}" presName="spacer" presStyleCnt="0"/>
      <dgm:spPr/>
    </dgm:pt>
    <dgm:pt modelId="{3CA2153C-D446-4EF5-A953-DCA60AFFAC28}" type="pres">
      <dgm:prSet presAssocID="{6A21474F-1A0E-438F-A4A1-13DE5FA89DB0}" presName="parentText" presStyleLbl="node1" presStyleIdx="1" presStyleCnt="5">
        <dgm:presLayoutVars>
          <dgm:chMax val="0"/>
          <dgm:bulletEnabled val="1"/>
        </dgm:presLayoutVars>
      </dgm:prSet>
      <dgm:spPr/>
    </dgm:pt>
    <dgm:pt modelId="{D0FD2ED4-0E8B-4F8F-8A6D-6BE2A877B770}" type="pres">
      <dgm:prSet presAssocID="{372E33D2-F1AA-4ACB-9862-D66D258F9F3A}" presName="spacer" presStyleCnt="0"/>
      <dgm:spPr/>
    </dgm:pt>
    <dgm:pt modelId="{B4E0A440-FD5B-4C2A-899A-80C9362B383E}" type="pres">
      <dgm:prSet presAssocID="{A55DE7A6-7D62-4AE4-89AB-4F84A258FAF6}" presName="parentText" presStyleLbl="node1" presStyleIdx="2" presStyleCnt="5">
        <dgm:presLayoutVars>
          <dgm:chMax val="0"/>
          <dgm:bulletEnabled val="1"/>
        </dgm:presLayoutVars>
      </dgm:prSet>
      <dgm:spPr/>
    </dgm:pt>
    <dgm:pt modelId="{B1B294DD-5DAB-4F5D-ACE2-855CF8BCF283}" type="pres">
      <dgm:prSet presAssocID="{DCF51940-ACE3-4FFA-8909-965F26EEF30F}" presName="spacer" presStyleCnt="0"/>
      <dgm:spPr/>
    </dgm:pt>
    <dgm:pt modelId="{21E300C1-5172-47DF-82ED-0E0EDED0C373}" type="pres">
      <dgm:prSet presAssocID="{D96C50DF-A3EA-43EC-8DFC-79714882C67A}" presName="parentText" presStyleLbl="node1" presStyleIdx="3" presStyleCnt="5">
        <dgm:presLayoutVars>
          <dgm:chMax val="0"/>
          <dgm:bulletEnabled val="1"/>
        </dgm:presLayoutVars>
      </dgm:prSet>
      <dgm:spPr/>
    </dgm:pt>
    <dgm:pt modelId="{F64F5E08-9782-4A4B-8CAD-4086560490F1}" type="pres">
      <dgm:prSet presAssocID="{5D3281F7-8BD1-4050-8C25-1B4E289861A9}" presName="spacer" presStyleCnt="0"/>
      <dgm:spPr/>
    </dgm:pt>
    <dgm:pt modelId="{DDDDC75A-15E7-4A9A-AD82-A1C1B2B5C71F}" type="pres">
      <dgm:prSet presAssocID="{E4A80398-2EA5-4683-B663-F0F60AC66409}" presName="parentText" presStyleLbl="node1" presStyleIdx="4" presStyleCnt="5">
        <dgm:presLayoutVars>
          <dgm:chMax val="0"/>
          <dgm:bulletEnabled val="1"/>
        </dgm:presLayoutVars>
      </dgm:prSet>
      <dgm:spPr/>
    </dgm:pt>
  </dgm:ptLst>
  <dgm:cxnLst>
    <dgm:cxn modelId="{E09ECD0C-B261-40B3-997B-3FA6FCE44EFD}" srcId="{F02F5B66-2899-4B69-909A-E535052769D1}" destId="{D96C50DF-A3EA-43EC-8DFC-79714882C67A}" srcOrd="3" destOrd="0" parTransId="{B70B9589-5F29-40A5-B16E-ABD674157FB3}" sibTransId="{5D3281F7-8BD1-4050-8C25-1B4E289861A9}"/>
    <dgm:cxn modelId="{B1E41C10-4FCE-4F8C-80FE-93B223833ED0}" type="presOf" srcId="{6A21474F-1A0E-438F-A4A1-13DE5FA89DB0}" destId="{3CA2153C-D446-4EF5-A953-DCA60AFFAC28}" srcOrd="0" destOrd="0" presId="urn:microsoft.com/office/officeart/2005/8/layout/vList2"/>
    <dgm:cxn modelId="{8E927C22-52C6-49B3-8F6C-F16B05F2A73D}" type="presOf" srcId="{5796F47E-1094-4F2D-ABAD-4BCF468CFE44}" destId="{57BCD4E0-FF98-4C50-81D4-2C64EB719D61}" srcOrd="0" destOrd="0" presId="urn:microsoft.com/office/officeart/2005/8/layout/vList2"/>
    <dgm:cxn modelId="{F1D4C766-DA5D-4351-882F-E77C7CF31CD1}" type="presOf" srcId="{D96C50DF-A3EA-43EC-8DFC-79714882C67A}" destId="{21E300C1-5172-47DF-82ED-0E0EDED0C373}" srcOrd="0" destOrd="0" presId="urn:microsoft.com/office/officeart/2005/8/layout/vList2"/>
    <dgm:cxn modelId="{43593747-6369-4336-9926-4C28EEC4E0E6}" srcId="{F02F5B66-2899-4B69-909A-E535052769D1}" destId="{A55DE7A6-7D62-4AE4-89AB-4F84A258FAF6}" srcOrd="2" destOrd="0" parTransId="{6DA8A46B-7EC2-46BD-924C-6E9192155B22}" sibTransId="{DCF51940-ACE3-4FFA-8909-965F26EEF30F}"/>
    <dgm:cxn modelId="{A2A0766C-8EC4-4214-8262-F1AE72772645}" type="presOf" srcId="{F02F5B66-2899-4B69-909A-E535052769D1}" destId="{66EFA48C-D253-47A5-917A-E1DDA293FF40}" srcOrd="0" destOrd="0" presId="urn:microsoft.com/office/officeart/2005/8/layout/vList2"/>
    <dgm:cxn modelId="{FE64959E-47DD-475A-BA7E-0B48700171E9}" srcId="{F02F5B66-2899-4B69-909A-E535052769D1}" destId="{E4A80398-2EA5-4683-B663-F0F60AC66409}" srcOrd="4" destOrd="0" parTransId="{CF37803F-5A68-4872-A9E9-95F1908AFD20}" sibTransId="{7A8E6A3A-5612-468B-A6D7-63432968A76A}"/>
    <dgm:cxn modelId="{303D51C0-08AE-43FC-949E-40E5B9FDCC52}" srcId="{F02F5B66-2899-4B69-909A-E535052769D1}" destId="{5796F47E-1094-4F2D-ABAD-4BCF468CFE44}" srcOrd="0" destOrd="0" parTransId="{6AB8AE8C-D9D2-4D62-9366-090C04AFBDDC}" sibTransId="{23A969F4-46BB-40C0-A6D6-79B5FE82196F}"/>
    <dgm:cxn modelId="{95F3B0E4-7557-41A7-A231-69E1B277455C}" type="presOf" srcId="{A55DE7A6-7D62-4AE4-89AB-4F84A258FAF6}" destId="{B4E0A440-FD5B-4C2A-899A-80C9362B383E}" srcOrd="0" destOrd="0" presId="urn:microsoft.com/office/officeart/2005/8/layout/vList2"/>
    <dgm:cxn modelId="{D77B18E6-A120-4113-9820-33D32AB8DF51}" type="presOf" srcId="{E4A80398-2EA5-4683-B663-F0F60AC66409}" destId="{DDDDC75A-15E7-4A9A-AD82-A1C1B2B5C71F}" srcOrd="0" destOrd="0" presId="urn:microsoft.com/office/officeart/2005/8/layout/vList2"/>
    <dgm:cxn modelId="{1539BAF8-6E7A-4162-B46F-BF0F9E272781}" srcId="{F02F5B66-2899-4B69-909A-E535052769D1}" destId="{6A21474F-1A0E-438F-A4A1-13DE5FA89DB0}" srcOrd="1" destOrd="0" parTransId="{3EF9E859-C0CB-4C34-B03D-DDE6334188F9}" sibTransId="{372E33D2-F1AA-4ACB-9862-D66D258F9F3A}"/>
    <dgm:cxn modelId="{C3933117-5BEF-4C73-95F2-BF776DCE9FA9}" type="presParOf" srcId="{66EFA48C-D253-47A5-917A-E1DDA293FF40}" destId="{57BCD4E0-FF98-4C50-81D4-2C64EB719D61}" srcOrd="0" destOrd="0" presId="urn:microsoft.com/office/officeart/2005/8/layout/vList2"/>
    <dgm:cxn modelId="{25A644E2-E467-450B-B83C-552671B50D36}" type="presParOf" srcId="{66EFA48C-D253-47A5-917A-E1DDA293FF40}" destId="{D050D38F-8A43-400E-ABF4-43A7993DC354}" srcOrd="1" destOrd="0" presId="urn:microsoft.com/office/officeart/2005/8/layout/vList2"/>
    <dgm:cxn modelId="{3519C750-5FD6-4ECB-9184-472A217C0FDC}" type="presParOf" srcId="{66EFA48C-D253-47A5-917A-E1DDA293FF40}" destId="{3CA2153C-D446-4EF5-A953-DCA60AFFAC28}" srcOrd="2" destOrd="0" presId="urn:microsoft.com/office/officeart/2005/8/layout/vList2"/>
    <dgm:cxn modelId="{B29C7616-586C-43FA-84B1-73C053960981}" type="presParOf" srcId="{66EFA48C-D253-47A5-917A-E1DDA293FF40}" destId="{D0FD2ED4-0E8B-4F8F-8A6D-6BE2A877B770}" srcOrd="3" destOrd="0" presId="urn:microsoft.com/office/officeart/2005/8/layout/vList2"/>
    <dgm:cxn modelId="{554FAEE6-A928-40F6-A33D-ECDE41395D10}" type="presParOf" srcId="{66EFA48C-D253-47A5-917A-E1DDA293FF40}" destId="{B4E0A440-FD5B-4C2A-899A-80C9362B383E}" srcOrd="4" destOrd="0" presId="urn:microsoft.com/office/officeart/2005/8/layout/vList2"/>
    <dgm:cxn modelId="{45B7D477-46CC-4B3F-8C1A-0BFB1C1CF727}" type="presParOf" srcId="{66EFA48C-D253-47A5-917A-E1DDA293FF40}" destId="{B1B294DD-5DAB-4F5D-ACE2-855CF8BCF283}" srcOrd="5" destOrd="0" presId="urn:microsoft.com/office/officeart/2005/8/layout/vList2"/>
    <dgm:cxn modelId="{9E6952ED-8CE3-4D4E-B1E2-D33BC7A98D69}" type="presParOf" srcId="{66EFA48C-D253-47A5-917A-E1DDA293FF40}" destId="{21E300C1-5172-47DF-82ED-0E0EDED0C373}" srcOrd="6" destOrd="0" presId="urn:microsoft.com/office/officeart/2005/8/layout/vList2"/>
    <dgm:cxn modelId="{89E033DD-F99D-4B4A-AC83-CB32CD44417B}" type="presParOf" srcId="{66EFA48C-D253-47A5-917A-E1DDA293FF40}" destId="{F64F5E08-9782-4A4B-8CAD-4086560490F1}" srcOrd="7" destOrd="0" presId="urn:microsoft.com/office/officeart/2005/8/layout/vList2"/>
    <dgm:cxn modelId="{9A68B30F-7498-408E-A30B-F99BB26D5E78}" type="presParOf" srcId="{66EFA48C-D253-47A5-917A-E1DDA293FF40}" destId="{DDDDC75A-15E7-4A9A-AD82-A1C1B2B5C71F}"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80D3C3-11FD-4724-9705-BF61E773BA4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FC93E12-6768-4679-A158-BD271C46E9DD}">
      <dgm:prSet phldrT="[Text]"/>
      <dgm:spPr/>
      <dgm:t>
        <a:bodyPr/>
        <a:lstStyle/>
        <a:p>
          <a:r>
            <a:rPr lang="en-US" dirty="0"/>
            <a:t>Avoid changing evidence</a:t>
          </a:r>
        </a:p>
      </dgm:t>
    </dgm:pt>
    <dgm:pt modelId="{2C197022-B1B8-4E62-AF8C-1E7D181561F8}" type="parTrans" cxnId="{978A83CF-6993-4B78-BF6C-7D53003BC7AD}">
      <dgm:prSet/>
      <dgm:spPr/>
      <dgm:t>
        <a:bodyPr/>
        <a:lstStyle/>
        <a:p>
          <a:endParaRPr lang="en-US"/>
        </a:p>
      </dgm:t>
    </dgm:pt>
    <dgm:pt modelId="{6674B646-D564-424A-952E-3C1521E7D8A9}" type="sibTrans" cxnId="{978A83CF-6993-4B78-BF6C-7D53003BC7AD}">
      <dgm:prSet/>
      <dgm:spPr/>
      <dgm:t>
        <a:bodyPr/>
        <a:lstStyle/>
        <a:p>
          <a:endParaRPr lang="en-US"/>
        </a:p>
      </dgm:t>
    </dgm:pt>
    <dgm:pt modelId="{5E4C6524-8426-48BD-83E0-6B2AC847A8E1}">
      <dgm:prSet phldrT="[Text]"/>
      <dgm:spPr/>
      <dgm:t>
        <a:bodyPr/>
        <a:lstStyle/>
        <a:p>
          <a:r>
            <a:rPr lang="en-US" dirty="0"/>
            <a:t>Determine when evidence was created</a:t>
          </a:r>
        </a:p>
      </dgm:t>
    </dgm:pt>
    <dgm:pt modelId="{543C2178-0D36-4356-9C0B-CCF78805493D}" type="parTrans" cxnId="{CA00BBC9-3C9B-4FC7-BC36-FCC1856418FD}">
      <dgm:prSet/>
      <dgm:spPr/>
      <dgm:t>
        <a:bodyPr/>
        <a:lstStyle/>
        <a:p>
          <a:endParaRPr lang="en-US"/>
        </a:p>
      </dgm:t>
    </dgm:pt>
    <dgm:pt modelId="{DADD8DCE-9311-4740-BA3D-EB04EE6CBB12}" type="sibTrans" cxnId="{CA00BBC9-3C9B-4FC7-BC36-FCC1856418FD}">
      <dgm:prSet/>
      <dgm:spPr/>
      <dgm:t>
        <a:bodyPr/>
        <a:lstStyle/>
        <a:p>
          <a:endParaRPr lang="en-US"/>
        </a:p>
      </dgm:t>
    </dgm:pt>
    <dgm:pt modelId="{D9490C2C-FE69-4D9B-9B4E-2EC05B8E818B}">
      <dgm:prSet phldrT="[Text]"/>
      <dgm:spPr/>
      <dgm:t>
        <a:bodyPr/>
        <a:lstStyle/>
        <a:p>
          <a:r>
            <a:rPr lang="en-US" dirty="0"/>
            <a:t>Search throughout a device</a:t>
          </a:r>
        </a:p>
      </dgm:t>
    </dgm:pt>
    <dgm:pt modelId="{A52C25DA-DC47-413A-9116-40D99841B704}" type="parTrans" cxnId="{4133B270-3D9F-4823-9357-470534F64AA0}">
      <dgm:prSet/>
      <dgm:spPr/>
      <dgm:t>
        <a:bodyPr/>
        <a:lstStyle/>
        <a:p>
          <a:endParaRPr lang="en-US"/>
        </a:p>
      </dgm:t>
    </dgm:pt>
    <dgm:pt modelId="{D28029CE-E283-4774-BA89-A1C7ABA46D87}" type="sibTrans" cxnId="{4133B270-3D9F-4823-9357-470534F64AA0}">
      <dgm:prSet/>
      <dgm:spPr/>
      <dgm:t>
        <a:bodyPr/>
        <a:lstStyle/>
        <a:p>
          <a:endParaRPr lang="en-US"/>
        </a:p>
      </dgm:t>
    </dgm:pt>
    <dgm:pt modelId="{98E3E309-E30B-4CD2-B7C7-53BEE16ED8FC}">
      <dgm:prSet/>
      <dgm:spPr/>
      <dgm:t>
        <a:bodyPr/>
        <a:lstStyle/>
        <a:p>
          <a:r>
            <a:rPr lang="en-US" dirty="0"/>
            <a:t>Determine information about encrypted and steganized files</a:t>
          </a:r>
        </a:p>
      </dgm:t>
    </dgm:pt>
    <dgm:pt modelId="{D1AF4FB3-0C79-4226-998D-568411E51492}" type="parTrans" cxnId="{DC972510-C535-4D79-810D-914BD4FA316C}">
      <dgm:prSet/>
      <dgm:spPr/>
      <dgm:t>
        <a:bodyPr/>
        <a:lstStyle/>
        <a:p>
          <a:endParaRPr lang="en-US"/>
        </a:p>
      </dgm:t>
    </dgm:pt>
    <dgm:pt modelId="{B7AB0EDF-3521-4195-9F0A-9415B6F52D7C}" type="sibTrans" cxnId="{DC972510-C535-4D79-810D-914BD4FA316C}">
      <dgm:prSet/>
      <dgm:spPr/>
      <dgm:t>
        <a:bodyPr/>
        <a:lstStyle/>
        <a:p>
          <a:endParaRPr lang="en-US"/>
        </a:p>
      </dgm:t>
    </dgm:pt>
    <dgm:pt modelId="{4A7F0862-BF07-4CB1-8D7A-C0EAE3C2286B}">
      <dgm:prSet/>
      <dgm:spPr/>
      <dgm:t>
        <a:bodyPr/>
        <a:lstStyle/>
        <a:p>
          <a:r>
            <a:rPr lang="en-US" dirty="0"/>
            <a:t>Present evidence well</a:t>
          </a:r>
        </a:p>
      </dgm:t>
    </dgm:pt>
    <dgm:pt modelId="{766E1BFF-3903-4C40-A419-7E43DBFF76BD}" type="parTrans" cxnId="{FF4EF5DA-40FE-414A-863F-5582A4E981F6}">
      <dgm:prSet/>
      <dgm:spPr/>
      <dgm:t>
        <a:bodyPr/>
        <a:lstStyle/>
        <a:p>
          <a:endParaRPr lang="en-US"/>
        </a:p>
      </dgm:t>
    </dgm:pt>
    <dgm:pt modelId="{D41AED6A-9E36-4DAC-BCB8-77C4D459BD71}" type="sibTrans" cxnId="{FF4EF5DA-40FE-414A-863F-5582A4E981F6}">
      <dgm:prSet/>
      <dgm:spPr/>
      <dgm:t>
        <a:bodyPr/>
        <a:lstStyle/>
        <a:p>
          <a:endParaRPr lang="en-US"/>
        </a:p>
      </dgm:t>
    </dgm:pt>
    <dgm:pt modelId="{FBE7FC39-7495-498B-81CB-67E6E61E853C}" type="pres">
      <dgm:prSet presAssocID="{A880D3C3-11FD-4724-9705-BF61E773BA48}" presName="linear" presStyleCnt="0">
        <dgm:presLayoutVars>
          <dgm:dir/>
          <dgm:animLvl val="lvl"/>
          <dgm:resizeHandles val="exact"/>
        </dgm:presLayoutVars>
      </dgm:prSet>
      <dgm:spPr/>
    </dgm:pt>
    <dgm:pt modelId="{0E91D0C8-23A8-48C1-A11D-3FEE8F16BD6F}" type="pres">
      <dgm:prSet presAssocID="{6FC93E12-6768-4679-A158-BD271C46E9DD}" presName="parentLin" presStyleCnt="0"/>
      <dgm:spPr/>
    </dgm:pt>
    <dgm:pt modelId="{245C79A1-3507-4FB1-9C62-E4577F9A8482}" type="pres">
      <dgm:prSet presAssocID="{6FC93E12-6768-4679-A158-BD271C46E9DD}" presName="parentLeftMargin" presStyleLbl="node1" presStyleIdx="0" presStyleCnt="5"/>
      <dgm:spPr/>
    </dgm:pt>
    <dgm:pt modelId="{AC888852-9B03-4A62-90A1-3B4E12EF4017}" type="pres">
      <dgm:prSet presAssocID="{6FC93E12-6768-4679-A158-BD271C46E9DD}" presName="parentText" presStyleLbl="node1" presStyleIdx="0" presStyleCnt="5">
        <dgm:presLayoutVars>
          <dgm:chMax val="0"/>
          <dgm:bulletEnabled val="1"/>
        </dgm:presLayoutVars>
      </dgm:prSet>
      <dgm:spPr/>
    </dgm:pt>
    <dgm:pt modelId="{0F977F00-5E39-4B86-A560-9AD56E889A07}" type="pres">
      <dgm:prSet presAssocID="{6FC93E12-6768-4679-A158-BD271C46E9DD}" presName="negativeSpace" presStyleCnt="0"/>
      <dgm:spPr/>
    </dgm:pt>
    <dgm:pt modelId="{A90FC4FC-12A1-4DFE-97C7-6152E9CA9A60}" type="pres">
      <dgm:prSet presAssocID="{6FC93E12-6768-4679-A158-BD271C46E9DD}" presName="childText" presStyleLbl="conFgAcc1" presStyleIdx="0" presStyleCnt="5">
        <dgm:presLayoutVars>
          <dgm:bulletEnabled val="1"/>
        </dgm:presLayoutVars>
      </dgm:prSet>
      <dgm:spPr/>
    </dgm:pt>
    <dgm:pt modelId="{BF7184BE-B2A8-45D3-B173-6FF403203252}" type="pres">
      <dgm:prSet presAssocID="{6674B646-D564-424A-952E-3C1521E7D8A9}" presName="spaceBetweenRectangles" presStyleCnt="0"/>
      <dgm:spPr/>
    </dgm:pt>
    <dgm:pt modelId="{339461A2-4412-4D22-9A41-92CB9B4305A8}" type="pres">
      <dgm:prSet presAssocID="{5E4C6524-8426-48BD-83E0-6B2AC847A8E1}" presName="parentLin" presStyleCnt="0"/>
      <dgm:spPr/>
    </dgm:pt>
    <dgm:pt modelId="{8495FE77-BE0D-4101-A58C-E96625657A27}" type="pres">
      <dgm:prSet presAssocID="{5E4C6524-8426-48BD-83E0-6B2AC847A8E1}" presName="parentLeftMargin" presStyleLbl="node1" presStyleIdx="0" presStyleCnt="5"/>
      <dgm:spPr/>
    </dgm:pt>
    <dgm:pt modelId="{4D765E2D-12E6-4727-A28F-2EBB9EEF1986}" type="pres">
      <dgm:prSet presAssocID="{5E4C6524-8426-48BD-83E0-6B2AC847A8E1}" presName="parentText" presStyleLbl="node1" presStyleIdx="1" presStyleCnt="5">
        <dgm:presLayoutVars>
          <dgm:chMax val="0"/>
          <dgm:bulletEnabled val="1"/>
        </dgm:presLayoutVars>
      </dgm:prSet>
      <dgm:spPr/>
    </dgm:pt>
    <dgm:pt modelId="{FC8BB290-BF28-487D-B407-7FF7D71B0FE5}" type="pres">
      <dgm:prSet presAssocID="{5E4C6524-8426-48BD-83E0-6B2AC847A8E1}" presName="negativeSpace" presStyleCnt="0"/>
      <dgm:spPr/>
    </dgm:pt>
    <dgm:pt modelId="{2209B4A3-569C-4E46-AA94-44139EF84440}" type="pres">
      <dgm:prSet presAssocID="{5E4C6524-8426-48BD-83E0-6B2AC847A8E1}" presName="childText" presStyleLbl="conFgAcc1" presStyleIdx="1" presStyleCnt="5">
        <dgm:presLayoutVars>
          <dgm:bulletEnabled val="1"/>
        </dgm:presLayoutVars>
      </dgm:prSet>
      <dgm:spPr/>
    </dgm:pt>
    <dgm:pt modelId="{90E069AA-C274-4D60-A1BB-71155F6F3047}" type="pres">
      <dgm:prSet presAssocID="{DADD8DCE-9311-4740-BA3D-EB04EE6CBB12}" presName="spaceBetweenRectangles" presStyleCnt="0"/>
      <dgm:spPr/>
    </dgm:pt>
    <dgm:pt modelId="{8A7B60B8-D7F5-477C-8699-A1DC141BD508}" type="pres">
      <dgm:prSet presAssocID="{D9490C2C-FE69-4D9B-9B4E-2EC05B8E818B}" presName="parentLin" presStyleCnt="0"/>
      <dgm:spPr/>
    </dgm:pt>
    <dgm:pt modelId="{CE7B7866-B13D-4964-89CD-66D2937A5387}" type="pres">
      <dgm:prSet presAssocID="{D9490C2C-FE69-4D9B-9B4E-2EC05B8E818B}" presName="parentLeftMargin" presStyleLbl="node1" presStyleIdx="1" presStyleCnt="5"/>
      <dgm:spPr/>
    </dgm:pt>
    <dgm:pt modelId="{12848318-BF2B-490C-A8CA-867D9375B7F9}" type="pres">
      <dgm:prSet presAssocID="{D9490C2C-FE69-4D9B-9B4E-2EC05B8E818B}" presName="parentText" presStyleLbl="node1" presStyleIdx="2" presStyleCnt="5">
        <dgm:presLayoutVars>
          <dgm:chMax val="0"/>
          <dgm:bulletEnabled val="1"/>
        </dgm:presLayoutVars>
      </dgm:prSet>
      <dgm:spPr/>
    </dgm:pt>
    <dgm:pt modelId="{91A11AFA-ABE5-47F5-87D9-D5DC12CD6759}" type="pres">
      <dgm:prSet presAssocID="{D9490C2C-FE69-4D9B-9B4E-2EC05B8E818B}" presName="negativeSpace" presStyleCnt="0"/>
      <dgm:spPr/>
    </dgm:pt>
    <dgm:pt modelId="{9EC73EBF-BC18-4E48-9244-F30685C8C4C5}" type="pres">
      <dgm:prSet presAssocID="{D9490C2C-FE69-4D9B-9B4E-2EC05B8E818B}" presName="childText" presStyleLbl="conFgAcc1" presStyleIdx="2" presStyleCnt="5">
        <dgm:presLayoutVars>
          <dgm:bulletEnabled val="1"/>
        </dgm:presLayoutVars>
      </dgm:prSet>
      <dgm:spPr/>
    </dgm:pt>
    <dgm:pt modelId="{127EF0FA-4E34-4087-969C-1A40EED885A9}" type="pres">
      <dgm:prSet presAssocID="{D28029CE-E283-4774-BA89-A1C7ABA46D87}" presName="spaceBetweenRectangles" presStyleCnt="0"/>
      <dgm:spPr/>
    </dgm:pt>
    <dgm:pt modelId="{2E2E2AF3-6E6D-4A73-84A8-EAE1DBBC2EE4}" type="pres">
      <dgm:prSet presAssocID="{98E3E309-E30B-4CD2-B7C7-53BEE16ED8FC}" presName="parentLin" presStyleCnt="0"/>
      <dgm:spPr/>
    </dgm:pt>
    <dgm:pt modelId="{6C72F4DB-DF27-4FED-AF79-3354F1459B5C}" type="pres">
      <dgm:prSet presAssocID="{98E3E309-E30B-4CD2-B7C7-53BEE16ED8FC}" presName="parentLeftMargin" presStyleLbl="node1" presStyleIdx="2" presStyleCnt="5"/>
      <dgm:spPr/>
    </dgm:pt>
    <dgm:pt modelId="{D923CFC5-5E7E-4253-938A-D216E05133F7}" type="pres">
      <dgm:prSet presAssocID="{98E3E309-E30B-4CD2-B7C7-53BEE16ED8FC}" presName="parentText" presStyleLbl="node1" presStyleIdx="3" presStyleCnt="5">
        <dgm:presLayoutVars>
          <dgm:chMax val="0"/>
          <dgm:bulletEnabled val="1"/>
        </dgm:presLayoutVars>
      </dgm:prSet>
      <dgm:spPr/>
    </dgm:pt>
    <dgm:pt modelId="{0E525E4F-B1E7-4698-9305-28C959D50124}" type="pres">
      <dgm:prSet presAssocID="{98E3E309-E30B-4CD2-B7C7-53BEE16ED8FC}" presName="negativeSpace" presStyleCnt="0"/>
      <dgm:spPr/>
    </dgm:pt>
    <dgm:pt modelId="{AE637718-6719-49E3-B79E-96F05D65E0E6}" type="pres">
      <dgm:prSet presAssocID="{98E3E309-E30B-4CD2-B7C7-53BEE16ED8FC}" presName="childText" presStyleLbl="conFgAcc1" presStyleIdx="3" presStyleCnt="5">
        <dgm:presLayoutVars>
          <dgm:bulletEnabled val="1"/>
        </dgm:presLayoutVars>
      </dgm:prSet>
      <dgm:spPr/>
    </dgm:pt>
    <dgm:pt modelId="{899D1CC6-E88D-4432-A5B5-A4152697A9FC}" type="pres">
      <dgm:prSet presAssocID="{B7AB0EDF-3521-4195-9F0A-9415B6F52D7C}" presName="spaceBetweenRectangles" presStyleCnt="0"/>
      <dgm:spPr/>
    </dgm:pt>
    <dgm:pt modelId="{A23F1AA4-3C7B-425B-B381-58A26E099B85}" type="pres">
      <dgm:prSet presAssocID="{4A7F0862-BF07-4CB1-8D7A-C0EAE3C2286B}" presName="parentLin" presStyleCnt="0"/>
      <dgm:spPr/>
    </dgm:pt>
    <dgm:pt modelId="{B6516290-42EB-42AE-A511-D15FDF98E574}" type="pres">
      <dgm:prSet presAssocID="{4A7F0862-BF07-4CB1-8D7A-C0EAE3C2286B}" presName="parentLeftMargin" presStyleLbl="node1" presStyleIdx="3" presStyleCnt="5"/>
      <dgm:spPr/>
    </dgm:pt>
    <dgm:pt modelId="{93838463-1AB0-4461-8797-0B6F675C2794}" type="pres">
      <dgm:prSet presAssocID="{4A7F0862-BF07-4CB1-8D7A-C0EAE3C2286B}" presName="parentText" presStyleLbl="node1" presStyleIdx="4" presStyleCnt="5">
        <dgm:presLayoutVars>
          <dgm:chMax val="0"/>
          <dgm:bulletEnabled val="1"/>
        </dgm:presLayoutVars>
      </dgm:prSet>
      <dgm:spPr/>
    </dgm:pt>
    <dgm:pt modelId="{8FA95110-D52B-4D14-A4C9-8CCC1AD66619}" type="pres">
      <dgm:prSet presAssocID="{4A7F0862-BF07-4CB1-8D7A-C0EAE3C2286B}" presName="negativeSpace" presStyleCnt="0"/>
      <dgm:spPr/>
    </dgm:pt>
    <dgm:pt modelId="{2C2E9369-0730-4E3C-91D8-B94752684F5C}" type="pres">
      <dgm:prSet presAssocID="{4A7F0862-BF07-4CB1-8D7A-C0EAE3C2286B}" presName="childText" presStyleLbl="conFgAcc1" presStyleIdx="4" presStyleCnt="5">
        <dgm:presLayoutVars>
          <dgm:bulletEnabled val="1"/>
        </dgm:presLayoutVars>
      </dgm:prSet>
      <dgm:spPr/>
    </dgm:pt>
  </dgm:ptLst>
  <dgm:cxnLst>
    <dgm:cxn modelId="{DC972510-C535-4D79-810D-914BD4FA316C}" srcId="{A880D3C3-11FD-4724-9705-BF61E773BA48}" destId="{98E3E309-E30B-4CD2-B7C7-53BEE16ED8FC}" srcOrd="3" destOrd="0" parTransId="{D1AF4FB3-0C79-4226-998D-568411E51492}" sibTransId="{B7AB0EDF-3521-4195-9F0A-9415B6F52D7C}"/>
    <dgm:cxn modelId="{79ECA010-76DF-413E-A9F3-4C596E111D99}" type="presOf" srcId="{98E3E309-E30B-4CD2-B7C7-53BEE16ED8FC}" destId="{6C72F4DB-DF27-4FED-AF79-3354F1459B5C}" srcOrd="0" destOrd="0" presId="urn:microsoft.com/office/officeart/2005/8/layout/list1"/>
    <dgm:cxn modelId="{49CE2663-586C-4B0A-81BC-109203659F73}" type="presOf" srcId="{6FC93E12-6768-4679-A158-BD271C46E9DD}" destId="{245C79A1-3507-4FB1-9C62-E4577F9A8482}" srcOrd="0" destOrd="0" presId="urn:microsoft.com/office/officeart/2005/8/layout/list1"/>
    <dgm:cxn modelId="{4133B270-3D9F-4823-9357-470534F64AA0}" srcId="{A880D3C3-11FD-4724-9705-BF61E773BA48}" destId="{D9490C2C-FE69-4D9B-9B4E-2EC05B8E818B}" srcOrd="2" destOrd="0" parTransId="{A52C25DA-DC47-413A-9116-40D99841B704}" sibTransId="{D28029CE-E283-4774-BA89-A1C7ABA46D87}"/>
    <dgm:cxn modelId="{006DB073-BB24-49B3-9057-3D84FED4E6FA}" type="presOf" srcId="{5E4C6524-8426-48BD-83E0-6B2AC847A8E1}" destId="{4D765E2D-12E6-4727-A28F-2EBB9EEF1986}" srcOrd="1" destOrd="0" presId="urn:microsoft.com/office/officeart/2005/8/layout/list1"/>
    <dgm:cxn modelId="{2D5A4B57-BD55-48B2-965E-6C43E24E7E32}" type="presOf" srcId="{D9490C2C-FE69-4D9B-9B4E-2EC05B8E818B}" destId="{CE7B7866-B13D-4964-89CD-66D2937A5387}" srcOrd="0" destOrd="0" presId="urn:microsoft.com/office/officeart/2005/8/layout/list1"/>
    <dgm:cxn modelId="{5FD8FD7A-6D35-4A76-9BBE-B7A01C980303}" type="presOf" srcId="{D9490C2C-FE69-4D9B-9B4E-2EC05B8E818B}" destId="{12848318-BF2B-490C-A8CA-867D9375B7F9}" srcOrd="1" destOrd="0" presId="urn:microsoft.com/office/officeart/2005/8/layout/list1"/>
    <dgm:cxn modelId="{1A811788-BC9F-4A45-9B36-3AB01D775570}" type="presOf" srcId="{4A7F0862-BF07-4CB1-8D7A-C0EAE3C2286B}" destId="{B6516290-42EB-42AE-A511-D15FDF98E574}" srcOrd="0" destOrd="0" presId="urn:microsoft.com/office/officeart/2005/8/layout/list1"/>
    <dgm:cxn modelId="{C82BE792-646E-426F-A680-C63F02EA3A08}" type="presOf" srcId="{4A7F0862-BF07-4CB1-8D7A-C0EAE3C2286B}" destId="{93838463-1AB0-4461-8797-0B6F675C2794}" srcOrd="1" destOrd="0" presId="urn:microsoft.com/office/officeart/2005/8/layout/list1"/>
    <dgm:cxn modelId="{1E9B609B-A299-477D-ABA2-17CCA7DBBA90}" type="presOf" srcId="{A880D3C3-11FD-4724-9705-BF61E773BA48}" destId="{FBE7FC39-7495-498B-81CB-67E6E61E853C}" srcOrd="0" destOrd="0" presId="urn:microsoft.com/office/officeart/2005/8/layout/list1"/>
    <dgm:cxn modelId="{A91BE6C6-B0CB-4E6B-A449-CCAED2748796}" type="presOf" srcId="{5E4C6524-8426-48BD-83E0-6B2AC847A8E1}" destId="{8495FE77-BE0D-4101-A58C-E96625657A27}" srcOrd="0" destOrd="0" presId="urn:microsoft.com/office/officeart/2005/8/layout/list1"/>
    <dgm:cxn modelId="{CA00BBC9-3C9B-4FC7-BC36-FCC1856418FD}" srcId="{A880D3C3-11FD-4724-9705-BF61E773BA48}" destId="{5E4C6524-8426-48BD-83E0-6B2AC847A8E1}" srcOrd="1" destOrd="0" parTransId="{543C2178-0D36-4356-9C0B-CCF78805493D}" sibTransId="{DADD8DCE-9311-4740-BA3D-EB04EE6CBB12}"/>
    <dgm:cxn modelId="{978A83CF-6993-4B78-BF6C-7D53003BC7AD}" srcId="{A880D3C3-11FD-4724-9705-BF61E773BA48}" destId="{6FC93E12-6768-4679-A158-BD271C46E9DD}" srcOrd="0" destOrd="0" parTransId="{2C197022-B1B8-4E62-AF8C-1E7D181561F8}" sibTransId="{6674B646-D564-424A-952E-3C1521E7D8A9}"/>
    <dgm:cxn modelId="{FF4EF5DA-40FE-414A-863F-5582A4E981F6}" srcId="{A880D3C3-11FD-4724-9705-BF61E773BA48}" destId="{4A7F0862-BF07-4CB1-8D7A-C0EAE3C2286B}" srcOrd="4" destOrd="0" parTransId="{766E1BFF-3903-4C40-A419-7E43DBFF76BD}" sibTransId="{D41AED6A-9E36-4DAC-BCB8-77C4D459BD71}"/>
    <dgm:cxn modelId="{7874AFE2-D97E-45E2-8D9C-749F9B3878DD}" type="presOf" srcId="{98E3E309-E30B-4CD2-B7C7-53BEE16ED8FC}" destId="{D923CFC5-5E7E-4253-938A-D216E05133F7}" srcOrd="1" destOrd="0" presId="urn:microsoft.com/office/officeart/2005/8/layout/list1"/>
    <dgm:cxn modelId="{FF1AF6E6-5A02-44B1-8963-F89BF637534A}" type="presOf" srcId="{6FC93E12-6768-4679-A158-BD271C46E9DD}" destId="{AC888852-9B03-4A62-90A1-3B4E12EF4017}" srcOrd="1" destOrd="0" presId="urn:microsoft.com/office/officeart/2005/8/layout/list1"/>
    <dgm:cxn modelId="{9B32A267-D1C7-45FC-8843-1EFE6F5116BF}" type="presParOf" srcId="{FBE7FC39-7495-498B-81CB-67E6E61E853C}" destId="{0E91D0C8-23A8-48C1-A11D-3FEE8F16BD6F}" srcOrd="0" destOrd="0" presId="urn:microsoft.com/office/officeart/2005/8/layout/list1"/>
    <dgm:cxn modelId="{2EAC5BEF-9955-46E5-B5AE-AADCED87FA30}" type="presParOf" srcId="{0E91D0C8-23A8-48C1-A11D-3FEE8F16BD6F}" destId="{245C79A1-3507-4FB1-9C62-E4577F9A8482}" srcOrd="0" destOrd="0" presId="urn:microsoft.com/office/officeart/2005/8/layout/list1"/>
    <dgm:cxn modelId="{A4FBA568-D099-41A3-A961-82C024E8B55A}" type="presParOf" srcId="{0E91D0C8-23A8-48C1-A11D-3FEE8F16BD6F}" destId="{AC888852-9B03-4A62-90A1-3B4E12EF4017}" srcOrd="1" destOrd="0" presId="urn:microsoft.com/office/officeart/2005/8/layout/list1"/>
    <dgm:cxn modelId="{60E6E645-0A27-4D17-AD61-A1D07E5B7454}" type="presParOf" srcId="{FBE7FC39-7495-498B-81CB-67E6E61E853C}" destId="{0F977F00-5E39-4B86-A560-9AD56E889A07}" srcOrd="1" destOrd="0" presId="urn:microsoft.com/office/officeart/2005/8/layout/list1"/>
    <dgm:cxn modelId="{DB61AA0B-A4E6-472B-9DBC-0DD2C94DA487}" type="presParOf" srcId="{FBE7FC39-7495-498B-81CB-67E6E61E853C}" destId="{A90FC4FC-12A1-4DFE-97C7-6152E9CA9A60}" srcOrd="2" destOrd="0" presId="urn:microsoft.com/office/officeart/2005/8/layout/list1"/>
    <dgm:cxn modelId="{4A1FA57C-1C82-4A72-8B9B-3B112132AA23}" type="presParOf" srcId="{FBE7FC39-7495-498B-81CB-67E6E61E853C}" destId="{BF7184BE-B2A8-45D3-B173-6FF403203252}" srcOrd="3" destOrd="0" presId="urn:microsoft.com/office/officeart/2005/8/layout/list1"/>
    <dgm:cxn modelId="{FB303B4F-67F0-44F1-B389-69E3A10175F6}" type="presParOf" srcId="{FBE7FC39-7495-498B-81CB-67E6E61E853C}" destId="{339461A2-4412-4D22-9A41-92CB9B4305A8}" srcOrd="4" destOrd="0" presId="urn:microsoft.com/office/officeart/2005/8/layout/list1"/>
    <dgm:cxn modelId="{586EFD77-1074-4EF7-85CD-48D88242C689}" type="presParOf" srcId="{339461A2-4412-4D22-9A41-92CB9B4305A8}" destId="{8495FE77-BE0D-4101-A58C-E96625657A27}" srcOrd="0" destOrd="0" presId="urn:microsoft.com/office/officeart/2005/8/layout/list1"/>
    <dgm:cxn modelId="{D1CE5B8A-25BC-42E3-916E-6944F29B8F81}" type="presParOf" srcId="{339461A2-4412-4D22-9A41-92CB9B4305A8}" destId="{4D765E2D-12E6-4727-A28F-2EBB9EEF1986}" srcOrd="1" destOrd="0" presId="urn:microsoft.com/office/officeart/2005/8/layout/list1"/>
    <dgm:cxn modelId="{B8A6AD44-5A82-49B4-9CF4-05D7CDE50195}" type="presParOf" srcId="{FBE7FC39-7495-498B-81CB-67E6E61E853C}" destId="{FC8BB290-BF28-487D-B407-7FF7D71B0FE5}" srcOrd="5" destOrd="0" presId="urn:microsoft.com/office/officeart/2005/8/layout/list1"/>
    <dgm:cxn modelId="{E09CBBD1-6A4F-425B-90AA-78539375DBB3}" type="presParOf" srcId="{FBE7FC39-7495-498B-81CB-67E6E61E853C}" destId="{2209B4A3-569C-4E46-AA94-44139EF84440}" srcOrd="6" destOrd="0" presId="urn:microsoft.com/office/officeart/2005/8/layout/list1"/>
    <dgm:cxn modelId="{01E2E0A4-B51E-4D83-ACF7-24751D9B53C0}" type="presParOf" srcId="{FBE7FC39-7495-498B-81CB-67E6E61E853C}" destId="{90E069AA-C274-4D60-A1BB-71155F6F3047}" srcOrd="7" destOrd="0" presId="urn:microsoft.com/office/officeart/2005/8/layout/list1"/>
    <dgm:cxn modelId="{F6A193FE-F6A8-4C4F-B838-BE25222DB67D}" type="presParOf" srcId="{FBE7FC39-7495-498B-81CB-67E6E61E853C}" destId="{8A7B60B8-D7F5-477C-8699-A1DC141BD508}" srcOrd="8" destOrd="0" presId="urn:microsoft.com/office/officeart/2005/8/layout/list1"/>
    <dgm:cxn modelId="{21C45828-0E0D-4829-B18C-F493E00EEF4A}" type="presParOf" srcId="{8A7B60B8-D7F5-477C-8699-A1DC141BD508}" destId="{CE7B7866-B13D-4964-89CD-66D2937A5387}" srcOrd="0" destOrd="0" presId="urn:microsoft.com/office/officeart/2005/8/layout/list1"/>
    <dgm:cxn modelId="{D4ED53CA-0C8B-469A-B1EA-77EFB155B573}" type="presParOf" srcId="{8A7B60B8-D7F5-477C-8699-A1DC141BD508}" destId="{12848318-BF2B-490C-A8CA-867D9375B7F9}" srcOrd="1" destOrd="0" presId="urn:microsoft.com/office/officeart/2005/8/layout/list1"/>
    <dgm:cxn modelId="{069E2679-D13C-460B-9431-81F683221F76}" type="presParOf" srcId="{FBE7FC39-7495-498B-81CB-67E6E61E853C}" destId="{91A11AFA-ABE5-47F5-87D9-D5DC12CD6759}" srcOrd="9" destOrd="0" presId="urn:microsoft.com/office/officeart/2005/8/layout/list1"/>
    <dgm:cxn modelId="{9D506E33-6E75-4C65-B0B2-7685CE1C62FB}" type="presParOf" srcId="{FBE7FC39-7495-498B-81CB-67E6E61E853C}" destId="{9EC73EBF-BC18-4E48-9244-F30685C8C4C5}" srcOrd="10" destOrd="0" presId="urn:microsoft.com/office/officeart/2005/8/layout/list1"/>
    <dgm:cxn modelId="{7C27F271-EE15-486A-92FE-9F6D0531318F}" type="presParOf" srcId="{FBE7FC39-7495-498B-81CB-67E6E61E853C}" destId="{127EF0FA-4E34-4087-969C-1A40EED885A9}" srcOrd="11" destOrd="0" presId="urn:microsoft.com/office/officeart/2005/8/layout/list1"/>
    <dgm:cxn modelId="{C7C59D17-87DF-48B5-A221-50E5E2DC8E7A}" type="presParOf" srcId="{FBE7FC39-7495-498B-81CB-67E6E61E853C}" destId="{2E2E2AF3-6E6D-4A73-84A8-EAE1DBBC2EE4}" srcOrd="12" destOrd="0" presId="urn:microsoft.com/office/officeart/2005/8/layout/list1"/>
    <dgm:cxn modelId="{46886EC5-2C55-4707-9E9C-21693FDB1549}" type="presParOf" srcId="{2E2E2AF3-6E6D-4A73-84A8-EAE1DBBC2EE4}" destId="{6C72F4DB-DF27-4FED-AF79-3354F1459B5C}" srcOrd="0" destOrd="0" presId="urn:microsoft.com/office/officeart/2005/8/layout/list1"/>
    <dgm:cxn modelId="{E9D69A10-0743-48F1-8AF2-A4EB9A52A9B6}" type="presParOf" srcId="{2E2E2AF3-6E6D-4A73-84A8-EAE1DBBC2EE4}" destId="{D923CFC5-5E7E-4253-938A-D216E05133F7}" srcOrd="1" destOrd="0" presId="urn:microsoft.com/office/officeart/2005/8/layout/list1"/>
    <dgm:cxn modelId="{8CA0F1D4-9895-47E6-A341-F0A0C2E22A08}" type="presParOf" srcId="{FBE7FC39-7495-498B-81CB-67E6E61E853C}" destId="{0E525E4F-B1E7-4698-9305-28C959D50124}" srcOrd="13" destOrd="0" presId="urn:microsoft.com/office/officeart/2005/8/layout/list1"/>
    <dgm:cxn modelId="{90A5D0C0-0D2F-4B35-BCE6-69344548EDFE}" type="presParOf" srcId="{FBE7FC39-7495-498B-81CB-67E6E61E853C}" destId="{AE637718-6719-49E3-B79E-96F05D65E0E6}" srcOrd="14" destOrd="0" presId="urn:microsoft.com/office/officeart/2005/8/layout/list1"/>
    <dgm:cxn modelId="{2CF8458D-4337-475B-BCF0-AEE068A9ED43}" type="presParOf" srcId="{FBE7FC39-7495-498B-81CB-67E6E61E853C}" destId="{899D1CC6-E88D-4432-A5B5-A4152697A9FC}" srcOrd="15" destOrd="0" presId="urn:microsoft.com/office/officeart/2005/8/layout/list1"/>
    <dgm:cxn modelId="{B7DA6799-BAC1-4632-8F2D-DD6357E85B40}" type="presParOf" srcId="{FBE7FC39-7495-498B-81CB-67E6E61E853C}" destId="{A23F1AA4-3C7B-425B-B381-58A26E099B85}" srcOrd="16" destOrd="0" presId="urn:microsoft.com/office/officeart/2005/8/layout/list1"/>
    <dgm:cxn modelId="{4C5FB59A-19DE-4475-9738-50D581787484}" type="presParOf" srcId="{A23F1AA4-3C7B-425B-B381-58A26E099B85}" destId="{B6516290-42EB-42AE-A511-D15FDF98E574}" srcOrd="0" destOrd="0" presId="urn:microsoft.com/office/officeart/2005/8/layout/list1"/>
    <dgm:cxn modelId="{9FAC43A3-DCE0-4D5C-8F0D-1436B3FD2A72}" type="presParOf" srcId="{A23F1AA4-3C7B-425B-B381-58A26E099B85}" destId="{93838463-1AB0-4461-8797-0B6F675C2794}" srcOrd="1" destOrd="0" presId="urn:microsoft.com/office/officeart/2005/8/layout/list1"/>
    <dgm:cxn modelId="{F23BB743-D28A-477F-9A65-CAE197513DEF}" type="presParOf" srcId="{FBE7FC39-7495-498B-81CB-67E6E61E853C}" destId="{8FA95110-D52B-4D14-A4C9-8CCC1AD66619}" srcOrd="17" destOrd="0" presId="urn:microsoft.com/office/officeart/2005/8/layout/list1"/>
    <dgm:cxn modelId="{8F848212-6897-4E29-A568-9DE53947B982}" type="presParOf" srcId="{FBE7FC39-7495-498B-81CB-67E6E61E853C}" destId="{2C2E9369-0730-4E3C-91D8-B94752684F5C}"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74DE42-530E-4C02-938B-6D906F254A6D}" type="doc">
      <dgm:prSet loTypeId="urn:microsoft.com/office/officeart/2005/8/layout/venn1" loCatId="relationship" qsTypeId="urn:microsoft.com/office/officeart/2005/8/quickstyle/simple1" qsCatId="simple" csTypeId="urn:microsoft.com/office/officeart/2005/8/colors/accent1_2" csCatId="accent1" phldr="1"/>
      <dgm:spPr/>
    </dgm:pt>
    <dgm:pt modelId="{389BD382-E416-4098-9B23-F71A1636C1FC}">
      <dgm:prSet phldrT="[Text]" custT="1"/>
      <dgm:spPr/>
      <dgm:t>
        <a:bodyPr/>
        <a:lstStyle/>
        <a:p>
          <a:r>
            <a:rPr lang="en-US" sz="2200" dirty="0"/>
            <a:t>URLs</a:t>
          </a:r>
        </a:p>
        <a:p>
          <a:r>
            <a:rPr lang="en-US" sz="2200" dirty="0"/>
            <a:t>Email addresses</a:t>
          </a:r>
        </a:p>
        <a:p>
          <a:r>
            <a:rPr lang="en-US" sz="2200" dirty="0"/>
            <a:t>File formats</a:t>
          </a:r>
        </a:p>
        <a:p>
          <a:r>
            <a:rPr lang="en-US" sz="2200" dirty="0"/>
            <a:t>Damaged sectors</a:t>
          </a:r>
        </a:p>
        <a:p>
          <a:r>
            <a:rPr lang="en-US" sz="2200" dirty="0"/>
            <a:t>Data outside partitions</a:t>
          </a:r>
        </a:p>
        <a:p>
          <a:endParaRPr lang="en-US" sz="2500" dirty="0"/>
        </a:p>
      </dgm:t>
    </dgm:pt>
    <dgm:pt modelId="{1770F118-6FB1-484C-87D0-60B312BE127D}" type="parTrans" cxnId="{AABBD120-BE76-4598-ADF1-4AD28E5FB4E1}">
      <dgm:prSet/>
      <dgm:spPr/>
      <dgm:t>
        <a:bodyPr/>
        <a:lstStyle/>
        <a:p>
          <a:endParaRPr lang="en-US"/>
        </a:p>
      </dgm:t>
    </dgm:pt>
    <dgm:pt modelId="{241421FA-5B60-46C9-9F61-AEE97D1A628A}" type="sibTrans" cxnId="{AABBD120-BE76-4598-ADF1-4AD28E5FB4E1}">
      <dgm:prSet/>
      <dgm:spPr/>
      <dgm:t>
        <a:bodyPr/>
        <a:lstStyle/>
        <a:p>
          <a:endParaRPr lang="en-US"/>
        </a:p>
      </dgm:t>
    </dgm:pt>
    <dgm:pt modelId="{AFD34DA4-D66E-44BF-B117-77B9551A9DE2}">
      <dgm:prSet phldrT="[Text]" custT="1"/>
      <dgm:spPr/>
      <dgm:t>
        <a:bodyPr/>
        <a:lstStyle/>
        <a:p>
          <a:r>
            <a:rPr lang="en-US" sz="2200" dirty="0"/>
            <a:t>Partitions</a:t>
          </a:r>
        </a:p>
        <a:p>
          <a:r>
            <a:rPr lang="en-US" sz="2200" dirty="0"/>
            <a:t>File metadata</a:t>
          </a:r>
        </a:p>
        <a:p>
          <a:r>
            <a:rPr lang="en-US" sz="2200" dirty="0"/>
            <a:t>Context of data</a:t>
          </a:r>
        </a:p>
        <a:p>
          <a:r>
            <a:rPr lang="en-US" sz="2200" dirty="0"/>
            <a:t>File paths</a:t>
          </a:r>
        </a:p>
      </dgm:t>
    </dgm:pt>
    <dgm:pt modelId="{C390A5A9-5C4A-43A4-958F-CE0B6406E32D}" type="parTrans" cxnId="{1FDC9702-5E46-4A04-9E56-3D79E86A74A0}">
      <dgm:prSet/>
      <dgm:spPr/>
      <dgm:t>
        <a:bodyPr/>
        <a:lstStyle/>
        <a:p>
          <a:endParaRPr lang="en-US"/>
        </a:p>
      </dgm:t>
    </dgm:pt>
    <dgm:pt modelId="{C1179175-83B2-4F57-93F0-DC0B01478388}" type="sibTrans" cxnId="{1FDC9702-5E46-4A04-9E56-3D79E86A74A0}">
      <dgm:prSet/>
      <dgm:spPr/>
      <dgm:t>
        <a:bodyPr/>
        <a:lstStyle/>
        <a:p>
          <a:endParaRPr lang="en-US"/>
        </a:p>
      </dgm:t>
    </dgm:pt>
    <dgm:pt modelId="{19A7D923-DB13-4FB9-9C70-066E3CB407FB}" type="pres">
      <dgm:prSet presAssocID="{6574DE42-530E-4C02-938B-6D906F254A6D}" presName="compositeShape" presStyleCnt="0">
        <dgm:presLayoutVars>
          <dgm:chMax val="7"/>
          <dgm:dir/>
          <dgm:resizeHandles val="exact"/>
        </dgm:presLayoutVars>
      </dgm:prSet>
      <dgm:spPr/>
    </dgm:pt>
    <dgm:pt modelId="{51E6EF3E-6ABA-4D89-BC50-9CA8CE8AD60B}" type="pres">
      <dgm:prSet presAssocID="{389BD382-E416-4098-9B23-F71A1636C1FC}" presName="circ1" presStyleLbl="vennNode1" presStyleIdx="0" presStyleCnt="2"/>
      <dgm:spPr/>
    </dgm:pt>
    <dgm:pt modelId="{8CD1F445-B280-4813-AE97-42AB2903F8B9}" type="pres">
      <dgm:prSet presAssocID="{389BD382-E416-4098-9B23-F71A1636C1FC}" presName="circ1Tx" presStyleLbl="revTx" presStyleIdx="0" presStyleCnt="0">
        <dgm:presLayoutVars>
          <dgm:chMax val="0"/>
          <dgm:chPref val="0"/>
          <dgm:bulletEnabled val="1"/>
        </dgm:presLayoutVars>
      </dgm:prSet>
      <dgm:spPr/>
    </dgm:pt>
    <dgm:pt modelId="{E6FC06F2-9278-40D1-BBDB-B0D1C96EFFF9}" type="pres">
      <dgm:prSet presAssocID="{AFD34DA4-D66E-44BF-B117-77B9551A9DE2}" presName="circ2" presStyleLbl="vennNode1" presStyleIdx="1" presStyleCnt="2"/>
      <dgm:spPr/>
    </dgm:pt>
    <dgm:pt modelId="{44BE4065-D502-43B6-8944-0C7FCFF19B7D}" type="pres">
      <dgm:prSet presAssocID="{AFD34DA4-D66E-44BF-B117-77B9551A9DE2}" presName="circ2Tx" presStyleLbl="revTx" presStyleIdx="0" presStyleCnt="0">
        <dgm:presLayoutVars>
          <dgm:chMax val="0"/>
          <dgm:chPref val="0"/>
          <dgm:bulletEnabled val="1"/>
        </dgm:presLayoutVars>
      </dgm:prSet>
      <dgm:spPr/>
    </dgm:pt>
  </dgm:ptLst>
  <dgm:cxnLst>
    <dgm:cxn modelId="{AA4C2B00-ADD7-4EE2-B171-C605F46C8FB7}" type="presOf" srcId="{389BD382-E416-4098-9B23-F71A1636C1FC}" destId="{51E6EF3E-6ABA-4D89-BC50-9CA8CE8AD60B}" srcOrd="0" destOrd="0" presId="urn:microsoft.com/office/officeart/2005/8/layout/venn1"/>
    <dgm:cxn modelId="{1FDC9702-5E46-4A04-9E56-3D79E86A74A0}" srcId="{6574DE42-530E-4C02-938B-6D906F254A6D}" destId="{AFD34DA4-D66E-44BF-B117-77B9551A9DE2}" srcOrd="1" destOrd="0" parTransId="{C390A5A9-5C4A-43A4-958F-CE0B6406E32D}" sibTransId="{C1179175-83B2-4F57-93F0-DC0B01478388}"/>
    <dgm:cxn modelId="{AABBD120-BE76-4598-ADF1-4AD28E5FB4E1}" srcId="{6574DE42-530E-4C02-938B-6D906F254A6D}" destId="{389BD382-E416-4098-9B23-F71A1636C1FC}" srcOrd="0" destOrd="0" parTransId="{1770F118-6FB1-484C-87D0-60B312BE127D}" sibTransId="{241421FA-5B60-46C9-9F61-AEE97D1A628A}"/>
    <dgm:cxn modelId="{8CDCA633-DAB7-4F97-82E6-C8D59995CC2E}" type="presOf" srcId="{AFD34DA4-D66E-44BF-B117-77B9551A9DE2}" destId="{E6FC06F2-9278-40D1-BBDB-B0D1C96EFFF9}" srcOrd="0" destOrd="0" presId="urn:microsoft.com/office/officeart/2005/8/layout/venn1"/>
    <dgm:cxn modelId="{DED9C970-1C87-451D-85E1-D2DCC35CC764}" type="presOf" srcId="{AFD34DA4-D66E-44BF-B117-77B9551A9DE2}" destId="{44BE4065-D502-43B6-8944-0C7FCFF19B7D}" srcOrd="1" destOrd="0" presId="urn:microsoft.com/office/officeart/2005/8/layout/venn1"/>
    <dgm:cxn modelId="{30C06883-C63B-41F9-A6E5-26F1482747E3}" type="presOf" srcId="{389BD382-E416-4098-9B23-F71A1636C1FC}" destId="{8CD1F445-B280-4813-AE97-42AB2903F8B9}" srcOrd="1" destOrd="0" presId="urn:microsoft.com/office/officeart/2005/8/layout/venn1"/>
    <dgm:cxn modelId="{FE70AAA5-592F-4468-9632-E41C2469CF00}" type="presOf" srcId="{6574DE42-530E-4C02-938B-6D906F254A6D}" destId="{19A7D923-DB13-4FB9-9C70-066E3CB407FB}" srcOrd="0" destOrd="0" presId="urn:microsoft.com/office/officeart/2005/8/layout/venn1"/>
    <dgm:cxn modelId="{550278EB-0568-4249-99DE-80EF3F2C6C50}" type="presParOf" srcId="{19A7D923-DB13-4FB9-9C70-066E3CB407FB}" destId="{51E6EF3E-6ABA-4D89-BC50-9CA8CE8AD60B}" srcOrd="0" destOrd="0" presId="urn:microsoft.com/office/officeart/2005/8/layout/venn1"/>
    <dgm:cxn modelId="{81E7B5D0-F820-4153-89B1-6C8D77C7648B}" type="presParOf" srcId="{19A7D923-DB13-4FB9-9C70-066E3CB407FB}" destId="{8CD1F445-B280-4813-AE97-42AB2903F8B9}" srcOrd="1" destOrd="0" presId="urn:microsoft.com/office/officeart/2005/8/layout/venn1"/>
    <dgm:cxn modelId="{D8226EE6-2440-41AD-8C41-8F66793ED08D}" type="presParOf" srcId="{19A7D923-DB13-4FB9-9C70-066E3CB407FB}" destId="{E6FC06F2-9278-40D1-BBDB-B0D1C96EFFF9}" srcOrd="2" destOrd="0" presId="urn:microsoft.com/office/officeart/2005/8/layout/venn1"/>
    <dgm:cxn modelId="{9D46702C-7E2F-4527-9DD3-4750D0B094B9}" type="presParOf" srcId="{19A7D923-DB13-4FB9-9C70-066E3CB407FB}" destId="{44BE4065-D502-43B6-8944-0C7FCFF19B7D}" srcOrd="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2F5B66-2899-4B69-909A-E535052769D1}"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en-US"/>
        </a:p>
      </dgm:t>
    </dgm:pt>
    <dgm:pt modelId="{5796F47E-1094-4F2D-ABAD-4BCF468CFE44}">
      <dgm:prSet phldrT="[Text]" custT="1"/>
      <dgm:spPr/>
      <dgm:t>
        <a:bodyPr/>
        <a:lstStyle/>
        <a:p>
          <a:r>
            <a:rPr lang="en-US" sz="3200" dirty="0"/>
            <a:t>Magnetic media</a:t>
          </a:r>
        </a:p>
      </dgm:t>
    </dgm:pt>
    <dgm:pt modelId="{6AB8AE8C-D9D2-4D62-9366-090C04AFBDDC}" type="parTrans" cxnId="{303D51C0-08AE-43FC-949E-40E5B9FDCC52}">
      <dgm:prSet/>
      <dgm:spPr/>
      <dgm:t>
        <a:bodyPr/>
        <a:lstStyle/>
        <a:p>
          <a:endParaRPr lang="en-US"/>
        </a:p>
      </dgm:t>
    </dgm:pt>
    <dgm:pt modelId="{23A969F4-46BB-40C0-A6D6-79B5FE82196F}" type="sibTrans" cxnId="{303D51C0-08AE-43FC-949E-40E5B9FDCC52}">
      <dgm:prSet/>
      <dgm:spPr/>
      <dgm:t>
        <a:bodyPr/>
        <a:lstStyle/>
        <a:p>
          <a:endParaRPr lang="en-US"/>
        </a:p>
      </dgm:t>
    </dgm:pt>
    <dgm:pt modelId="{6A21474F-1A0E-438F-A4A1-13DE5FA89DB0}">
      <dgm:prSet phldrT="[Text]" custT="1"/>
      <dgm:spPr/>
      <dgm:t>
        <a:bodyPr/>
        <a:lstStyle/>
        <a:p>
          <a:r>
            <a:rPr lang="en-US" sz="3200" dirty="0"/>
            <a:t>Solid-state drives</a:t>
          </a:r>
        </a:p>
      </dgm:t>
    </dgm:pt>
    <dgm:pt modelId="{3EF9E859-C0CB-4C34-B03D-DDE6334188F9}" type="parTrans" cxnId="{1539BAF8-6E7A-4162-B46F-BF0F9E272781}">
      <dgm:prSet/>
      <dgm:spPr/>
      <dgm:t>
        <a:bodyPr/>
        <a:lstStyle/>
        <a:p>
          <a:endParaRPr lang="en-US"/>
        </a:p>
      </dgm:t>
    </dgm:pt>
    <dgm:pt modelId="{372E33D2-F1AA-4ACB-9862-D66D258F9F3A}" type="sibTrans" cxnId="{1539BAF8-6E7A-4162-B46F-BF0F9E272781}">
      <dgm:prSet/>
      <dgm:spPr/>
      <dgm:t>
        <a:bodyPr/>
        <a:lstStyle/>
        <a:p>
          <a:endParaRPr lang="en-US"/>
        </a:p>
      </dgm:t>
    </dgm:pt>
    <dgm:pt modelId="{A55DE7A6-7D62-4AE4-89AB-4F84A258FAF6}">
      <dgm:prSet phldrT="[Text]" custT="1"/>
      <dgm:spPr/>
      <dgm:t>
        <a:bodyPr/>
        <a:lstStyle/>
        <a:p>
          <a:r>
            <a:rPr lang="en-US" sz="3200" dirty="0"/>
            <a:t>Digital audio tape (DAT) drives</a:t>
          </a:r>
        </a:p>
      </dgm:t>
    </dgm:pt>
    <dgm:pt modelId="{6DA8A46B-7EC2-46BD-924C-6E9192155B22}" type="parTrans" cxnId="{43593747-6369-4336-9926-4C28EEC4E0E6}">
      <dgm:prSet/>
      <dgm:spPr/>
      <dgm:t>
        <a:bodyPr/>
        <a:lstStyle/>
        <a:p>
          <a:endParaRPr lang="en-US"/>
        </a:p>
      </dgm:t>
    </dgm:pt>
    <dgm:pt modelId="{DCF51940-ACE3-4FFA-8909-965F26EEF30F}" type="sibTrans" cxnId="{43593747-6369-4336-9926-4C28EEC4E0E6}">
      <dgm:prSet/>
      <dgm:spPr/>
      <dgm:t>
        <a:bodyPr/>
        <a:lstStyle/>
        <a:p>
          <a:endParaRPr lang="en-US"/>
        </a:p>
      </dgm:t>
    </dgm:pt>
    <dgm:pt modelId="{66EFA48C-D253-47A5-917A-E1DDA293FF40}" type="pres">
      <dgm:prSet presAssocID="{F02F5B66-2899-4B69-909A-E535052769D1}" presName="linear" presStyleCnt="0">
        <dgm:presLayoutVars>
          <dgm:animLvl val="lvl"/>
          <dgm:resizeHandles val="exact"/>
        </dgm:presLayoutVars>
      </dgm:prSet>
      <dgm:spPr/>
    </dgm:pt>
    <dgm:pt modelId="{57BCD4E0-FF98-4C50-81D4-2C64EB719D61}" type="pres">
      <dgm:prSet presAssocID="{5796F47E-1094-4F2D-ABAD-4BCF468CFE44}" presName="parentText" presStyleLbl="node1" presStyleIdx="0" presStyleCnt="3" custLinFactNeighborX="212">
        <dgm:presLayoutVars>
          <dgm:chMax val="0"/>
          <dgm:bulletEnabled val="1"/>
        </dgm:presLayoutVars>
      </dgm:prSet>
      <dgm:spPr/>
    </dgm:pt>
    <dgm:pt modelId="{D050D38F-8A43-400E-ABF4-43A7993DC354}" type="pres">
      <dgm:prSet presAssocID="{23A969F4-46BB-40C0-A6D6-79B5FE82196F}" presName="spacer" presStyleCnt="0"/>
      <dgm:spPr/>
    </dgm:pt>
    <dgm:pt modelId="{3CA2153C-D446-4EF5-A953-DCA60AFFAC28}" type="pres">
      <dgm:prSet presAssocID="{6A21474F-1A0E-438F-A4A1-13DE5FA89DB0}" presName="parentText" presStyleLbl="node1" presStyleIdx="1" presStyleCnt="3">
        <dgm:presLayoutVars>
          <dgm:chMax val="0"/>
          <dgm:bulletEnabled val="1"/>
        </dgm:presLayoutVars>
      </dgm:prSet>
      <dgm:spPr/>
    </dgm:pt>
    <dgm:pt modelId="{D0FD2ED4-0E8B-4F8F-8A6D-6BE2A877B770}" type="pres">
      <dgm:prSet presAssocID="{372E33D2-F1AA-4ACB-9862-D66D258F9F3A}" presName="spacer" presStyleCnt="0"/>
      <dgm:spPr/>
    </dgm:pt>
    <dgm:pt modelId="{B4E0A440-FD5B-4C2A-899A-80C9362B383E}" type="pres">
      <dgm:prSet presAssocID="{A55DE7A6-7D62-4AE4-89AB-4F84A258FAF6}" presName="parentText" presStyleLbl="node1" presStyleIdx="2" presStyleCnt="3">
        <dgm:presLayoutVars>
          <dgm:chMax val="0"/>
          <dgm:bulletEnabled val="1"/>
        </dgm:presLayoutVars>
      </dgm:prSet>
      <dgm:spPr/>
    </dgm:pt>
  </dgm:ptLst>
  <dgm:cxnLst>
    <dgm:cxn modelId="{80921B2E-AD25-4D1F-AD6C-938D550BF1EB}" type="presOf" srcId="{5796F47E-1094-4F2D-ABAD-4BCF468CFE44}" destId="{57BCD4E0-FF98-4C50-81D4-2C64EB719D61}" srcOrd="0" destOrd="0" presId="urn:microsoft.com/office/officeart/2005/8/layout/vList2"/>
    <dgm:cxn modelId="{43593747-6369-4336-9926-4C28EEC4E0E6}" srcId="{F02F5B66-2899-4B69-909A-E535052769D1}" destId="{A55DE7A6-7D62-4AE4-89AB-4F84A258FAF6}" srcOrd="2" destOrd="0" parTransId="{6DA8A46B-7EC2-46BD-924C-6E9192155B22}" sibTransId="{DCF51940-ACE3-4FFA-8909-965F26EEF30F}"/>
    <dgm:cxn modelId="{4987CA4B-40D6-4ED8-9E17-103BDB478955}" type="presOf" srcId="{6A21474F-1A0E-438F-A4A1-13DE5FA89DB0}" destId="{3CA2153C-D446-4EF5-A953-DCA60AFFAC28}" srcOrd="0" destOrd="0" presId="urn:microsoft.com/office/officeart/2005/8/layout/vList2"/>
    <dgm:cxn modelId="{E8D05956-6A98-4AB9-94DA-7FB98BAE57A5}" type="presOf" srcId="{F02F5B66-2899-4B69-909A-E535052769D1}" destId="{66EFA48C-D253-47A5-917A-E1DDA293FF40}" srcOrd="0" destOrd="0" presId="urn:microsoft.com/office/officeart/2005/8/layout/vList2"/>
    <dgm:cxn modelId="{8179CAA0-508F-4119-A30B-DEAEB80B1EAE}" type="presOf" srcId="{A55DE7A6-7D62-4AE4-89AB-4F84A258FAF6}" destId="{B4E0A440-FD5B-4C2A-899A-80C9362B383E}" srcOrd="0" destOrd="0" presId="urn:microsoft.com/office/officeart/2005/8/layout/vList2"/>
    <dgm:cxn modelId="{303D51C0-08AE-43FC-949E-40E5B9FDCC52}" srcId="{F02F5B66-2899-4B69-909A-E535052769D1}" destId="{5796F47E-1094-4F2D-ABAD-4BCF468CFE44}" srcOrd="0" destOrd="0" parTransId="{6AB8AE8C-D9D2-4D62-9366-090C04AFBDDC}" sibTransId="{23A969F4-46BB-40C0-A6D6-79B5FE82196F}"/>
    <dgm:cxn modelId="{1539BAF8-6E7A-4162-B46F-BF0F9E272781}" srcId="{F02F5B66-2899-4B69-909A-E535052769D1}" destId="{6A21474F-1A0E-438F-A4A1-13DE5FA89DB0}" srcOrd="1" destOrd="0" parTransId="{3EF9E859-C0CB-4C34-B03D-DDE6334188F9}" sibTransId="{372E33D2-F1AA-4ACB-9862-D66D258F9F3A}"/>
    <dgm:cxn modelId="{6B6B4981-D5C7-4D31-8A0F-65B9023ACD28}" type="presParOf" srcId="{66EFA48C-D253-47A5-917A-E1DDA293FF40}" destId="{57BCD4E0-FF98-4C50-81D4-2C64EB719D61}" srcOrd="0" destOrd="0" presId="urn:microsoft.com/office/officeart/2005/8/layout/vList2"/>
    <dgm:cxn modelId="{D17DFD1C-3881-4593-B3FA-54B518C4F1E1}" type="presParOf" srcId="{66EFA48C-D253-47A5-917A-E1DDA293FF40}" destId="{D050D38F-8A43-400E-ABF4-43A7993DC354}" srcOrd="1" destOrd="0" presId="urn:microsoft.com/office/officeart/2005/8/layout/vList2"/>
    <dgm:cxn modelId="{3C6FAF3C-1858-4A43-935C-2DE5A7653100}" type="presParOf" srcId="{66EFA48C-D253-47A5-917A-E1DDA293FF40}" destId="{3CA2153C-D446-4EF5-A953-DCA60AFFAC28}" srcOrd="2" destOrd="0" presId="urn:microsoft.com/office/officeart/2005/8/layout/vList2"/>
    <dgm:cxn modelId="{321B44AD-83F7-42B3-AABD-C858F54E86B5}" type="presParOf" srcId="{66EFA48C-D253-47A5-917A-E1DDA293FF40}" destId="{D0FD2ED4-0E8B-4F8F-8A6D-6BE2A877B770}" srcOrd="3" destOrd="0" presId="urn:microsoft.com/office/officeart/2005/8/layout/vList2"/>
    <dgm:cxn modelId="{54D6259A-D3AB-43EC-9EF7-8DA6BCB0A948}" type="presParOf" srcId="{66EFA48C-D253-47A5-917A-E1DDA293FF40}" destId="{B4E0A440-FD5B-4C2A-899A-80C9362B383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2F5B66-2899-4B69-909A-E535052769D1}"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en-US"/>
        </a:p>
      </dgm:t>
    </dgm:pt>
    <dgm:pt modelId="{5796F47E-1094-4F2D-ABAD-4BCF468CFE44}">
      <dgm:prSet phldrT="[Text]" custT="1"/>
      <dgm:spPr/>
      <dgm:t>
        <a:bodyPr/>
        <a:lstStyle/>
        <a:p>
          <a:r>
            <a:rPr lang="en-US" sz="3200" dirty="0"/>
            <a:t>Digital linear tape (DLT) and super DLT</a:t>
          </a:r>
        </a:p>
      </dgm:t>
    </dgm:pt>
    <dgm:pt modelId="{6AB8AE8C-D9D2-4D62-9366-090C04AFBDDC}" type="parTrans" cxnId="{303D51C0-08AE-43FC-949E-40E5B9FDCC52}">
      <dgm:prSet/>
      <dgm:spPr/>
      <dgm:t>
        <a:bodyPr/>
        <a:lstStyle/>
        <a:p>
          <a:endParaRPr lang="en-US"/>
        </a:p>
      </dgm:t>
    </dgm:pt>
    <dgm:pt modelId="{23A969F4-46BB-40C0-A6D6-79B5FE82196F}" type="sibTrans" cxnId="{303D51C0-08AE-43FC-949E-40E5B9FDCC52}">
      <dgm:prSet/>
      <dgm:spPr/>
      <dgm:t>
        <a:bodyPr/>
        <a:lstStyle/>
        <a:p>
          <a:endParaRPr lang="en-US"/>
        </a:p>
      </dgm:t>
    </dgm:pt>
    <dgm:pt modelId="{6A21474F-1A0E-438F-A4A1-13DE5FA89DB0}">
      <dgm:prSet phldrT="[Text]" custT="1"/>
      <dgm:spPr/>
      <dgm:t>
        <a:bodyPr/>
        <a:lstStyle/>
        <a:p>
          <a:r>
            <a:rPr lang="en-US" sz="3200" dirty="0"/>
            <a:t>Optical media</a:t>
          </a:r>
        </a:p>
      </dgm:t>
    </dgm:pt>
    <dgm:pt modelId="{3EF9E859-C0CB-4C34-B03D-DDE6334188F9}" type="parTrans" cxnId="{1539BAF8-6E7A-4162-B46F-BF0F9E272781}">
      <dgm:prSet/>
      <dgm:spPr/>
      <dgm:t>
        <a:bodyPr/>
        <a:lstStyle/>
        <a:p>
          <a:endParaRPr lang="en-US"/>
        </a:p>
      </dgm:t>
    </dgm:pt>
    <dgm:pt modelId="{372E33D2-F1AA-4ACB-9862-D66D258F9F3A}" type="sibTrans" cxnId="{1539BAF8-6E7A-4162-B46F-BF0F9E272781}">
      <dgm:prSet/>
      <dgm:spPr/>
      <dgm:t>
        <a:bodyPr/>
        <a:lstStyle/>
        <a:p>
          <a:endParaRPr lang="en-US"/>
        </a:p>
      </dgm:t>
    </dgm:pt>
    <dgm:pt modelId="{A55DE7A6-7D62-4AE4-89AB-4F84A258FAF6}">
      <dgm:prSet phldrT="[Text]" custT="1"/>
      <dgm:spPr/>
      <dgm:t>
        <a:bodyPr/>
        <a:lstStyle/>
        <a:p>
          <a:r>
            <a:rPr lang="en-US" sz="3200" dirty="0"/>
            <a:t>Universal serial bus (USB)</a:t>
          </a:r>
        </a:p>
      </dgm:t>
    </dgm:pt>
    <dgm:pt modelId="{6DA8A46B-7EC2-46BD-924C-6E9192155B22}" type="parTrans" cxnId="{43593747-6369-4336-9926-4C28EEC4E0E6}">
      <dgm:prSet/>
      <dgm:spPr/>
      <dgm:t>
        <a:bodyPr/>
        <a:lstStyle/>
        <a:p>
          <a:endParaRPr lang="en-US"/>
        </a:p>
      </dgm:t>
    </dgm:pt>
    <dgm:pt modelId="{DCF51940-ACE3-4FFA-8909-965F26EEF30F}" type="sibTrans" cxnId="{43593747-6369-4336-9926-4C28EEC4E0E6}">
      <dgm:prSet/>
      <dgm:spPr/>
      <dgm:t>
        <a:bodyPr/>
        <a:lstStyle/>
        <a:p>
          <a:endParaRPr lang="en-US"/>
        </a:p>
      </dgm:t>
    </dgm:pt>
    <dgm:pt modelId="{66EFA48C-D253-47A5-917A-E1DDA293FF40}" type="pres">
      <dgm:prSet presAssocID="{F02F5B66-2899-4B69-909A-E535052769D1}" presName="linear" presStyleCnt="0">
        <dgm:presLayoutVars>
          <dgm:animLvl val="lvl"/>
          <dgm:resizeHandles val="exact"/>
        </dgm:presLayoutVars>
      </dgm:prSet>
      <dgm:spPr/>
    </dgm:pt>
    <dgm:pt modelId="{57BCD4E0-FF98-4C50-81D4-2C64EB719D61}" type="pres">
      <dgm:prSet presAssocID="{5796F47E-1094-4F2D-ABAD-4BCF468CFE44}" presName="parentText" presStyleLbl="node1" presStyleIdx="0" presStyleCnt="3" custLinFactNeighborX="212">
        <dgm:presLayoutVars>
          <dgm:chMax val="0"/>
          <dgm:bulletEnabled val="1"/>
        </dgm:presLayoutVars>
      </dgm:prSet>
      <dgm:spPr/>
    </dgm:pt>
    <dgm:pt modelId="{D050D38F-8A43-400E-ABF4-43A7993DC354}" type="pres">
      <dgm:prSet presAssocID="{23A969F4-46BB-40C0-A6D6-79B5FE82196F}" presName="spacer" presStyleCnt="0"/>
      <dgm:spPr/>
    </dgm:pt>
    <dgm:pt modelId="{3CA2153C-D446-4EF5-A953-DCA60AFFAC28}" type="pres">
      <dgm:prSet presAssocID="{6A21474F-1A0E-438F-A4A1-13DE5FA89DB0}" presName="parentText" presStyleLbl="node1" presStyleIdx="1" presStyleCnt="3">
        <dgm:presLayoutVars>
          <dgm:chMax val="0"/>
          <dgm:bulletEnabled val="1"/>
        </dgm:presLayoutVars>
      </dgm:prSet>
      <dgm:spPr/>
    </dgm:pt>
    <dgm:pt modelId="{D0FD2ED4-0E8B-4F8F-8A6D-6BE2A877B770}" type="pres">
      <dgm:prSet presAssocID="{372E33D2-F1AA-4ACB-9862-D66D258F9F3A}" presName="spacer" presStyleCnt="0"/>
      <dgm:spPr/>
    </dgm:pt>
    <dgm:pt modelId="{B4E0A440-FD5B-4C2A-899A-80C9362B383E}" type="pres">
      <dgm:prSet presAssocID="{A55DE7A6-7D62-4AE4-89AB-4F84A258FAF6}" presName="parentText" presStyleLbl="node1" presStyleIdx="2" presStyleCnt="3">
        <dgm:presLayoutVars>
          <dgm:chMax val="0"/>
          <dgm:bulletEnabled val="1"/>
        </dgm:presLayoutVars>
      </dgm:prSet>
      <dgm:spPr/>
    </dgm:pt>
  </dgm:ptLst>
  <dgm:cxnLst>
    <dgm:cxn modelId="{43593747-6369-4336-9926-4C28EEC4E0E6}" srcId="{F02F5B66-2899-4B69-909A-E535052769D1}" destId="{A55DE7A6-7D62-4AE4-89AB-4F84A258FAF6}" srcOrd="2" destOrd="0" parTransId="{6DA8A46B-7EC2-46BD-924C-6E9192155B22}" sibTransId="{DCF51940-ACE3-4FFA-8909-965F26EEF30F}"/>
    <dgm:cxn modelId="{7C57E17F-A0F0-4047-A96B-FE4D001DAF84}" type="presOf" srcId="{5796F47E-1094-4F2D-ABAD-4BCF468CFE44}" destId="{57BCD4E0-FF98-4C50-81D4-2C64EB719D61}" srcOrd="0" destOrd="0" presId="urn:microsoft.com/office/officeart/2005/8/layout/vList2"/>
    <dgm:cxn modelId="{303D51C0-08AE-43FC-949E-40E5B9FDCC52}" srcId="{F02F5B66-2899-4B69-909A-E535052769D1}" destId="{5796F47E-1094-4F2D-ABAD-4BCF468CFE44}" srcOrd="0" destOrd="0" parTransId="{6AB8AE8C-D9D2-4D62-9366-090C04AFBDDC}" sibTransId="{23A969F4-46BB-40C0-A6D6-79B5FE82196F}"/>
    <dgm:cxn modelId="{225325DD-F16E-4412-A2D1-D92B18D68AAB}" type="presOf" srcId="{A55DE7A6-7D62-4AE4-89AB-4F84A258FAF6}" destId="{B4E0A440-FD5B-4C2A-899A-80C9362B383E}" srcOrd="0" destOrd="0" presId="urn:microsoft.com/office/officeart/2005/8/layout/vList2"/>
    <dgm:cxn modelId="{4A6B5DE3-CB86-48B7-A4EA-A6A409EE0716}" type="presOf" srcId="{6A21474F-1A0E-438F-A4A1-13DE5FA89DB0}" destId="{3CA2153C-D446-4EF5-A953-DCA60AFFAC28}" srcOrd="0" destOrd="0" presId="urn:microsoft.com/office/officeart/2005/8/layout/vList2"/>
    <dgm:cxn modelId="{40C6CAEB-51D4-4F3F-9595-43B1ECA7A931}" type="presOf" srcId="{F02F5B66-2899-4B69-909A-E535052769D1}" destId="{66EFA48C-D253-47A5-917A-E1DDA293FF40}" srcOrd="0" destOrd="0" presId="urn:microsoft.com/office/officeart/2005/8/layout/vList2"/>
    <dgm:cxn modelId="{1539BAF8-6E7A-4162-B46F-BF0F9E272781}" srcId="{F02F5B66-2899-4B69-909A-E535052769D1}" destId="{6A21474F-1A0E-438F-A4A1-13DE5FA89DB0}" srcOrd="1" destOrd="0" parTransId="{3EF9E859-C0CB-4C34-B03D-DDE6334188F9}" sibTransId="{372E33D2-F1AA-4ACB-9862-D66D258F9F3A}"/>
    <dgm:cxn modelId="{4BB4C796-05E4-4685-ABB7-335F0E22F66A}" type="presParOf" srcId="{66EFA48C-D253-47A5-917A-E1DDA293FF40}" destId="{57BCD4E0-FF98-4C50-81D4-2C64EB719D61}" srcOrd="0" destOrd="0" presId="urn:microsoft.com/office/officeart/2005/8/layout/vList2"/>
    <dgm:cxn modelId="{B47E04DE-75BD-40DC-A72C-DF8DD4E6653F}" type="presParOf" srcId="{66EFA48C-D253-47A5-917A-E1DDA293FF40}" destId="{D050D38F-8A43-400E-ABF4-43A7993DC354}" srcOrd="1" destOrd="0" presId="urn:microsoft.com/office/officeart/2005/8/layout/vList2"/>
    <dgm:cxn modelId="{68A0196A-DF53-41DC-8EB0-7D4D286F18D0}" type="presParOf" srcId="{66EFA48C-D253-47A5-917A-E1DDA293FF40}" destId="{3CA2153C-D446-4EF5-A953-DCA60AFFAC28}" srcOrd="2" destOrd="0" presId="urn:microsoft.com/office/officeart/2005/8/layout/vList2"/>
    <dgm:cxn modelId="{09B646D0-5A1A-4A44-8C01-0C4721C82D05}" type="presParOf" srcId="{66EFA48C-D253-47A5-917A-E1DDA293FF40}" destId="{D0FD2ED4-0E8B-4F8F-8A6D-6BE2A877B770}" srcOrd="3" destOrd="0" presId="urn:microsoft.com/office/officeart/2005/8/layout/vList2"/>
    <dgm:cxn modelId="{96B03A23-899F-4D70-A518-FA87458906D3}" type="presParOf" srcId="{66EFA48C-D253-47A5-917A-E1DDA293FF40}" destId="{B4E0A440-FD5B-4C2A-899A-80C9362B383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70798B3-3CD1-4053-8D26-6E39CCC60C3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FBC9D62F-3984-4F30-9F96-2077FAF7697F}">
      <dgm:prSet phldrT="[Text]"/>
      <dgm:spPr/>
      <dgm:t>
        <a:bodyPr/>
        <a:lstStyle/>
        <a:p>
          <a:r>
            <a:rPr lang="en-US" dirty="0"/>
            <a:t>Advanced Forensic Format (AFF)</a:t>
          </a:r>
        </a:p>
      </dgm:t>
    </dgm:pt>
    <dgm:pt modelId="{F1EF0859-4C54-4570-AC72-D965400B7D15}" type="parTrans" cxnId="{AC7BD06F-522C-41E7-A230-A52DB1FC9804}">
      <dgm:prSet/>
      <dgm:spPr/>
      <dgm:t>
        <a:bodyPr/>
        <a:lstStyle/>
        <a:p>
          <a:endParaRPr lang="en-US"/>
        </a:p>
      </dgm:t>
    </dgm:pt>
    <dgm:pt modelId="{F574D95B-16F2-46D7-A461-503210B60CAD}" type="sibTrans" cxnId="{AC7BD06F-522C-41E7-A230-A52DB1FC9804}">
      <dgm:prSet/>
      <dgm:spPr/>
      <dgm:t>
        <a:bodyPr/>
        <a:lstStyle/>
        <a:p>
          <a:endParaRPr lang="en-US"/>
        </a:p>
      </dgm:t>
    </dgm:pt>
    <dgm:pt modelId="{BE3E0B19-8D5A-45CE-B390-73FAA685BEE3}">
      <dgm:prSet phldrT="[Text]"/>
      <dgm:spPr/>
      <dgm:t>
        <a:bodyPr/>
        <a:lstStyle/>
        <a:p>
          <a:r>
            <a:rPr lang="en-US" dirty="0"/>
            <a:t>EnCase</a:t>
          </a:r>
        </a:p>
      </dgm:t>
    </dgm:pt>
    <dgm:pt modelId="{B817A63E-C435-47AF-A3CC-3A1415A4433C}" type="parTrans" cxnId="{413F5D9B-7F3C-4D46-BB38-E599BB323431}">
      <dgm:prSet/>
      <dgm:spPr/>
      <dgm:t>
        <a:bodyPr/>
        <a:lstStyle/>
        <a:p>
          <a:endParaRPr lang="en-US"/>
        </a:p>
      </dgm:t>
    </dgm:pt>
    <dgm:pt modelId="{ACBE7F54-2143-4A5D-8338-8A6627A8E20F}" type="sibTrans" cxnId="{413F5D9B-7F3C-4D46-BB38-E599BB323431}">
      <dgm:prSet/>
      <dgm:spPr/>
      <dgm:t>
        <a:bodyPr/>
        <a:lstStyle/>
        <a:p>
          <a:endParaRPr lang="en-US"/>
        </a:p>
      </dgm:t>
    </dgm:pt>
    <dgm:pt modelId="{701FFCE9-137B-4498-9104-E47994299EB4}">
      <dgm:prSet phldrT="[Text]"/>
      <dgm:spPr/>
      <dgm:t>
        <a:bodyPr/>
        <a:lstStyle/>
        <a:p>
          <a:r>
            <a:rPr lang="en-US"/>
            <a:t>iXImager</a:t>
          </a:r>
          <a:endParaRPr lang="en-US" dirty="0"/>
        </a:p>
      </dgm:t>
    </dgm:pt>
    <dgm:pt modelId="{ED1A3155-E9EB-4C92-805F-F0AE6DEFC344}" type="parTrans" cxnId="{C12E8625-D0A3-4738-A5D7-B8173FCF1108}">
      <dgm:prSet/>
      <dgm:spPr/>
      <dgm:t>
        <a:bodyPr/>
        <a:lstStyle/>
        <a:p>
          <a:endParaRPr lang="en-US"/>
        </a:p>
      </dgm:t>
    </dgm:pt>
    <dgm:pt modelId="{9109430D-0453-453D-805D-7833859DA026}" type="sibTrans" cxnId="{C12E8625-D0A3-4738-A5D7-B8173FCF1108}">
      <dgm:prSet/>
      <dgm:spPr/>
      <dgm:t>
        <a:bodyPr/>
        <a:lstStyle/>
        <a:p>
          <a:endParaRPr lang="en-US"/>
        </a:p>
      </dgm:t>
    </dgm:pt>
    <dgm:pt modelId="{DF096E94-23F8-4DD7-9A48-E38F85A3576A}">
      <dgm:prSet/>
      <dgm:spPr/>
      <dgm:t>
        <a:bodyPr/>
        <a:lstStyle/>
        <a:p>
          <a:r>
            <a:rPr lang="en-US" dirty="0"/>
            <a:t>Generic Forensic Zip (</a:t>
          </a:r>
          <a:r>
            <a:rPr lang="en-US"/>
            <a:t>Gfzip</a:t>
          </a:r>
          <a:r>
            <a:rPr lang="en-US" dirty="0"/>
            <a:t>)</a:t>
          </a:r>
        </a:p>
      </dgm:t>
    </dgm:pt>
    <dgm:pt modelId="{AC215A18-0AD6-4C6B-923D-84EB0C6861F6}" type="parTrans" cxnId="{E00C3DCC-AB70-4FE7-B46D-AB778B079E7C}">
      <dgm:prSet/>
      <dgm:spPr/>
      <dgm:t>
        <a:bodyPr/>
        <a:lstStyle/>
        <a:p>
          <a:endParaRPr lang="en-US"/>
        </a:p>
      </dgm:t>
    </dgm:pt>
    <dgm:pt modelId="{6096BA7F-8CA1-46F5-8AC6-1357E694D82E}" type="sibTrans" cxnId="{E00C3DCC-AB70-4FE7-B46D-AB778B079E7C}">
      <dgm:prSet/>
      <dgm:spPr/>
      <dgm:t>
        <a:bodyPr/>
        <a:lstStyle/>
        <a:p>
          <a:endParaRPr lang="en-US"/>
        </a:p>
      </dgm:t>
    </dgm:pt>
    <dgm:pt modelId="{57E76B4C-918A-4BBA-AC2F-1B9B427F40BA}" type="pres">
      <dgm:prSet presAssocID="{A70798B3-3CD1-4053-8D26-6E39CCC60C37}" presName="Name0" presStyleCnt="0">
        <dgm:presLayoutVars>
          <dgm:chMax val="7"/>
          <dgm:chPref val="7"/>
          <dgm:dir/>
        </dgm:presLayoutVars>
      </dgm:prSet>
      <dgm:spPr/>
    </dgm:pt>
    <dgm:pt modelId="{B1073C6D-99BE-4BF7-B66B-0839470391B9}" type="pres">
      <dgm:prSet presAssocID="{A70798B3-3CD1-4053-8D26-6E39CCC60C37}" presName="Name1" presStyleCnt="0"/>
      <dgm:spPr/>
    </dgm:pt>
    <dgm:pt modelId="{F5D4EE56-68AA-440A-98AA-1C7A9933B639}" type="pres">
      <dgm:prSet presAssocID="{A70798B3-3CD1-4053-8D26-6E39CCC60C37}" presName="cycle" presStyleCnt="0"/>
      <dgm:spPr/>
    </dgm:pt>
    <dgm:pt modelId="{448570FA-3823-4E68-898F-0D6C0889D2DE}" type="pres">
      <dgm:prSet presAssocID="{A70798B3-3CD1-4053-8D26-6E39CCC60C37}" presName="srcNode" presStyleLbl="node1" presStyleIdx="0" presStyleCnt="4"/>
      <dgm:spPr/>
    </dgm:pt>
    <dgm:pt modelId="{8165868A-CEA9-4D66-B4CE-5FF69D52AA41}" type="pres">
      <dgm:prSet presAssocID="{A70798B3-3CD1-4053-8D26-6E39CCC60C37}" presName="conn" presStyleLbl="parChTrans1D2" presStyleIdx="0" presStyleCnt="1"/>
      <dgm:spPr/>
    </dgm:pt>
    <dgm:pt modelId="{C022207C-1FB2-40CD-BE02-511851D29586}" type="pres">
      <dgm:prSet presAssocID="{A70798B3-3CD1-4053-8D26-6E39CCC60C37}" presName="extraNode" presStyleLbl="node1" presStyleIdx="0" presStyleCnt="4"/>
      <dgm:spPr/>
    </dgm:pt>
    <dgm:pt modelId="{736AE785-29B3-4AAD-83A8-274BC7545D3C}" type="pres">
      <dgm:prSet presAssocID="{A70798B3-3CD1-4053-8D26-6E39CCC60C37}" presName="dstNode" presStyleLbl="node1" presStyleIdx="0" presStyleCnt="4"/>
      <dgm:spPr/>
    </dgm:pt>
    <dgm:pt modelId="{F39418AB-6939-4F5B-A822-B3587C3249E5}" type="pres">
      <dgm:prSet presAssocID="{FBC9D62F-3984-4F30-9F96-2077FAF7697F}" presName="text_1" presStyleLbl="node1" presStyleIdx="0" presStyleCnt="4">
        <dgm:presLayoutVars>
          <dgm:bulletEnabled val="1"/>
        </dgm:presLayoutVars>
      </dgm:prSet>
      <dgm:spPr/>
    </dgm:pt>
    <dgm:pt modelId="{B8FFC940-D888-4CBF-AFDF-97E98B31A119}" type="pres">
      <dgm:prSet presAssocID="{FBC9D62F-3984-4F30-9F96-2077FAF7697F}" presName="accent_1" presStyleCnt="0"/>
      <dgm:spPr/>
    </dgm:pt>
    <dgm:pt modelId="{C01DCAF7-7C65-4165-8640-D25F936C0505}" type="pres">
      <dgm:prSet presAssocID="{FBC9D62F-3984-4F30-9F96-2077FAF7697F}" presName="accentRepeatNode" presStyleLbl="solidFgAcc1" presStyleIdx="0" presStyleCnt="4"/>
      <dgm:spPr/>
    </dgm:pt>
    <dgm:pt modelId="{A56090EB-2351-4959-8681-34B5FF6925A2}" type="pres">
      <dgm:prSet presAssocID="{BE3E0B19-8D5A-45CE-B390-73FAA685BEE3}" presName="text_2" presStyleLbl="node1" presStyleIdx="1" presStyleCnt="4">
        <dgm:presLayoutVars>
          <dgm:bulletEnabled val="1"/>
        </dgm:presLayoutVars>
      </dgm:prSet>
      <dgm:spPr/>
    </dgm:pt>
    <dgm:pt modelId="{9E688EA0-9362-4B80-989F-C703F25A0100}" type="pres">
      <dgm:prSet presAssocID="{BE3E0B19-8D5A-45CE-B390-73FAA685BEE3}" presName="accent_2" presStyleCnt="0"/>
      <dgm:spPr/>
    </dgm:pt>
    <dgm:pt modelId="{62A9143C-45B7-4B88-9205-8897AAEF05D6}" type="pres">
      <dgm:prSet presAssocID="{BE3E0B19-8D5A-45CE-B390-73FAA685BEE3}" presName="accentRepeatNode" presStyleLbl="solidFgAcc1" presStyleIdx="1" presStyleCnt="4"/>
      <dgm:spPr/>
    </dgm:pt>
    <dgm:pt modelId="{C1FF14E5-5889-4ECE-BCA2-A11FCE87DD7F}" type="pres">
      <dgm:prSet presAssocID="{DF096E94-23F8-4DD7-9A48-E38F85A3576A}" presName="text_3" presStyleLbl="node1" presStyleIdx="2" presStyleCnt="4">
        <dgm:presLayoutVars>
          <dgm:bulletEnabled val="1"/>
        </dgm:presLayoutVars>
      </dgm:prSet>
      <dgm:spPr/>
    </dgm:pt>
    <dgm:pt modelId="{C0F1383A-7FE7-4781-8602-E8639B676F5A}" type="pres">
      <dgm:prSet presAssocID="{DF096E94-23F8-4DD7-9A48-E38F85A3576A}" presName="accent_3" presStyleCnt="0"/>
      <dgm:spPr/>
    </dgm:pt>
    <dgm:pt modelId="{382B73D2-88CE-4B43-B7B0-F3A6F3BC2928}" type="pres">
      <dgm:prSet presAssocID="{DF096E94-23F8-4DD7-9A48-E38F85A3576A}" presName="accentRepeatNode" presStyleLbl="solidFgAcc1" presStyleIdx="2" presStyleCnt="4"/>
      <dgm:spPr/>
    </dgm:pt>
    <dgm:pt modelId="{C215605D-B111-466D-B817-CC28973FAB12}" type="pres">
      <dgm:prSet presAssocID="{701FFCE9-137B-4498-9104-E47994299EB4}" presName="text_4" presStyleLbl="node1" presStyleIdx="3" presStyleCnt="4">
        <dgm:presLayoutVars>
          <dgm:bulletEnabled val="1"/>
        </dgm:presLayoutVars>
      </dgm:prSet>
      <dgm:spPr/>
    </dgm:pt>
    <dgm:pt modelId="{DF1747D9-5549-4705-8BA2-72F385B33C64}" type="pres">
      <dgm:prSet presAssocID="{701FFCE9-137B-4498-9104-E47994299EB4}" presName="accent_4" presStyleCnt="0"/>
      <dgm:spPr/>
    </dgm:pt>
    <dgm:pt modelId="{A3FF406E-9A7C-41AD-B183-A8A6E5E52EB3}" type="pres">
      <dgm:prSet presAssocID="{701FFCE9-137B-4498-9104-E47994299EB4}" presName="accentRepeatNode" presStyleLbl="solidFgAcc1" presStyleIdx="3" presStyleCnt="4"/>
      <dgm:spPr/>
    </dgm:pt>
  </dgm:ptLst>
  <dgm:cxnLst>
    <dgm:cxn modelId="{3FD32B1D-8396-45B9-89EC-DFD7A7A928D4}" type="presOf" srcId="{BE3E0B19-8D5A-45CE-B390-73FAA685BEE3}" destId="{A56090EB-2351-4959-8681-34B5FF6925A2}" srcOrd="0" destOrd="0" presId="urn:microsoft.com/office/officeart/2008/layout/VerticalCurvedList"/>
    <dgm:cxn modelId="{C12E8625-D0A3-4738-A5D7-B8173FCF1108}" srcId="{A70798B3-3CD1-4053-8D26-6E39CCC60C37}" destId="{701FFCE9-137B-4498-9104-E47994299EB4}" srcOrd="3" destOrd="0" parTransId="{ED1A3155-E9EB-4C92-805F-F0AE6DEFC344}" sibTransId="{9109430D-0453-453D-805D-7833859DA026}"/>
    <dgm:cxn modelId="{9402BD61-D5E2-415C-AABF-FF2586CF9789}" type="presOf" srcId="{701FFCE9-137B-4498-9104-E47994299EB4}" destId="{C215605D-B111-466D-B817-CC28973FAB12}" srcOrd="0" destOrd="0" presId="urn:microsoft.com/office/officeart/2008/layout/VerticalCurvedList"/>
    <dgm:cxn modelId="{AC7BD06F-522C-41E7-A230-A52DB1FC9804}" srcId="{A70798B3-3CD1-4053-8D26-6E39CCC60C37}" destId="{FBC9D62F-3984-4F30-9F96-2077FAF7697F}" srcOrd="0" destOrd="0" parTransId="{F1EF0859-4C54-4570-AC72-D965400B7D15}" sibTransId="{F574D95B-16F2-46D7-A461-503210B60CAD}"/>
    <dgm:cxn modelId="{F2DF668C-9F0B-4ABC-BFED-AD91CD000C79}" type="presOf" srcId="{DF096E94-23F8-4DD7-9A48-E38F85A3576A}" destId="{C1FF14E5-5889-4ECE-BCA2-A11FCE87DD7F}" srcOrd="0" destOrd="0" presId="urn:microsoft.com/office/officeart/2008/layout/VerticalCurvedList"/>
    <dgm:cxn modelId="{A1CAEF93-6D60-4640-8115-74AD5D812CD8}" type="presOf" srcId="{FBC9D62F-3984-4F30-9F96-2077FAF7697F}" destId="{F39418AB-6939-4F5B-A822-B3587C3249E5}" srcOrd="0" destOrd="0" presId="urn:microsoft.com/office/officeart/2008/layout/VerticalCurvedList"/>
    <dgm:cxn modelId="{413F5D9B-7F3C-4D46-BB38-E599BB323431}" srcId="{A70798B3-3CD1-4053-8D26-6E39CCC60C37}" destId="{BE3E0B19-8D5A-45CE-B390-73FAA685BEE3}" srcOrd="1" destOrd="0" parTransId="{B817A63E-C435-47AF-A3CC-3A1415A4433C}" sibTransId="{ACBE7F54-2143-4A5D-8338-8A6627A8E20F}"/>
    <dgm:cxn modelId="{DC63B8A1-61C6-4D27-88E2-63E13BE5C7C0}" type="presOf" srcId="{F574D95B-16F2-46D7-A461-503210B60CAD}" destId="{8165868A-CEA9-4D66-B4CE-5FF69D52AA41}" srcOrd="0" destOrd="0" presId="urn:microsoft.com/office/officeart/2008/layout/VerticalCurvedList"/>
    <dgm:cxn modelId="{E00C3DCC-AB70-4FE7-B46D-AB778B079E7C}" srcId="{A70798B3-3CD1-4053-8D26-6E39CCC60C37}" destId="{DF096E94-23F8-4DD7-9A48-E38F85A3576A}" srcOrd="2" destOrd="0" parTransId="{AC215A18-0AD6-4C6B-923D-84EB0C6861F6}" sibTransId="{6096BA7F-8CA1-46F5-8AC6-1357E694D82E}"/>
    <dgm:cxn modelId="{A63322D5-5CCB-42DC-A4B6-C76376614F87}" type="presOf" srcId="{A70798B3-3CD1-4053-8D26-6E39CCC60C37}" destId="{57E76B4C-918A-4BBA-AC2F-1B9B427F40BA}" srcOrd="0" destOrd="0" presId="urn:microsoft.com/office/officeart/2008/layout/VerticalCurvedList"/>
    <dgm:cxn modelId="{C62AEF3E-6A03-4AB4-99AE-13653A1A2CEA}" type="presParOf" srcId="{57E76B4C-918A-4BBA-AC2F-1B9B427F40BA}" destId="{B1073C6D-99BE-4BF7-B66B-0839470391B9}" srcOrd="0" destOrd="0" presId="urn:microsoft.com/office/officeart/2008/layout/VerticalCurvedList"/>
    <dgm:cxn modelId="{4CDFE930-51CC-435C-AF2A-56B0B24863ED}" type="presParOf" srcId="{B1073C6D-99BE-4BF7-B66B-0839470391B9}" destId="{F5D4EE56-68AA-440A-98AA-1C7A9933B639}" srcOrd="0" destOrd="0" presId="urn:microsoft.com/office/officeart/2008/layout/VerticalCurvedList"/>
    <dgm:cxn modelId="{1CA6AF7F-7826-4C91-B24D-47CFBACB864B}" type="presParOf" srcId="{F5D4EE56-68AA-440A-98AA-1C7A9933B639}" destId="{448570FA-3823-4E68-898F-0D6C0889D2DE}" srcOrd="0" destOrd="0" presId="urn:microsoft.com/office/officeart/2008/layout/VerticalCurvedList"/>
    <dgm:cxn modelId="{ECB8D993-0CBD-4FA3-8109-87306EF42CCB}" type="presParOf" srcId="{F5D4EE56-68AA-440A-98AA-1C7A9933B639}" destId="{8165868A-CEA9-4D66-B4CE-5FF69D52AA41}" srcOrd="1" destOrd="0" presId="urn:microsoft.com/office/officeart/2008/layout/VerticalCurvedList"/>
    <dgm:cxn modelId="{838AA9D1-BCA6-4B66-8758-95FD3754D1C2}" type="presParOf" srcId="{F5D4EE56-68AA-440A-98AA-1C7A9933B639}" destId="{C022207C-1FB2-40CD-BE02-511851D29586}" srcOrd="2" destOrd="0" presId="urn:microsoft.com/office/officeart/2008/layout/VerticalCurvedList"/>
    <dgm:cxn modelId="{50196134-8C3B-4D8A-A0B4-6F88F79B29D6}" type="presParOf" srcId="{F5D4EE56-68AA-440A-98AA-1C7A9933B639}" destId="{736AE785-29B3-4AAD-83A8-274BC7545D3C}" srcOrd="3" destOrd="0" presId="urn:microsoft.com/office/officeart/2008/layout/VerticalCurvedList"/>
    <dgm:cxn modelId="{34ADA1FB-4E5C-4F3A-9DE8-22EE3D729028}" type="presParOf" srcId="{B1073C6D-99BE-4BF7-B66B-0839470391B9}" destId="{F39418AB-6939-4F5B-A822-B3587C3249E5}" srcOrd="1" destOrd="0" presId="urn:microsoft.com/office/officeart/2008/layout/VerticalCurvedList"/>
    <dgm:cxn modelId="{907C6D42-8E4D-4057-A523-2C489F93078D}" type="presParOf" srcId="{B1073C6D-99BE-4BF7-B66B-0839470391B9}" destId="{B8FFC940-D888-4CBF-AFDF-97E98B31A119}" srcOrd="2" destOrd="0" presId="urn:microsoft.com/office/officeart/2008/layout/VerticalCurvedList"/>
    <dgm:cxn modelId="{385F7EE4-53C1-4FCD-AA70-6F15C605A46F}" type="presParOf" srcId="{B8FFC940-D888-4CBF-AFDF-97E98B31A119}" destId="{C01DCAF7-7C65-4165-8640-D25F936C0505}" srcOrd="0" destOrd="0" presId="urn:microsoft.com/office/officeart/2008/layout/VerticalCurvedList"/>
    <dgm:cxn modelId="{4955A01E-F369-4BD5-9A0B-F1D13DBD9388}" type="presParOf" srcId="{B1073C6D-99BE-4BF7-B66B-0839470391B9}" destId="{A56090EB-2351-4959-8681-34B5FF6925A2}" srcOrd="3" destOrd="0" presId="urn:microsoft.com/office/officeart/2008/layout/VerticalCurvedList"/>
    <dgm:cxn modelId="{FD63B43C-834F-4EA7-A1D6-393F9C132DBE}" type="presParOf" srcId="{B1073C6D-99BE-4BF7-B66B-0839470391B9}" destId="{9E688EA0-9362-4B80-989F-C703F25A0100}" srcOrd="4" destOrd="0" presId="urn:microsoft.com/office/officeart/2008/layout/VerticalCurvedList"/>
    <dgm:cxn modelId="{29FA89D7-9181-45EB-9232-526485974A1E}" type="presParOf" srcId="{9E688EA0-9362-4B80-989F-C703F25A0100}" destId="{62A9143C-45B7-4B88-9205-8897AAEF05D6}" srcOrd="0" destOrd="0" presId="urn:microsoft.com/office/officeart/2008/layout/VerticalCurvedList"/>
    <dgm:cxn modelId="{7C9F861B-7DD8-42CE-907A-547083B58886}" type="presParOf" srcId="{B1073C6D-99BE-4BF7-B66B-0839470391B9}" destId="{C1FF14E5-5889-4ECE-BCA2-A11FCE87DD7F}" srcOrd="5" destOrd="0" presId="urn:microsoft.com/office/officeart/2008/layout/VerticalCurvedList"/>
    <dgm:cxn modelId="{0B7410F6-18B4-4CB9-A491-F69CB4B4773B}" type="presParOf" srcId="{B1073C6D-99BE-4BF7-B66B-0839470391B9}" destId="{C0F1383A-7FE7-4781-8602-E8639B676F5A}" srcOrd="6" destOrd="0" presId="urn:microsoft.com/office/officeart/2008/layout/VerticalCurvedList"/>
    <dgm:cxn modelId="{FA05EBBC-A4AB-4665-AF88-169B91F6F188}" type="presParOf" srcId="{C0F1383A-7FE7-4781-8602-E8639B676F5A}" destId="{382B73D2-88CE-4B43-B7B0-F3A6F3BC2928}" srcOrd="0" destOrd="0" presId="urn:microsoft.com/office/officeart/2008/layout/VerticalCurvedList"/>
    <dgm:cxn modelId="{E5E2136B-725E-4B1C-B6BF-087CFB07AB08}" type="presParOf" srcId="{B1073C6D-99BE-4BF7-B66B-0839470391B9}" destId="{C215605D-B111-466D-B817-CC28973FAB12}" srcOrd="7" destOrd="0" presId="urn:microsoft.com/office/officeart/2008/layout/VerticalCurvedList"/>
    <dgm:cxn modelId="{C4996A60-938B-4C51-A78D-DA075A09E6EC}" type="presParOf" srcId="{B1073C6D-99BE-4BF7-B66B-0839470391B9}" destId="{DF1747D9-5549-4705-8BA2-72F385B33C64}" srcOrd="8" destOrd="0" presId="urn:microsoft.com/office/officeart/2008/layout/VerticalCurvedList"/>
    <dgm:cxn modelId="{20990F0C-3F70-47A7-B021-955C994418AB}" type="presParOf" srcId="{DF1747D9-5549-4705-8BA2-72F385B33C64}" destId="{A3FF406E-9A7C-41AD-B183-A8A6E5E52EB3}"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4D13875-D517-453F-8D7C-1FEFF269E56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A54E9939-F800-415D-8486-C99A2C0CDE6D}">
      <dgm:prSet phldrT="[Text]"/>
      <dgm:spPr/>
      <dgm:t>
        <a:bodyPr/>
        <a:lstStyle/>
        <a:p>
          <a:r>
            <a:rPr lang="en-US" dirty="0"/>
            <a:t>RAID 0</a:t>
          </a:r>
        </a:p>
      </dgm:t>
    </dgm:pt>
    <dgm:pt modelId="{0CEFB34F-42BD-483B-98AC-29BE5B44549C}" type="parTrans" cxnId="{47439819-04BD-4C58-BBD8-5C2431556905}">
      <dgm:prSet/>
      <dgm:spPr/>
      <dgm:t>
        <a:bodyPr/>
        <a:lstStyle/>
        <a:p>
          <a:endParaRPr lang="en-US"/>
        </a:p>
      </dgm:t>
    </dgm:pt>
    <dgm:pt modelId="{59FF26E0-165D-4430-B088-2E5627B8726F}" type="sibTrans" cxnId="{47439819-04BD-4C58-BBD8-5C2431556905}">
      <dgm:prSet/>
      <dgm:spPr/>
      <dgm:t>
        <a:bodyPr/>
        <a:lstStyle/>
        <a:p>
          <a:endParaRPr lang="en-US"/>
        </a:p>
      </dgm:t>
    </dgm:pt>
    <dgm:pt modelId="{062638DE-DC9A-41B8-B739-66C09406F534}">
      <dgm:prSet phldrT="[Text]" custT="1"/>
      <dgm:spPr/>
      <dgm:t>
        <a:bodyPr/>
        <a:lstStyle/>
        <a:p>
          <a:r>
            <a:rPr lang="en-US" sz="2600" dirty="0"/>
            <a:t>Distributes data across multiple disks</a:t>
          </a:r>
        </a:p>
      </dgm:t>
    </dgm:pt>
    <dgm:pt modelId="{1D0C2E72-54C4-4050-B815-392865CCEE4F}" type="parTrans" cxnId="{AA67F4BF-7A19-437D-9230-9BF6222355D2}">
      <dgm:prSet/>
      <dgm:spPr/>
      <dgm:t>
        <a:bodyPr/>
        <a:lstStyle/>
        <a:p>
          <a:endParaRPr lang="en-US"/>
        </a:p>
      </dgm:t>
    </dgm:pt>
    <dgm:pt modelId="{0424B29C-00C4-49E9-9A4D-3A84E880E37B}" type="sibTrans" cxnId="{AA67F4BF-7A19-437D-9230-9BF6222355D2}">
      <dgm:prSet/>
      <dgm:spPr/>
      <dgm:t>
        <a:bodyPr/>
        <a:lstStyle/>
        <a:p>
          <a:endParaRPr lang="en-US"/>
        </a:p>
      </dgm:t>
    </dgm:pt>
    <dgm:pt modelId="{45A4299C-6B93-428B-A977-F5A78FE33110}">
      <dgm:prSet phldrT="[Text]"/>
      <dgm:spPr/>
      <dgm:t>
        <a:bodyPr/>
        <a:lstStyle/>
        <a:p>
          <a:r>
            <a:rPr lang="en-US" dirty="0"/>
            <a:t>RAID 1</a:t>
          </a:r>
        </a:p>
      </dgm:t>
    </dgm:pt>
    <dgm:pt modelId="{79861F1D-CEF2-47DC-841D-871E3D5AB528}" type="parTrans" cxnId="{AB39F384-DFF7-479D-87AF-78F55644A06A}">
      <dgm:prSet/>
      <dgm:spPr/>
      <dgm:t>
        <a:bodyPr/>
        <a:lstStyle/>
        <a:p>
          <a:endParaRPr lang="en-US"/>
        </a:p>
      </dgm:t>
    </dgm:pt>
    <dgm:pt modelId="{A1456C14-550B-448B-AE34-F189C4E229A4}" type="sibTrans" cxnId="{AB39F384-DFF7-479D-87AF-78F55644A06A}">
      <dgm:prSet/>
      <dgm:spPr/>
      <dgm:t>
        <a:bodyPr/>
        <a:lstStyle/>
        <a:p>
          <a:endParaRPr lang="en-US"/>
        </a:p>
      </dgm:t>
    </dgm:pt>
    <dgm:pt modelId="{CB8DC449-1A1A-476D-B137-5B6A0F984AC2}">
      <dgm:prSet phldrT="[Text]" custT="1"/>
      <dgm:spPr/>
      <dgm:t>
        <a:bodyPr/>
        <a:lstStyle/>
        <a:p>
          <a:r>
            <a:rPr lang="en-US" sz="2600" dirty="0"/>
            <a:t>Mirrors disks</a:t>
          </a:r>
        </a:p>
      </dgm:t>
    </dgm:pt>
    <dgm:pt modelId="{9A28EA1F-FEAD-4271-A8E9-89CB287F4DB9}" type="parTrans" cxnId="{99274B3D-E2EC-4C6E-906F-08602E1E5F25}">
      <dgm:prSet/>
      <dgm:spPr/>
      <dgm:t>
        <a:bodyPr/>
        <a:lstStyle/>
        <a:p>
          <a:endParaRPr lang="en-US"/>
        </a:p>
      </dgm:t>
    </dgm:pt>
    <dgm:pt modelId="{C878C260-CDC2-44E5-82E2-818C78ED5CEE}" type="sibTrans" cxnId="{99274B3D-E2EC-4C6E-906F-08602E1E5F25}">
      <dgm:prSet/>
      <dgm:spPr/>
      <dgm:t>
        <a:bodyPr/>
        <a:lstStyle/>
        <a:p>
          <a:endParaRPr lang="en-US"/>
        </a:p>
      </dgm:t>
    </dgm:pt>
    <dgm:pt modelId="{722510D3-8F34-4933-803B-8F3F8C5F2996}">
      <dgm:prSet phldrT="[Text]"/>
      <dgm:spPr/>
      <dgm:t>
        <a:bodyPr/>
        <a:lstStyle/>
        <a:p>
          <a:r>
            <a:rPr lang="en-US" dirty="0"/>
            <a:t>RAID 3 or 4</a:t>
          </a:r>
        </a:p>
      </dgm:t>
    </dgm:pt>
    <dgm:pt modelId="{7C6728FF-2CEC-42C4-B9DA-6F5B8A818190}" type="parTrans" cxnId="{43A51041-5DF4-4B3D-A06D-5E240E930C14}">
      <dgm:prSet/>
      <dgm:spPr/>
      <dgm:t>
        <a:bodyPr/>
        <a:lstStyle/>
        <a:p>
          <a:endParaRPr lang="en-US"/>
        </a:p>
      </dgm:t>
    </dgm:pt>
    <dgm:pt modelId="{FA6F394A-DC3A-4F15-BA24-E858B5E3A6AB}" type="sibTrans" cxnId="{43A51041-5DF4-4B3D-A06D-5E240E930C14}">
      <dgm:prSet/>
      <dgm:spPr/>
      <dgm:t>
        <a:bodyPr/>
        <a:lstStyle/>
        <a:p>
          <a:endParaRPr lang="en-US"/>
        </a:p>
      </dgm:t>
    </dgm:pt>
    <dgm:pt modelId="{7BEA8AF7-2E67-4D84-958E-4372BE1FBFB3}">
      <dgm:prSet phldrT="[Text]" custT="1"/>
      <dgm:spPr/>
      <dgm:t>
        <a:bodyPr/>
        <a:lstStyle/>
        <a:p>
          <a:r>
            <a:rPr lang="en-US" sz="2600" dirty="0"/>
            <a:t>Combines three or more disks for fault tolerance</a:t>
          </a:r>
        </a:p>
      </dgm:t>
    </dgm:pt>
    <dgm:pt modelId="{55AFAB52-FD71-45FE-AED8-63CB86A818CA}" type="parTrans" cxnId="{43D4B5FB-24AB-4072-8D2F-081514E21F94}">
      <dgm:prSet/>
      <dgm:spPr/>
      <dgm:t>
        <a:bodyPr/>
        <a:lstStyle/>
        <a:p>
          <a:endParaRPr lang="en-US"/>
        </a:p>
      </dgm:t>
    </dgm:pt>
    <dgm:pt modelId="{91E5AF60-0EF1-4AFC-BA3A-89C5B745E4E3}" type="sibTrans" cxnId="{43D4B5FB-24AB-4072-8D2F-081514E21F94}">
      <dgm:prSet/>
      <dgm:spPr/>
      <dgm:t>
        <a:bodyPr/>
        <a:lstStyle/>
        <a:p>
          <a:endParaRPr lang="en-US"/>
        </a:p>
      </dgm:t>
    </dgm:pt>
    <dgm:pt modelId="{68EFA76C-870C-4A1D-8CB8-C061876B7B68}">
      <dgm:prSet phldrT="[Text]" custT="1"/>
      <dgm:spPr/>
      <dgm:t>
        <a:bodyPr/>
        <a:lstStyle/>
        <a:p>
          <a:r>
            <a:rPr lang="en-US" sz="2600" dirty="0"/>
            <a:t>Includes parity</a:t>
          </a:r>
        </a:p>
      </dgm:t>
    </dgm:pt>
    <dgm:pt modelId="{9BADB85E-9A62-4B5A-B79C-B69CE25DD272}" type="parTrans" cxnId="{DDC44060-F36E-4C24-BACE-B71AD4ABCE79}">
      <dgm:prSet/>
      <dgm:spPr/>
      <dgm:t>
        <a:bodyPr/>
        <a:lstStyle/>
        <a:p>
          <a:endParaRPr lang="en-US"/>
        </a:p>
      </dgm:t>
    </dgm:pt>
    <dgm:pt modelId="{78707590-5B79-41A7-A92B-3D7643807D4E}" type="sibTrans" cxnId="{DDC44060-F36E-4C24-BACE-B71AD4ABCE79}">
      <dgm:prSet/>
      <dgm:spPr/>
      <dgm:t>
        <a:bodyPr/>
        <a:lstStyle/>
        <a:p>
          <a:endParaRPr lang="en-US"/>
        </a:p>
      </dgm:t>
    </dgm:pt>
    <dgm:pt modelId="{6AB2BDB1-FE0E-4738-8634-4E9D823D2A18}">
      <dgm:prSet phldrT="[Text]" custT="1"/>
      <dgm:spPr/>
      <dgm:t>
        <a:bodyPr/>
        <a:lstStyle/>
        <a:p>
          <a:r>
            <a:rPr lang="en-US" sz="2600" dirty="0"/>
            <a:t>Improved data retrieval speed</a:t>
          </a:r>
        </a:p>
      </dgm:t>
    </dgm:pt>
    <dgm:pt modelId="{8A83745A-7009-46A9-8700-4453E641488B}" type="parTrans" cxnId="{AD44045E-7E34-4265-8AE0-B3E014EA9EF2}">
      <dgm:prSet/>
      <dgm:spPr/>
      <dgm:t>
        <a:bodyPr/>
        <a:lstStyle/>
        <a:p>
          <a:endParaRPr lang="en-US"/>
        </a:p>
      </dgm:t>
    </dgm:pt>
    <dgm:pt modelId="{CAEC4217-EDA2-4C48-BA31-D448477BFCE2}" type="sibTrans" cxnId="{AD44045E-7E34-4265-8AE0-B3E014EA9EF2}">
      <dgm:prSet/>
      <dgm:spPr/>
      <dgm:t>
        <a:bodyPr/>
        <a:lstStyle/>
        <a:p>
          <a:endParaRPr lang="en-US"/>
        </a:p>
      </dgm:t>
    </dgm:pt>
    <dgm:pt modelId="{AA74C009-0B50-4DE4-A5F8-BC41EC4C89EA}">
      <dgm:prSet phldrT="[Text]" custT="1"/>
      <dgm:spPr/>
      <dgm:t>
        <a:bodyPr/>
        <a:lstStyle/>
        <a:p>
          <a:r>
            <a:rPr lang="en-US" sz="2600" dirty="0"/>
            <a:t>Creates an identical copy of a drive</a:t>
          </a:r>
        </a:p>
      </dgm:t>
    </dgm:pt>
    <dgm:pt modelId="{EF2A0F35-86FE-4142-81A2-9EEED8913959}" type="parTrans" cxnId="{264F94D5-69D2-4F81-BDE4-EA571BD8BC1E}">
      <dgm:prSet/>
      <dgm:spPr/>
      <dgm:t>
        <a:bodyPr/>
        <a:lstStyle/>
        <a:p>
          <a:endParaRPr lang="en-US"/>
        </a:p>
      </dgm:t>
    </dgm:pt>
    <dgm:pt modelId="{1EE3479F-1633-4508-BE6C-4BA526F76D79}" type="sibTrans" cxnId="{264F94D5-69D2-4F81-BDE4-EA571BD8BC1E}">
      <dgm:prSet/>
      <dgm:spPr/>
      <dgm:t>
        <a:bodyPr/>
        <a:lstStyle/>
        <a:p>
          <a:endParaRPr lang="en-US"/>
        </a:p>
      </dgm:t>
    </dgm:pt>
    <dgm:pt modelId="{80861C16-47DA-4AEF-B390-00CC5746722F}" type="pres">
      <dgm:prSet presAssocID="{D4D13875-D517-453F-8D7C-1FEFF269E56D}" presName="Name0" presStyleCnt="0">
        <dgm:presLayoutVars>
          <dgm:dir/>
          <dgm:animLvl val="lvl"/>
          <dgm:resizeHandles val="exact"/>
        </dgm:presLayoutVars>
      </dgm:prSet>
      <dgm:spPr/>
    </dgm:pt>
    <dgm:pt modelId="{88F1C4A0-0E71-4DD9-8F54-3985889FA994}" type="pres">
      <dgm:prSet presAssocID="{A54E9939-F800-415D-8486-C99A2C0CDE6D}" presName="composite" presStyleCnt="0"/>
      <dgm:spPr/>
    </dgm:pt>
    <dgm:pt modelId="{0C52C8CA-6342-4A46-91FC-02F1F454C38D}" type="pres">
      <dgm:prSet presAssocID="{A54E9939-F800-415D-8486-C99A2C0CDE6D}" presName="parTx" presStyleLbl="alignNode1" presStyleIdx="0" presStyleCnt="3">
        <dgm:presLayoutVars>
          <dgm:chMax val="0"/>
          <dgm:chPref val="0"/>
          <dgm:bulletEnabled val="1"/>
        </dgm:presLayoutVars>
      </dgm:prSet>
      <dgm:spPr/>
    </dgm:pt>
    <dgm:pt modelId="{14F7DD1D-C193-4A65-A156-F0BE3437364F}" type="pres">
      <dgm:prSet presAssocID="{A54E9939-F800-415D-8486-C99A2C0CDE6D}" presName="desTx" presStyleLbl="alignAccFollowNode1" presStyleIdx="0" presStyleCnt="3">
        <dgm:presLayoutVars>
          <dgm:bulletEnabled val="1"/>
        </dgm:presLayoutVars>
      </dgm:prSet>
      <dgm:spPr/>
    </dgm:pt>
    <dgm:pt modelId="{A64B46AB-039F-4A1D-82D7-34CC99ACE696}" type="pres">
      <dgm:prSet presAssocID="{59FF26E0-165D-4430-B088-2E5627B8726F}" presName="space" presStyleCnt="0"/>
      <dgm:spPr/>
    </dgm:pt>
    <dgm:pt modelId="{69E544D2-158C-4C3A-BD39-DAC103CCDE4B}" type="pres">
      <dgm:prSet presAssocID="{45A4299C-6B93-428B-A977-F5A78FE33110}" presName="composite" presStyleCnt="0"/>
      <dgm:spPr/>
    </dgm:pt>
    <dgm:pt modelId="{313BE3F2-AD17-4B9C-B15B-FB64E5C527C6}" type="pres">
      <dgm:prSet presAssocID="{45A4299C-6B93-428B-A977-F5A78FE33110}" presName="parTx" presStyleLbl="alignNode1" presStyleIdx="1" presStyleCnt="3">
        <dgm:presLayoutVars>
          <dgm:chMax val="0"/>
          <dgm:chPref val="0"/>
          <dgm:bulletEnabled val="1"/>
        </dgm:presLayoutVars>
      </dgm:prSet>
      <dgm:spPr/>
    </dgm:pt>
    <dgm:pt modelId="{FF795FEC-5CD0-478B-9C79-AFFCCF0C9A1F}" type="pres">
      <dgm:prSet presAssocID="{45A4299C-6B93-428B-A977-F5A78FE33110}" presName="desTx" presStyleLbl="alignAccFollowNode1" presStyleIdx="1" presStyleCnt="3">
        <dgm:presLayoutVars>
          <dgm:bulletEnabled val="1"/>
        </dgm:presLayoutVars>
      </dgm:prSet>
      <dgm:spPr/>
    </dgm:pt>
    <dgm:pt modelId="{AA883967-5892-4A27-90D5-8D1BEA892A5B}" type="pres">
      <dgm:prSet presAssocID="{A1456C14-550B-448B-AE34-F189C4E229A4}" presName="space" presStyleCnt="0"/>
      <dgm:spPr/>
    </dgm:pt>
    <dgm:pt modelId="{916F6589-6007-4BF0-B1B6-F32414593D0F}" type="pres">
      <dgm:prSet presAssocID="{722510D3-8F34-4933-803B-8F3F8C5F2996}" presName="composite" presStyleCnt="0"/>
      <dgm:spPr/>
    </dgm:pt>
    <dgm:pt modelId="{78EB7849-CAA4-4E2B-A63F-BE3B1AC1C9D5}" type="pres">
      <dgm:prSet presAssocID="{722510D3-8F34-4933-803B-8F3F8C5F2996}" presName="parTx" presStyleLbl="alignNode1" presStyleIdx="2" presStyleCnt="3">
        <dgm:presLayoutVars>
          <dgm:chMax val="0"/>
          <dgm:chPref val="0"/>
          <dgm:bulletEnabled val="1"/>
        </dgm:presLayoutVars>
      </dgm:prSet>
      <dgm:spPr/>
    </dgm:pt>
    <dgm:pt modelId="{6102CB97-ECE2-4191-A7F5-CC5ACAFDD334}" type="pres">
      <dgm:prSet presAssocID="{722510D3-8F34-4933-803B-8F3F8C5F2996}" presName="desTx" presStyleLbl="alignAccFollowNode1" presStyleIdx="2" presStyleCnt="3">
        <dgm:presLayoutVars>
          <dgm:bulletEnabled val="1"/>
        </dgm:presLayoutVars>
      </dgm:prSet>
      <dgm:spPr/>
    </dgm:pt>
  </dgm:ptLst>
  <dgm:cxnLst>
    <dgm:cxn modelId="{47439819-04BD-4C58-BBD8-5C2431556905}" srcId="{D4D13875-D517-453F-8D7C-1FEFF269E56D}" destId="{A54E9939-F800-415D-8486-C99A2C0CDE6D}" srcOrd="0" destOrd="0" parTransId="{0CEFB34F-42BD-483B-98AC-29BE5B44549C}" sibTransId="{59FF26E0-165D-4430-B088-2E5627B8726F}"/>
    <dgm:cxn modelId="{2CA45820-CF7B-40E3-B321-538F26C3F7B1}" type="presOf" srcId="{CB8DC449-1A1A-476D-B137-5B6A0F984AC2}" destId="{FF795FEC-5CD0-478B-9C79-AFFCCF0C9A1F}" srcOrd="0" destOrd="0" presId="urn:microsoft.com/office/officeart/2005/8/layout/hList1"/>
    <dgm:cxn modelId="{5F3E5A34-B1B4-41CA-8D15-AC69E5285144}" type="presOf" srcId="{AA74C009-0B50-4DE4-A5F8-BC41EC4C89EA}" destId="{FF795FEC-5CD0-478B-9C79-AFFCCF0C9A1F}" srcOrd="0" destOrd="1" presId="urn:microsoft.com/office/officeart/2005/8/layout/hList1"/>
    <dgm:cxn modelId="{99274B3D-E2EC-4C6E-906F-08602E1E5F25}" srcId="{45A4299C-6B93-428B-A977-F5A78FE33110}" destId="{CB8DC449-1A1A-476D-B137-5B6A0F984AC2}" srcOrd="0" destOrd="0" parTransId="{9A28EA1F-FEAD-4271-A8E9-89CB287F4DB9}" sibTransId="{C878C260-CDC2-44E5-82E2-818C78ED5CEE}"/>
    <dgm:cxn modelId="{518CAB5C-912F-46D6-95DE-6FB3D8892A47}" type="presOf" srcId="{45A4299C-6B93-428B-A977-F5A78FE33110}" destId="{313BE3F2-AD17-4B9C-B15B-FB64E5C527C6}" srcOrd="0" destOrd="0" presId="urn:microsoft.com/office/officeart/2005/8/layout/hList1"/>
    <dgm:cxn modelId="{AD44045E-7E34-4265-8AE0-B3E014EA9EF2}" srcId="{A54E9939-F800-415D-8486-C99A2C0CDE6D}" destId="{6AB2BDB1-FE0E-4738-8634-4E9D823D2A18}" srcOrd="1" destOrd="0" parTransId="{8A83745A-7009-46A9-8700-4453E641488B}" sibTransId="{CAEC4217-EDA2-4C48-BA31-D448477BFCE2}"/>
    <dgm:cxn modelId="{DDC44060-F36E-4C24-BACE-B71AD4ABCE79}" srcId="{722510D3-8F34-4933-803B-8F3F8C5F2996}" destId="{68EFA76C-870C-4A1D-8CB8-C061876B7B68}" srcOrd="1" destOrd="0" parTransId="{9BADB85E-9A62-4B5A-B79C-B69CE25DD272}" sibTransId="{78707590-5B79-41A7-A92B-3D7643807D4E}"/>
    <dgm:cxn modelId="{43A51041-5DF4-4B3D-A06D-5E240E930C14}" srcId="{D4D13875-D517-453F-8D7C-1FEFF269E56D}" destId="{722510D3-8F34-4933-803B-8F3F8C5F2996}" srcOrd="2" destOrd="0" parTransId="{7C6728FF-2CEC-42C4-B9DA-6F5B8A818190}" sibTransId="{FA6F394A-DC3A-4F15-BA24-E858B5E3A6AB}"/>
    <dgm:cxn modelId="{E9D09180-EFAA-4A18-AFFF-72E1E29C6291}" type="presOf" srcId="{D4D13875-D517-453F-8D7C-1FEFF269E56D}" destId="{80861C16-47DA-4AEF-B390-00CC5746722F}" srcOrd="0" destOrd="0" presId="urn:microsoft.com/office/officeart/2005/8/layout/hList1"/>
    <dgm:cxn modelId="{AB39F384-DFF7-479D-87AF-78F55644A06A}" srcId="{D4D13875-D517-453F-8D7C-1FEFF269E56D}" destId="{45A4299C-6B93-428B-A977-F5A78FE33110}" srcOrd="1" destOrd="0" parTransId="{79861F1D-CEF2-47DC-841D-871E3D5AB528}" sibTransId="{A1456C14-550B-448B-AE34-F189C4E229A4}"/>
    <dgm:cxn modelId="{F98279AF-D7EB-4E13-8959-4D985B0F5AF1}" type="presOf" srcId="{68EFA76C-870C-4A1D-8CB8-C061876B7B68}" destId="{6102CB97-ECE2-4191-A7F5-CC5ACAFDD334}" srcOrd="0" destOrd="1" presId="urn:microsoft.com/office/officeart/2005/8/layout/hList1"/>
    <dgm:cxn modelId="{0E48B9B4-6B4F-4AA7-8FAF-870289087D8C}" type="presOf" srcId="{6AB2BDB1-FE0E-4738-8634-4E9D823D2A18}" destId="{14F7DD1D-C193-4A65-A156-F0BE3437364F}" srcOrd="0" destOrd="1" presId="urn:microsoft.com/office/officeart/2005/8/layout/hList1"/>
    <dgm:cxn modelId="{AA67F4BF-7A19-437D-9230-9BF6222355D2}" srcId="{A54E9939-F800-415D-8486-C99A2C0CDE6D}" destId="{062638DE-DC9A-41B8-B739-66C09406F534}" srcOrd="0" destOrd="0" parTransId="{1D0C2E72-54C4-4050-B815-392865CCEE4F}" sibTransId="{0424B29C-00C4-49E9-9A4D-3A84E880E37B}"/>
    <dgm:cxn modelId="{ECB3A8D1-ED23-4FB5-9623-C388729F8C5E}" type="presOf" srcId="{722510D3-8F34-4933-803B-8F3F8C5F2996}" destId="{78EB7849-CAA4-4E2B-A63F-BE3B1AC1C9D5}" srcOrd="0" destOrd="0" presId="urn:microsoft.com/office/officeart/2005/8/layout/hList1"/>
    <dgm:cxn modelId="{805900D2-EE86-4A0E-8E30-8FFEAEBD424B}" type="presOf" srcId="{A54E9939-F800-415D-8486-C99A2C0CDE6D}" destId="{0C52C8CA-6342-4A46-91FC-02F1F454C38D}" srcOrd="0" destOrd="0" presId="urn:microsoft.com/office/officeart/2005/8/layout/hList1"/>
    <dgm:cxn modelId="{0B09D0D2-437F-476F-924E-A7CE31D45507}" type="presOf" srcId="{7BEA8AF7-2E67-4D84-958E-4372BE1FBFB3}" destId="{6102CB97-ECE2-4191-A7F5-CC5ACAFDD334}" srcOrd="0" destOrd="0" presId="urn:microsoft.com/office/officeart/2005/8/layout/hList1"/>
    <dgm:cxn modelId="{264F94D5-69D2-4F81-BDE4-EA571BD8BC1E}" srcId="{45A4299C-6B93-428B-A977-F5A78FE33110}" destId="{AA74C009-0B50-4DE4-A5F8-BC41EC4C89EA}" srcOrd="1" destOrd="0" parTransId="{EF2A0F35-86FE-4142-81A2-9EEED8913959}" sibTransId="{1EE3479F-1633-4508-BE6C-4BA526F76D79}"/>
    <dgm:cxn modelId="{43D4B5FB-24AB-4072-8D2F-081514E21F94}" srcId="{722510D3-8F34-4933-803B-8F3F8C5F2996}" destId="{7BEA8AF7-2E67-4D84-958E-4372BE1FBFB3}" srcOrd="0" destOrd="0" parTransId="{55AFAB52-FD71-45FE-AED8-63CB86A818CA}" sibTransId="{91E5AF60-0EF1-4AFC-BA3A-89C5B745E4E3}"/>
    <dgm:cxn modelId="{F86866FC-F743-460D-997A-703E77C99014}" type="presOf" srcId="{062638DE-DC9A-41B8-B739-66C09406F534}" destId="{14F7DD1D-C193-4A65-A156-F0BE3437364F}" srcOrd="0" destOrd="0" presId="urn:microsoft.com/office/officeart/2005/8/layout/hList1"/>
    <dgm:cxn modelId="{2DA72184-0BCF-480D-B283-0582843BDB13}" type="presParOf" srcId="{80861C16-47DA-4AEF-B390-00CC5746722F}" destId="{88F1C4A0-0E71-4DD9-8F54-3985889FA994}" srcOrd="0" destOrd="0" presId="urn:microsoft.com/office/officeart/2005/8/layout/hList1"/>
    <dgm:cxn modelId="{774CB513-AD5F-4147-BC0C-77398E40C0E1}" type="presParOf" srcId="{88F1C4A0-0E71-4DD9-8F54-3985889FA994}" destId="{0C52C8CA-6342-4A46-91FC-02F1F454C38D}" srcOrd="0" destOrd="0" presId="urn:microsoft.com/office/officeart/2005/8/layout/hList1"/>
    <dgm:cxn modelId="{CAEAB099-7503-427B-BC4B-6A1E3F3B8DB4}" type="presParOf" srcId="{88F1C4A0-0E71-4DD9-8F54-3985889FA994}" destId="{14F7DD1D-C193-4A65-A156-F0BE3437364F}" srcOrd="1" destOrd="0" presId="urn:microsoft.com/office/officeart/2005/8/layout/hList1"/>
    <dgm:cxn modelId="{295CC436-62C0-465A-A2E2-29C53612A314}" type="presParOf" srcId="{80861C16-47DA-4AEF-B390-00CC5746722F}" destId="{A64B46AB-039F-4A1D-82D7-34CC99ACE696}" srcOrd="1" destOrd="0" presId="urn:microsoft.com/office/officeart/2005/8/layout/hList1"/>
    <dgm:cxn modelId="{E8EB6E16-DB7D-424A-B45A-B681E2BFE027}" type="presParOf" srcId="{80861C16-47DA-4AEF-B390-00CC5746722F}" destId="{69E544D2-158C-4C3A-BD39-DAC103CCDE4B}" srcOrd="2" destOrd="0" presId="urn:microsoft.com/office/officeart/2005/8/layout/hList1"/>
    <dgm:cxn modelId="{900C77FF-903E-4BB8-B557-B317D132019A}" type="presParOf" srcId="{69E544D2-158C-4C3A-BD39-DAC103CCDE4B}" destId="{313BE3F2-AD17-4B9C-B15B-FB64E5C527C6}" srcOrd="0" destOrd="0" presId="urn:microsoft.com/office/officeart/2005/8/layout/hList1"/>
    <dgm:cxn modelId="{24C57889-2686-4FC0-9A1E-A30CCDEC7072}" type="presParOf" srcId="{69E544D2-158C-4C3A-BD39-DAC103CCDE4B}" destId="{FF795FEC-5CD0-478B-9C79-AFFCCF0C9A1F}" srcOrd="1" destOrd="0" presId="urn:microsoft.com/office/officeart/2005/8/layout/hList1"/>
    <dgm:cxn modelId="{C8C58B20-1E4A-478E-BF26-E74FA9A07CD4}" type="presParOf" srcId="{80861C16-47DA-4AEF-B390-00CC5746722F}" destId="{AA883967-5892-4A27-90D5-8D1BEA892A5B}" srcOrd="3" destOrd="0" presId="urn:microsoft.com/office/officeart/2005/8/layout/hList1"/>
    <dgm:cxn modelId="{40022202-4B1C-4003-8891-89BAF997C01B}" type="presParOf" srcId="{80861C16-47DA-4AEF-B390-00CC5746722F}" destId="{916F6589-6007-4BF0-B1B6-F32414593D0F}" srcOrd="4" destOrd="0" presId="urn:microsoft.com/office/officeart/2005/8/layout/hList1"/>
    <dgm:cxn modelId="{57F03403-CDB0-467B-AAB5-6AB3FCD1B7B7}" type="presParOf" srcId="{916F6589-6007-4BF0-B1B6-F32414593D0F}" destId="{78EB7849-CAA4-4E2B-A63F-BE3B1AC1C9D5}" srcOrd="0" destOrd="0" presId="urn:microsoft.com/office/officeart/2005/8/layout/hList1"/>
    <dgm:cxn modelId="{C5E23602-FA9A-4136-B7B7-A432DC1EC66B}" type="presParOf" srcId="{916F6589-6007-4BF0-B1B6-F32414593D0F}" destId="{6102CB97-ECE2-4191-A7F5-CC5ACAFDD33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4D13875-D517-453F-8D7C-1FEFF269E56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A54E9939-F800-415D-8486-C99A2C0CDE6D}">
      <dgm:prSet phldrT="[Text]" custT="1"/>
      <dgm:spPr/>
      <dgm:t>
        <a:bodyPr/>
        <a:lstStyle/>
        <a:p>
          <a:r>
            <a:rPr lang="en-US" sz="3000" dirty="0"/>
            <a:t>RAID 5</a:t>
          </a:r>
        </a:p>
      </dgm:t>
    </dgm:pt>
    <dgm:pt modelId="{0CEFB34F-42BD-483B-98AC-29BE5B44549C}" type="parTrans" cxnId="{47439819-04BD-4C58-BBD8-5C2431556905}">
      <dgm:prSet/>
      <dgm:spPr/>
      <dgm:t>
        <a:bodyPr/>
        <a:lstStyle/>
        <a:p>
          <a:endParaRPr lang="en-US"/>
        </a:p>
      </dgm:t>
    </dgm:pt>
    <dgm:pt modelId="{59FF26E0-165D-4430-B088-2E5627B8726F}" type="sibTrans" cxnId="{47439819-04BD-4C58-BBD8-5C2431556905}">
      <dgm:prSet/>
      <dgm:spPr/>
      <dgm:t>
        <a:bodyPr/>
        <a:lstStyle/>
        <a:p>
          <a:endParaRPr lang="en-US"/>
        </a:p>
      </dgm:t>
    </dgm:pt>
    <dgm:pt modelId="{062638DE-DC9A-41B8-B739-66C09406F534}">
      <dgm:prSet phldrT="[Text]" custT="1"/>
      <dgm:spPr/>
      <dgm:t>
        <a:bodyPr/>
        <a:lstStyle/>
        <a:p>
          <a:r>
            <a:rPr lang="en-US" sz="2600" dirty="0"/>
            <a:t>Combines three or more disks</a:t>
          </a:r>
        </a:p>
      </dgm:t>
    </dgm:pt>
    <dgm:pt modelId="{1D0C2E72-54C4-4050-B815-392865CCEE4F}" type="parTrans" cxnId="{AA67F4BF-7A19-437D-9230-9BF6222355D2}">
      <dgm:prSet/>
      <dgm:spPr/>
      <dgm:t>
        <a:bodyPr/>
        <a:lstStyle/>
        <a:p>
          <a:endParaRPr lang="en-US"/>
        </a:p>
      </dgm:t>
    </dgm:pt>
    <dgm:pt modelId="{0424B29C-00C4-49E9-9A4D-3A84E880E37B}" type="sibTrans" cxnId="{AA67F4BF-7A19-437D-9230-9BF6222355D2}">
      <dgm:prSet/>
      <dgm:spPr/>
      <dgm:t>
        <a:bodyPr/>
        <a:lstStyle/>
        <a:p>
          <a:endParaRPr lang="en-US"/>
        </a:p>
      </dgm:t>
    </dgm:pt>
    <dgm:pt modelId="{45A4299C-6B93-428B-A977-F5A78FE33110}">
      <dgm:prSet phldrT="[Text]" custT="1"/>
      <dgm:spPr/>
      <dgm:t>
        <a:bodyPr/>
        <a:lstStyle/>
        <a:p>
          <a:r>
            <a:rPr lang="en-US" sz="3000" dirty="0"/>
            <a:t>RAID 6</a:t>
          </a:r>
        </a:p>
      </dgm:t>
    </dgm:pt>
    <dgm:pt modelId="{79861F1D-CEF2-47DC-841D-871E3D5AB528}" type="parTrans" cxnId="{AB39F384-DFF7-479D-87AF-78F55644A06A}">
      <dgm:prSet/>
      <dgm:spPr/>
      <dgm:t>
        <a:bodyPr/>
        <a:lstStyle/>
        <a:p>
          <a:endParaRPr lang="en-US"/>
        </a:p>
      </dgm:t>
    </dgm:pt>
    <dgm:pt modelId="{A1456C14-550B-448B-AE34-F189C4E229A4}" type="sibTrans" cxnId="{AB39F384-DFF7-479D-87AF-78F55644A06A}">
      <dgm:prSet/>
      <dgm:spPr/>
      <dgm:t>
        <a:bodyPr/>
        <a:lstStyle/>
        <a:p>
          <a:endParaRPr lang="en-US"/>
        </a:p>
      </dgm:t>
    </dgm:pt>
    <dgm:pt modelId="{CB8DC449-1A1A-476D-B137-5B6A0F984AC2}">
      <dgm:prSet phldrT="[Text]" custT="1"/>
      <dgm:spPr/>
      <dgm:t>
        <a:bodyPr/>
        <a:lstStyle/>
        <a:p>
          <a:r>
            <a:rPr lang="en-US" sz="2600" dirty="0"/>
            <a:t>Combines four or more disks</a:t>
          </a:r>
        </a:p>
      </dgm:t>
    </dgm:pt>
    <dgm:pt modelId="{9A28EA1F-FEAD-4271-A8E9-89CB287F4DB9}" type="parTrans" cxnId="{99274B3D-E2EC-4C6E-906F-08602E1E5F25}">
      <dgm:prSet/>
      <dgm:spPr/>
      <dgm:t>
        <a:bodyPr/>
        <a:lstStyle/>
        <a:p>
          <a:endParaRPr lang="en-US"/>
        </a:p>
      </dgm:t>
    </dgm:pt>
    <dgm:pt modelId="{C878C260-CDC2-44E5-82E2-818C78ED5CEE}" type="sibTrans" cxnId="{99274B3D-E2EC-4C6E-906F-08602E1E5F25}">
      <dgm:prSet/>
      <dgm:spPr/>
      <dgm:t>
        <a:bodyPr/>
        <a:lstStyle/>
        <a:p>
          <a:endParaRPr lang="en-US"/>
        </a:p>
      </dgm:t>
    </dgm:pt>
    <dgm:pt modelId="{6DA0BB6C-02B5-42AC-BAB8-4F87A4C3FAD0}">
      <dgm:prSet phldrT="[Text]" custT="1"/>
      <dgm:spPr/>
      <dgm:t>
        <a:bodyPr/>
        <a:lstStyle/>
        <a:p>
          <a:r>
            <a:rPr lang="en-US" sz="2600" dirty="0"/>
            <a:t>Protects against loss of data on any two disks</a:t>
          </a:r>
        </a:p>
      </dgm:t>
    </dgm:pt>
    <dgm:pt modelId="{3F2DAA92-EE3B-4E94-89B2-AFDE53001246}" type="parTrans" cxnId="{9D3C0F0E-2CA7-4323-B09D-BFE4BE1969F5}">
      <dgm:prSet/>
      <dgm:spPr/>
      <dgm:t>
        <a:bodyPr/>
        <a:lstStyle/>
        <a:p>
          <a:endParaRPr lang="en-US"/>
        </a:p>
      </dgm:t>
    </dgm:pt>
    <dgm:pt modelId="{03527C7B-86EB-46F2-A2D4-F4411F9E7D69}" type="sibTrans" cxnId="{9D3C0F0E-2CA7-4323-B09D-BFE4BE1969F5}">
      <dgm:prSet/>
      <dgm:spPr/>
      <dgm:t>
        <a:bodyPr/>
        <a:lstStyle/>
        <a:p>
          <a:endParaRPr lang="en-US"/>
        </a:p>
      </dgm:t>
    </dgm:pt>
    <dgm:pt modelId="{B382EB7A-A5C4-4963-840A-BD4E3FA6AC7D}">
      <dgm:prSet phldrT="[Text]" custT="1"/>
      <dgm:spPr/>
      <dgm:t>
        <a:bodyPr/>
        <a:lstStyle/>
        <a:p>
          <a:r>
            <a:rPr lang="en-US" sz="2600" dirty="0"/>
            <a:t>Similar to RAID 3 but no parity</a:t>
          </a:r>
        </a:p>
      </dgm:t>
    </dgm:pt>
    <dgm:pt modelId="{7A61307A-97F7-4B92-8E55-7642F28D9DB7}" type="parTrans" cxnId="{FDD9774C-9815-41B0-AF13-BAA086E7E45C}">
      <dgm:prSet/>
      <dgm:spPr/>
      <dgm:t>
        <a:bodyPr/>
        <a:lstStyle/>
        <a:p>
          <a:endParaRPr lang="en-US"/>
        </a:p>
      </dgm:t>
    </dgm:pt>
    <dgm:pt modelId="{973821F9-F5B6-4548-AECB-1F7CC842B297}" type="sibTrans" cxnId="{FDD9774C-9815-41B0-AF13-BAA086E7E45C}">
      <dgm:prSet/>
      <dgm:spPr/>
      <dgm:t>
        <a:bodyPr/>
        <a:lstStyle/>
        <a:p>
          <a:endParaRPr lang="en-US"/>
        </a:p>
      </dgm:t>
    </dgm:pt>
    <dgm:pt modelId="{80861C16-47DA-4AEF-B390-00CC5746722F}" type="pres">
      <dgm:prSet presAssocID="{D4D13875-D517-453F-8D7C-1FEFF269E56D}" presName="Name0" presStyleCnt="0">
        <dgm:presLayoutVars>
          <dgm:dir/>
          <dgm:animLvl val="lvl"/>
          <dgm:resizeHandles val="exact"/>
        </dgm:presLayoutVars>
      </dgm:prSet>
      <dgm:spPr/>
    </dgm:pt>
    <dgm:pt modelId="{88F1C4A0-0E71-4DD9-8F54-3985889FA994}" type="pres">
      <dgm:prSet presAssocID="{A54E9939-F800-415D-8486-C99A2C0CDE6D}" presName="composite" presStyleCnt="0"/>
      <dgm:spPr/>
    </dgm:pt>
    <dgm:pt modelId="{0C52C8CA-6342-4A46-91FC-02F1F454C38D}" type="pres">
      <dgm:prSet presAssocID="{A54E9939-F800-415D-8486-C99A2C0CDE6D}" presName="parTx" presStyleLbl="alignNode1" presStyleIdx="0" presStyleCnt="2">
        <dgm:presLayoutVars>
          <dgm:chMax val="0"/>
          <dgm:chPref val="0"/>
          <dgm:bulletEnabled val="1"/>
        </dgm:presLayoutVars>
      </dgm:prSet>
      <dgm:spPr/>
    </dgm:pt>
    <dgm:pt modelId="{14F7DD1D-C193-4A65-A156-F0BE3437364F}" type="pres">
      <dgm:prSet presAssocID="{A54E9939-F800-415D-8486-C99A2C0CDE6D}" presName="desTx" presStyleLbl="alignAccFollowNode1" presStyleIdx="0" presStyleCnt="2">
        <dgm:presLayoutVars>
          <dgm:bulletEnabled val="1"/>
        </dgm:presLayoutVars>
      </dgm:prSet>
      <dgm:spPr/>
    </dgm:pt>
    <dgm:pt modelId="{A64B46AB-039F-4A1D-82D7-34CC99ACE696}" type="pres">
      <dgm:prSet presAssocID="{59FF26E0-165D-4430-B088-2E5627B8726F}" presName="space" presStyleCnt="0"/>
      <dgm:spPr/>
    </dgm:pt>
    <dgm:pt modelId="{69E544D2-158C-4C3A-BD39-DAC103CCDE4B}" type="pres">
      <dgm:prSet presAssocID="{45A4299C-6B93-428B-A977-F5A78FE33110}" presName="composite" presStyleCnt="0"/>
      <dgm:spPr/>
    </dgm:pt>
    <dgm:pt modelId="{313BE3F2-AD17-4B9C-B15B-FB64E5C527C6}" type="pres">
      <dgm:prSet presAssocID="{45A4299C-6B93-428B-A977-F5A78FE33110}" presName="parTx" presStyleLbl="alignNode1" presStyleIdx="1" presStyleCnt="2">
        <dgm:presLayoutVars>
          <dgm:chMax val="0"/>
          <dgm:chPref val="0"/>
          <dgm:bulletEnabled val="1"/>
        </dgm:presLayoutVars>
      </dgm:prSet>
      <dgm:spPr/>
    </dgm:pt>
    <dgm:pt modelId="{FF795FEC-5CD0-478B-9C79-AFFCCF0C9A1F}" type="pres">
      <dgm:prSet presAssocID="{45A4299C-6B93-428B-A977-F5A78FE33110}" presName="desTx" presStyleLbl="alignAccFollowNode1" presStyleIdx="1" presStyleCnt="2">
        <dgm:presLayoutVars>
          <dgm:bulletEnabled val="1"/>
        </dgm:presLayoutVars>
      </dgm:prSet>
      <dgm:spPr/>
    </dgm:pt>
  </dgm:ptLst>
  <dgm:cxnLst>
    <dgm:cxn modelId="{9D3C0F0E-2CA7-4323-B09D-BFE4BE1969F5}" srcId="{45A4299C-6B93-428B-A977-F5A78FE33110}" destId="{6DA0BB6C-02B5-42AC-BAB8-4F87A4C3FAD0}" srcOrd="1" destOrd="0" parTransId="{3F2DAA92-EE3B-4E94-89B2-AFDE53001246}" sibTransId="{03527C7B-86EB-46F2-A2D4-F4411F9E7D69}"/>
    <dgm:cxn modelId="{7328EB17-B4D1-4057-A188-77C721144EF8}" type="presOf" srcId="{D4D13875-D517-453F-8D7C-1FEFF269E56D}" destId="{80861C16-47DA-4AEF-B390-00CC5746722F}" srcOrd="0" destOrd="0" presId="urn:microsoft.com/office/officeart/2005/8/layout/hList1"/>
    <dgm:cxn modelId="{47439819-04BD-4C58-BBD8-5C2431556905}" srcId="{D4D13875-D517-453F-8D7C-1FEFF269E56D}" destId="{A54E9939-F800-415D-8486-C99A2C0CDE6D}" srcOrd="0" destOrd="0" parTransId="{0CEFB34F-42BD-483B-98AC-29BE5B44549C}" sibTransId="{59FF26E0-165D-4430-B088-2E5627B8726F}"/>
    <dgm:cxn modelId="{99274B3D-E2EC-4C6E-906F-08602E1E5F25}" srcId="{45A4299C-6B93-428B-A977-F5A78FE33110}" destId="{CB8DC449-1A1A-476D-B137-5B6A0F984AC2}" srcOrd="0" destOrd="0" parTransId="{9A28EA1F-FEAD-4271-A8E9-89CB287F4DB9}" sibTransId="{C878C260-CDC2-44E5-82E2-818C78ED5CEE}"/>
    <dgm:cxn modelId="{F91E0C40-370C-42A9-8F27-09F6C107FFF7}" type="presOf" srcId="{B382EB7A-A5C4-4963-840A-BD4E3FA6AC7D}" destId="{14F7DD1D-C193-4A65-A156-F0BE3437364F}" srcOrd="0" destOrd="1" presId="urn:microsoft.com/office/officeart/2005/8/layout/hList1"/>
    <dgm:cxn modelId="{FDD9774C-9815-41B0-AF13-BAA086E7E45C}" srcId="{A54E9939-F800-415D-8486-C99A2C0CDE6D}" destId="{B382EB7A-A5C4-4963-840A-BD4E3FA6AC7D}" srcOrd="1" destOrd="0" parTransId="{7A61307A-97F7-4B92-8E55-7642F28D9DB7}" sibTransId="{973821F9-F5B6-4548-AECB-1F7CC842B297}"/>
    <dgm:cxn modelId="{B30CB06C-05C9-453D-839D-FBA425B0937F}" type="presOf" srcId="{062638DE-DC9A-41B8-B739-66C09406F534}" destId="{14F7DD1D-C193-4A65-A156-F0BE3437364F}" srcOrd="0" destOrd="0" presId="urn:microsoft.com/office/officeart/2005/8/layout/hList1"/>
    <dgm:cxn modelId="{DFFECC6C-6252-4638-8EF2-B0FF0D19BFEF}" type="presOf" srcId="{6DA0BB6C-02B5-42AC-BAB8-4F87A4C3FAD0}" destId="{FF795FEC-5CD0-478B-9C79-AFFCCF0C9A1F}" srcOrd="0" destOrd="1" presId="urn:microsoft.com/office/officeart/2005/8/layout/hList1"/>
    <dgm:cxn modelId="{B991687A-F40E-44F4-9E1E-0A55B5CF3A0F}" type="presOf" srcId="{A54E9939-F800-415D-8486-C99A2C0CDE6D}" destId="{0C52C8CA-6342-4A46-91FC-02F1F454C38D}" srcOrd="0" destOrd="0" presId="urn:microsoft.com/office/officeart/2005/8/layout/hList1"/>
    <dgm:cxn modelId="{AB39F384-DFF7-479D-87AF-78F55644A06A}" srcId="{D4D13875-D517-453F-8D7C-1FEFF269E56D}" destId="{45A4299C-6B93-428B-A977-F5A78FE33110}" srcOrd="1" destOrd="0" parTransId="{79861F1D-CEF2-47DC-841D-871E3D5AB528}" sibTransId="{A1456C14-550B-448B-AE34-F189C4E229A4}"/>
    <dgm:cxn modelId="{ABC18586-3B20-49F7-AC29-20F6CC53E943}" type="presOf" srcId="{45A4299C-6B93-428B-A977-F5A78FE33110}" destId="{313BE3F2-AD17-4B9C-B15B-FB64E5C527C6}" srcOrd="0" destOrd="0" presId="urn:microsoft.com/office/officeart/2005/8/layout/hList1"/>
    <dgm:cxn modelId="{40876D8B-F1C0-42C9-A787-A634AE7A49FE}" type="presOf" srcId="{CB8DC449-1A1A-476D-B137-5B6A0F984AC2}" destId="{FF795FEC-5CD0-478B-9C79-AFFCCF0C9A1F}" srcOrd="0" destOrd="0" presId="urn:microsoft.com/office/officeart/2005/8/layout/hList1"/>
    <dgm:cxn modelId="{AA67F4BF-7A19-437D-9230-9BF6222355D2}" srcId="{A54E9939-F800-415D-8486-C99A2C0CDE6D}" destId="{062638DE-DC9A-41B8-B739-66C09406F534}" srcOrd="0" destOrd="0" parTransId="{1D0C2E72-54C4-4050-B815-392865CCEE4F}" sibTransId="{0424B29C-00C4-49E9-9A4D-3A84E880E37B}"/>
    <dgm:cxn modelId="{B2827E73-85AC-48D7-8393-F3D665B7F48D}" type="presParOf" srcId="{80861C16-47DA-4AEF-B390-00CC5746722F}" destId="{88F1C4A0-0E71-4DD9-8F54-3985889FA994}" srcOrd="0" destOrd="0" presId="urn:microsoft.com/office/officeart/2005/8/layout/hList1"/>
    <dgm:cxn modelId="{C5ACD938-E589-411A-83BF-8C1B15DB871B}" type="presParOf" srcId="{88F1C4A0-0E71-4DD9-8F54-3985889FA994}" destId="{0C52C8CA-6342-4A46-91FC-02F1F454C38D}" srcOrd="0" destOrd="0" presId="urn:microsoft.com/office/officeart/2005/8/layout/hList1"/>
    <dgm:cxn modelId="{7FEF3456-2679-4743-8914-39A6833FDD3B}" type="presParOf" srcId="{88F1C4A0-0E71-4DD9-8F54-3985889FA994}" destId="{14F7DD1D-C193-4A65-A156-F0BE3437364F}" srcOrd="1" destOrd="0" presId="urn:microsoft.com/office/officeart/2005/8/layout/hList1"/>
    <dgm:cxn modelId="{5C9970DD-30D5-455B-83EF-76107E7851AA}" type="presParOf" srcId="{80861C16-47DA-4AEF-B390-00CC5746722F}" destId="{A64B46AB-039F-4A1D-82D7-34CC99ACE696}" srcOrd="1" destOrd="0" presId="urn:microsoft.com/office/officeart/2005/8/layout/hList1"/>
    <dgm:cxn modelId="{3C231E9D-47E3-414B-AC25-6EC509562D32}" type="presParOf" srcId="{80861C16-47DA-4AEF-B390-00CC5746722F}" destId="{69E544D2-158C-4C3A-BD39-DAC103CCDE4B}" srcOrd="2" destOrd="0" presId="urn:microsoft.com/office/officeart/2005/8/layout/hList1"/>
    <dgm:cxn modelId="{8149BE44-BDE6-4B42-90F1-DC497969D970}" type="presParOf" srcId="{69E544D2-158C-4C3A-BD39-DAC103CCDE4B}" destId="{313BE3F2-AD17-4B9C-B15B-FB64E5C527C6}" srcOrd="0" destOrd="0" presId="urn:microsoft.com/office/officeart/2005/8/layout/hList1"/>
    <dgm:cxn modelId="{1A9C43B4-3F8D-4BF9-9690-78A692F9B415}" type="presParOf" srcId="{69E544D2-158C-4C3A-BD39-DAC103CCDE4B}" destId="{FF795FEC-5CD0-478B-9C79-AFFCCF0C9A1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CD4E0-FF98-4C50-81D4-2C64EB719D61}">
      <dsp:nvSpPr>
        <dsp:cNvPr id="0" name=""/>
        <dsp:cNvSpPr/>
      </dsp:nvSpPr>
      <dsp:spPr>
        <a:xfrm>
          <a:off x="0" y="2147"/>
          <a:ext cx="7902054" cy="875346"/>
        </a:xfrm>
        <a:prstGeom prst="round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Shut down the computer.</a:t>
          </a:r>
        </a:p>
      </dsp:txBody>
      <dsp:txXfrm>
        <a:off x="42731" y="44878"/>
        <a:ext cx="7816592" cy="789884"/>
      </dsp:txXfrm>
    </dsp:sp>
    <dsp:sp modelId="{3CA2153C-D446-4EF5-A953-DCA60AFFAC28}">
      <dsp:nvSpPr>
        <dsp:cNvPr id="0" name=""/>
        <dsp:cNvSpPr/>
      </dsp:nvSpPr>
      <dsp:spPr>
        <a:xfrm>
          <a:off x="0" y="888518"/>
          <a:ext cx="7902054" cy="875346"/>
        </a:xfrm>
        <a:prstGeom prst="roundRect">
          <a:avLst/>
        </a:prstGeom>
        <a:solidFill>
          <a:schemeClr val="accent1">
            <a:shade val="80000"/>
            <a:hueOff val="97063"/>
            <a:satOff val="-6097"/>
            <a:lumOff val="770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Transport the computer to a secure location.</a:t>
          </a:r>
        </a:p>
      </dsp:txBody>
      <dsp:txXfrm>
        <a:off x="42731" y="931249"/>
        <a:ext cx="7816592" cy="789884"/>
      </dsp:txXfrm>
    </dsp:sp>
    <dsp:sp modelId="{B4E0A440-FD5B-4C2A-899A-80C9362B383E}">
      <dsp:nvSpPr>
        <dsp:cNvPr id="0" name=""/>
        <dsp:cNvSpPr/>
      </dsp:nvSpPr>
      <dsp:spPr>
        <a:xfrm>
          <a:off x="0" y="1774889"/>
          <a:ext cx="7902054" cy="875346"/>
        </a:xfrm>
        <a:prstGeom prst="round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Prepare the system.</a:t>
          </a:r>
        </a:p>
      </dsp:txBody>
      <dsp:txXfrm>
        <a:off x="42731" y="1817620"/>
        <a:ext cx="7816592" cy="789884"/>
      </dsp:txXfrm>
    </dsp:sp>
    <dsp:sp modelId="{21E300C1-5172-47DF-82ED-0E0EDED0C373}">
      <dsp:nvSpPr>
        <dsp:cNvPr id="0" name=""/>
        <dsp:cNvSpPr/>
      </dsp:nvSpPr>
      <dsp:spPr>
        <a:xfrm>
          <a:off x="0" y="2661261"/>
          <a:ext cx="7902054" cy="875346"/>
        </a:xfrm>
        <a:prstGeom prst="roundRect">
          <a:avLst/>
        </a:prstGeom>
        <a:solidFill>
          <a:schemeClr val="accent1">
            <a:shade val="80000"/>
            <a:hueOff val="291188"/>
            <a:satOff val="-18290"/>
            <a:lumOff val="23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Document the hardware configuration of the system.</a:t>
          </a:r>
        </a:p>
      </dsp:txBody>
      <dsp:txXfrm>
        <a:off x="42731" y="2703992"/>
        <a:ext cx="7816592" cy="789884"/>
      </dsp:txXfrm>
    </dsp:sp>
    <dsp:sp modelId="{DDDDC75A-15E7-4A9A-AD82-A1C1B2B5C71F}">
      <dsp:nvSpPr>
        <dsp:cNvPr id="0" name=""/>
        <dsp:cNvSpPr/>
      </dsp:nvSpPr>
      <dsp:spPr>
        <a:xfrm>
          <a:off x="0" y="3547632"/>
          <a:ext cx="7902054" cy="875346"/>
        </a:xfrm>
        <a:prstGeom prst="round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Mathematically authenticate data on all storage devices.</a:t>
          </a:r>
        </a:p>
      </dsp:txBody>
      <dsp:txXfrm>
        <a:off x="42731" y="3590363"/>
        <a:ext cx="7816592" cy="7898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0FC4FC-12A1-4DFE-97C7-6152E9CA9A60}">
      <dsp:nvSpPr>
        <dsp:cNvPr id="0" name=""/>
        <dsp:cNvSpPr/>
      </dsp:nvSpPr>
      <dsp:spPr>
        <a:xfrm>
          <a:off x="0" y="405299"/>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C888852-9B03-4A62-90A1-3B4E12EF4017}">
      <dsp:nvSpPr>
        <dsp:cNvPr id="0" name=""/>
        <dsp:cNvSpPr/>
      </dsp:nvSpPr>
      <dsp:spPr>
        <a:xfrm>
          <a:off x="414972" y="110099"/>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Avoid changing evidence</a:t>
          </a:r>
        </a:p>
      </dsp:txBody>
      <dsp:txXfrm>
        <a:off x="443793" y="138920"/>
        <a:ext cx="5751973" cy="532758"/>
      </dsp:txXfrm>
    </dsp:sp>
    <dsp:sp modelId="{2209B4A3-569C-4E46-AA94-44139EF84440}">
      <dsp:nvSpPr>
        <dsp:cNvPr id="0" name=""/>
        <dsp:cNvSpPr/>
      </dsp:nvSpPr>
      <dsp:spPr>
        <a:xfrm>
          <a:off x="0" y="13125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765E2D-12E6-4727-A28F-2EBB9EEF1986}">
      <dsp:nvSpPr>
        <dsp:cNvPr id="0" name=""/>
        <dsp:cNvSpPr/>
      </dsp:nvSpPr>
      <dsp:spPr>
        <a:xfrm>
          <a:off x="414972" y="10173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Determine when evidence was created</a:t>
          </a:r>
        </a:p>
      </dsp:txBody>
      <dsp:txXfrm>
        <a:off x="443793" y="1046121"/>
        <a:ext cx="5751973" cy="532758"/>
      </dsp:txXfrm>
    </dsp:sp>
    <dsp:sp modelId="{9EC73EBF-BC18-4E48-9244-F30685C8C4C5}">
      <dsp:nvSpPr>
        <dsp:cNvPr id="0" name=""/>
        <dsp:cNvSpPr/>
      </dsp:nvSpPr>
      <dsp:spPr>
        <a:xfrm>
          <a:off x="0" y="22197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2848318-BF2B-490C-A8CA-867D9375B7F9}">
      <dsp:nvSpPr>
        <dsp:cNvPr id="0" name=""/>
        <dsp:cNvSpPr/>
      </dsp:nvSpPr>
      <dsp:spPr>
        <a:xfrm>
          <a:off x="414972" y="19245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Search throughout a device</a:t>
          </a:r>
        </a:p>
      </dsp:txBody>
      <dsp:txXfrm>
        <a:off x="443793" y="1953321"/>
        <a:ext cx="5751973" cy="532758"/>
      </dsp:txXfrm>
    </dsp:sp>
    <dsp:sp modelId="{AE637718-6719-49E3-B79E-96F05D65E0E6}">
      <dsp:nvSpPr>
        <dsp:cNvPr id="0" name=""/>
        <dsp:cNvSpPr/>
      </dsp:nvSpPr>
      <dsp:spPr>
        <a:xfrm>
          <a:off x="0" y="31269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23CFC5-5E7E-4253-938A-D216E05133F7}">
      <dsp:nvSpPr>
        <dsp:cNvPr id="0" name=""/>
        <dsp:cNvSpPr/>
      </dsp:nvSpPr>
      <dsp:spPr>
        <a:xfrm>
          <a:off x="414972" y="28317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Determine information about encrypted and steganized files</a:t>
          </a:r>
        </a:p>
      </dsp:txBody>
      <dsp:txXfrm>
        <a:off x="443793" y="2860521"/>
        <a:ext cx="5751973" cy="532758"/>
      </dsp:txXfrm>
    </dsp:sp>
    <dsp:sp modelId="{2C2E9369-0730-4E3C-91D8-B94752684F5C}">
      <dsp:nvSpPr>
        <dsp:cNvPr id="0" name=""/>
        <dsp:cNvSpPr/>
      </dsp:nvSpPr>
      <dsp:spPr>
        <a:xfrm>
          <a:off x="0" y="4034100"/>
          <a:ext cx="8299450" cy="5040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838463-1AB0-4461-8797-0B6F675C2794}">
      <dsp:nvSpPr>
        <dsp:cNvPr id="0" name=""/>
        <dsp:cNvSpPr/>
      </dsp:nvSpPr>
      <dsp:spPr>
        <a:xfrm>
          <a:off x="414972" y="3738900"/>
          <a:ext cx="5809615" cy="5904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9590" tIns="0" rIns="219590" bIns="0" numCol="1" spcCol="1270" anchor="ctr" anchorCtr="0">
          <a:noAutofit/>
        </a:bodyPr>
        <a:lstStyle/>
        <a:p>
          <a:pPr marL="0" lvl="0" indent="0" algn="l" defTabSz="889000">
            <a:lnSpc>
              <a:spcPct val="90000"/>
            </a:lnSpc>
            <a:spcBef>
              <a:spcPct val="0"/>
            </a:spcBef>
            <a:spcAft>
              <a:spcPct val="35000"/>
            </a:spcAft>
            <a:buNone/>
          </a:pPr>
          <a:r>
            <a:rPr lang="en-US" sz="2000" kern="1200" dirty="0"/>
            <a:t>Present evidence well</a:t>
          </a:r>
        </a:p>
      </dsp:txBody>
      <dsp:txXfrm>
        <a:off x="443793" y="3767721"/>
        <a:ext cx="5751973" cy="532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E6EF3E-6ABA-4D89-BC50-9CA8CE8AD60B}">
      <dsp:nvSpPr>
        <dsp:cNvPr id="0" name=""/>
        <dsp:cNvSpPr/>
      </dsp:nvSpPr>
      <dsp:spPr>
        <a:xfrm>
          <a:off x="189636" y="11954"/>
          <a:ext cx="4371110" cy="437111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dirty="0"/>
            <a:t>URLs</a:t>
          </a:r>
        </a:p>
        <a:p>
          <a:pPr marL="0" lvl="0" indent="0" algn="ctr" defTabSz="977900">
            <a:lnSpc>
              <a:spcPct val="90000"/>
            </a:lnSpc>
            <a:spcBef>
              <a:spcPct val="0"/>
            </a:spcBef>
            <a:spcAft>
              <a:spcPct val="35000"/>
            </a:spcAft>
            <a:buNone/>
          </a:pPr>
          <a:r>
            <a:rPr lang="en-US" sz="2200" kern="1200" dirty="0"/>
            <a:t>Email addresses</a:t>
          </a:r>
        </a:p>
        <a:p>
          <a:pPr marL="0" lvl="0" indent="0" algn="ctr" defTabSz="977900">
            <a:lnSpc>
              <a:spcPct val="90000"/>
            </a:lnSpc>
            <a:spcBef>
              <a:spcPct val="0"/>
            </a:spcBef>
            <a:spcAft>
              <a:spcPct val="35000"/>
            </a:spcAft>
            <a:buNone/>
          </a:pPr>
          <a:r>
            <a:rPr lang="en-US" sz="2200" kern="1200" dirty="0"/>
            <a:t>File formats</a:t>
          </a:r>
        </a:p>
        <a:p>
          <a:pPr marL="0" lvl="0" indent="0" algn="ctr" defTabSz="977900">
            <a:lnSpc>
              <a:spcPct val="90000"/>
            </a:lnSpc>
            <a:spcBef>
              <a:spcPct val="0"/>
            </a:spcBef>
            <a:spcAft>
              <a:spcPct val="35000"/>
            </a:spcAft>
            <a:buNone/>
          </a:pPr>
          <a:r>
            <a:rPr lang="en-US" sz="2200" kern="1200" dirty="0"/>
            <a:t>Damaged sectors</a:t>
          </a:r>
        </a:p>
        <a:p>
          <a:pPr marL="0" lvl="0" indent="0" algn="ctr" defTabSz="977900">
            <a:lnSpc>
              <a:spcPct val="90000"/>
            </a:lnSpc>
            <a:spcBef>
              <a:spcPct val="0"/>
            </a:spcBef>
            <a:spcAft>
              <a:spcPct val="35000"/>
            </a:spcAft>
            <a:buNone/>
          </a:pPr>
          <a:r>
            <a:rPr lang="en-US" sz="2200" kern="1200" dirty="0"/>
            <a:t>Data outside partitions</a:t>
          </a:r>
        </a:p>
        <a:p>
          <a:pPr marL="0" lvl="0" indent="0" algn="ctr" defTabSz="977900">
            <a:lnSpc>
              <a:spcPct val="90000"/>
            </a:lnSpc>
            <a:spcBef>
              <a:spcPct val="0"/>
            </a:spcBef>
            <a:spcAft>
              <a:spcPct val="35000"/>
            </a:spcAft>
            <a:buNone/>
          </a:pPr>
          <a:endParaRPr lang="en-US" sz="2500" kern="1200" dirty="0"/>
        </a:p>
      </dsp:txBody>
      <dsp:txXfrm>
        <a:off x="800016" y="527402"/>
        <a:ext cx="2520279" cy="3340214"/>
      </dsp:txXfrm>
    </dsp:sp>
    <dsp:sp modelId="{E6FC06F2-9278-40D1-BBDB-B0D1C96EFFF9}">
      <dsp:nvSpPr>
        <dsp:cNvPr id="0" name=""/>
        <dsp:cNvSpPr/>
      </dsp:nvSpPr>
      <dsp:spPr>
        <a:xfrm>
          <a:off x="3339985" y="11954"/>
          <a:ext cx="4371110" cy="4371110"/>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dirty="0"/>
            <a:t>Partitions</a:t>
          </a:r>
        </a:p>
        <a:p>
          <a:pPr marL="0" lvl="0" indent="0" algn="ctr" defTabSz="977900">
            <a:lnSpc>
              <a:spcPct val="90000"/>
            </a:lnSpc>
            <a:spcBef>
              <a:spcPct val="0"/>
            </a:spcBef>
            <a:spcAft>
              <a:spcPct val="35000"/>
            </a:spcAft>
            <a:buNone/>
          </a:pPr>
          <a:r>
            <a:rPr lang="en-US" sz="2200" kern="1200" dirty="0"/>
            <a:t>File metadata</a:t>
          </a:r>
        </a:p>
        <a:p>
          <a:pPr marL="0" lvl="0" indent="0" algn="ctr" defTabSz="977900">
            <a:lnSpc>
              <a:spcPct val="90000"/>
            </a:lnSpc>
            <a:spcBef>
              <a:spcPct val="0"/>
            </a:spcBef>
            <a:spcAft>
              <a:spcPct val="35000"/>
            </a:spcAft>
            <a:buNone/>
          </a:pPr>
          <a:r>
            <a:rPr lang="en-US" sz="2200" kern="1200" dirty="0"/>
            <a:t>Context of data</a:t>
          </a:r>
        </a:p>
        <a:p>
          <a:pPr marL="0" lvl="0" indent="0" algn="ctr" defTabSz="977900">
            <a:lnSpc>
              <a:spcPct val="90000"/>
            </a:lnSpc>
            <a:spcBef>
              <a:spcPct val="0"/>
            </a:spcBef>
            <a:spcAft>
              <a:spcPct val="35000"/>
            </a:spcAft>
            <a:buNone/>
          </a:pPr>
          <a:r>
            <a:rPr lang="en-US" sz="2200" kern="1200" dirty="0"/>
            <a:t>File paths</a:t>
          </a:r>
        </a:p>
      </dsp:txBody>
      <dsp:txXfrm>
        <a:off x="4580435" y="527402"/>
        <a:ext cx="2520279" cy="33402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CD4E0-FF98-4C50-81D4-2C64EB719D61}">
      <dsp:nvSpPr>
        <dsp:cNvPr id="0" name=""/>
        <dsp:cNvSpPr/>
      </dsp:nvSpPr>
      <dsp:spPr>
        <a:xfrm>
          <a:off x="0" y="200162"/>
          <a:ext cx="6537489" cy="1216800"/>
        </a:xfrm>
        <a:prstGeom prst="round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Magnetic media</a:t>
          </a:r>
        </a:p>
      </dsp:txBody>
      <dsp:txXfrm>
        <a:off x="59399" y="259561"/>
        <a:ext cx="6418691" cy="1098002"/>
      </dsp:txXfrm>
    </dsp:sp>
    <dsp:sp modelId="{3CA2153C-D446-4EF5-A953-DCA60AFFAC28}">
      <dsp:nvSpPr>
        <dsp:cNvPr id="0" name=""/>
        <dsp:cNvSpPr/>
      </dsp:nvSpPr>
      <dsp:spPr>
        <a:xfrm>
          <a:off x="0" y="1604163"/>
          <a:ext cx="6537489" cy="1216800"/>
        </a:xfrm>
        <a:prstGeom prst="round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Solid-state drives</a:t>
          </a:r>
        </a:p>
      </dsp:txBody>
      <dsp:txXfrm>
        <a:off x="59399" y="1663562"/>
        <a:ext cx="6418691" cy="1098002"/>
      </dsp:txXfrm>
    </dsp:sp>
    <dsp:sp modelId="{B4E0A440-FD5B-4C2A-899A-80C9362B383E}">
      <dsp:nvSpPr>
        <dsp:cNvPr id="0" name=""/>
        <dsp:cNvSpPr/>
      </dsp:nvSpPr>
      <dsp:spPr>
        <a:xfrm>
          <a:off x="0" y="3008163"/>
          <a:ext cx="6537489" cy="1216800"/>
        </a:xfrm>
        <a:prstGeom prst="round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Digital audio tape (DAT) drives</a:t>
          </a:r>
        </a:p>
      </dsp:txBody>
      <dsp:txXfrm>
        <a:off x="59399" y="3067562"/>
        <a:ext cx="6418691" cy="10980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BCD4E0-FF98-4C50-81D4-2C64EB719D61}">
      <dsp:nvSpPr>
        <dsp:cNvPr id="0" name=""/>
        <dsp:cNvSpPr/>
      </dsp:nvSpPr>
      <dsp:spPr>
        <a:xfrm>
          <a:off x="0" y="200162"/>
          <a:ext cx="6537489" cy="1216800"/>
        </a:xfrm>
        <a:prstGeom prst="round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Digital linear tape (DLT) and super DLT</a:t>
          </a:r>
        </a:p>
      </dsp:txBody>
      <dsp:txXfrm>
        <a:off x="59399" y="259561"/>
        <a:ext cx="6418691" cy="1098002"/>
      </dsp:txXfrm>
    </dsp:sp>
    <dsp:sp modelId="{3CA2153C-D446-4EF5-A953-DCA60AFFAC28}">
      <dsp:nvSpPr>
        <dsp:cNvPr id="0" name=""/>
        <dsp:cNvSpPr/>
      </dsp:nvSpPr>
      <dsp:spPr>
        <a:xfrm>
          <a:off x="0" y="1604163"/>
          <a:ext cx="6537489" cy="1216800"/>
        </a:xfrm>
        <a:prstGeom prst="roundRect">
          <a:avLst/>
        </a:prstGeom>
        <a:solidFill>
          <a:schemeClr val="accent1">
            <a:shade val="80000"/>
            <a:hueOff val="194125"/>
            <a:satOff val="-12193"/>
            <a:lumOff val="1541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Optical media</a:t>
          </a:r>
        </a:p>
      </dsp:txBody>
      <dsp:txXfrm>
        <a:off x="59399" y="1663562"/>
        <a:ext cx="6418691" cy="1098002"/>
      </dsp:txXfrm>
    </dsp:sp>
    <dsp:sp modelId="{B4E0A440-FD5B-4C2A-899A-80C9362B383E}">
      <dsp:nvSpPr>
        <dsp:cNvPr id="0" name=""/>
        <dsp:cNvSpPr/>
      </dsp:nvSpPr>
      <dsp:spPr>
        <a:xfrm>
          <a:off x="0" y="3008163"/>
          <a:ext cx="6537489" cy="1216800"/>
        </a:xfrm>
        <a:prstGeom prst="roundRect">
          <a:avLst/>
        </a:prstGeom>
        <a:solidFill>
          <a:schemeClr val="accent1">
            <a:shade val="80000"/>
            <a:hueOff val="388250"/>
            <a:satOff val="-24386"/>
            <a:lumOff val="30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Universal serial bus (USB)</a:t>
          </a:r>
        </a:p>
      </dsp:txBody>
      <dsp:txXfrm>
        <a:off x="59399" y="3067562"/>
        <a:ext cx="6418691" cy="10980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65868A-CEA9-4D66-B4CE-5FF69D52AA41}">
      <dsp:nvSpPr>
        <dsp:cNvPr id="0" name=""/>
        <dsp:cNvSpPr/>
      </dsp:nvSpPr>
      <dsp:spPr>
        <a:xfrm>
          <a:off x="-5255288" y="-804890"/>
          <a:ext cx="6257980" cy="6257980"/>
        </a:xfrm>
        <a:prstGeom prst="blockArc">
          <a:avLst>
            <a:gd name="adj1" fmla="val 18900000"/>
            <a:gd name="adj2" fmla="val 2700000"/>
            <a:gd name="adj3" fmla="val 345"/>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9418AB-6939-4F5B-A822-B3587C3249E5}">
      <dsp:nvSpPr>
        <dsp:cNvPr id="0" name=""/>
        <dsp:cNvSpPr/>
      </dsp:nvSpPr>
      <dsp:spPr>
        <a:xfrm>
          <a:off x="524978" y="357353"/>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t>Advanced Forensic Format (AFF)</a:t>
          </a:r>
        </a:p>
      </dsp:txBody>
      <dsp:txXfrm>
        <a:off x="524978" y="357353"/>
        <a:ext cx="7710058" cy="715079"/>
      </dsp:txXfrm>
    </dsp:sp>
    <dsp:sp modelId="{C01DCAF7-7C65-4165-8640-D25F936C0505}">
      <dsp:nvSpPr>
        <dsp:cNvPr id="0" name=""/>
        <dsp:cNvSpPr/>
      </dsp:nvSpPr>
      <dsp:spPr>
        <a:xfrm>
          <a:off x="78053" y="267968"/>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6090EB-2351-4959-8681-34B5FF6925A2}">
      <dsp:nvSpPr>
        <dsp:cNvPr id="0" name=""/>
        <dsp:cNvSpPr/>
      </dsp:nvSpPr>
      <dsp:spPr>
        <a:xfrm>
          <a:off x="934949" y="1430158"/>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t>EnCase</a:t>
          </a:r>
        </a:p>
      </dsp:txBody>
      <dsp:txXfrm>
        <a:off x="934949" y="1430158"/>
        <a:ext cx="7300087" cy="715079"/>
      </dsp:txXfrm>
    </dsp:sp>
    <dsp:sp modelId="{62A9143C-45B7-4B88-9205-8897AAEF05D6}">
      <dsp:nvSpPr>
        <dsp:cNvPr id="0" name=""/>
        <dsp:cNvSpPr/>
      </dsp:nvSpPr>
      <dsp:spPr>
        <a:xfrm>
          <a:off x="488025" y="1340773"/>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1FF14E5-5889-4ECE-BCA2-A11FCE87DD7F}">
      <dsp:nvSpPr>
        <dsp:cNvPr id="0" name=""/>
        <dsp:cNvSpPr/>
      </dsp:nvSpPr>
      <dsp:spPr>
        <a:xfrm>
          <a:off x="934949" y="2502962"/>
          <a:ext cx="7300087"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dirty="0"/>
            <a:t>Generic Forensic Zip (</a:t>
          </a:r>
          <a:r>
            <a:rPr lang="en-US" sz="3700" kern="1200"/>
            <a:t>Gfzip</a:t>
          </a:r>
          <a:r>
            <a:rPr lang="en-US" sz="3700" kern="1200" dirty="0"/>
            <a:t>)</a:t>
          </a:r>
        </a:p>
      </dsp:txBody>
      <dsp:txXfrm>
        <a:off x="934949" y="2502962"/>
        <a:ext cx="7300087" cy="715079"/>
      </dsp:txXfrm>
    </dsp:sp>
    <dsp:sp modelId="{382B73D2-88CE-4B43-B7B0-F3A6F3BC2928}">
      <dsp:nvSpPr>
        <dsp:cNvPr id="0" name=""/>
        <dsp:cNvSpPr/>
      </dsp:nvSpPr>
      <dsp:spPr>
        <a:xfrm>
          <a:off x="488025" y="2413577"/>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15605D-B111-466D-B817-CC28973FAB12}">
      <dsp:nvSpPr>
        <dsp:cNvPr id="0" name=""/>
        <dsp:cNvSpPr/>
      </dsp:nvSpPr>
      <dsp:spPr>
        <a:xfrm>
          <a:off x="524978" y="3575767"/>
          <a:ext cx="7710058" cy="71507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7594" tIns="93980" rIns="93980" bIns="93980" numCol="1" spcCol="1270" anchor="ctr" anchorCtr="0">
          <a:noAutofit/>
        </a:bodyPr>
        <a:lstStyle/>
        <a:p>
          <a:pPr marL="0" lvl="0" indent="0" algn="l" defTabSz="1644650">
            <a:lnSpc>
              <a:spcPct val="90000"/>
            </a:lnSpc>
            <a:spcBef>
              <a:spcPct val="0"/>
            </a:spcBef>
            <a:spcAft>
              <a:spcPct val="35000"/>
            </a:spcAft>
            <a:buNone/>
          </a:pPr>
          <a:r>
            <a:rPr lang="en-US" sz="3700" kern="1200"/>
            <a:t>iXImager</a:t>
          </a:r>
          <a:endParaRPr lang="en-US" sz="3700" kern="1200" dirty="0"/>
        </a:p>
      </dsp:txBody>
      <dsp:txXfrm>
        <a:off x="524978" y="3575767"/>
        <a:ext cx="7710058" cy="715079"/>
      </dsp:txXfrm>
    </dsp:sp>
    <dsp:sp modelId="{A3FF406E-9A7C-41AD-B183-A8A6E5E52EB3}">
      <dsp:nvSpPr>
        <dsp:cNvPr id="0" name=""/>
        <dsp:cNvSpPr/>
      </dsp:nvSpPr>
      <dsp:spPr>
        <a:xfrm>
          <a:off x="78053" y="3486382"/>
          <a:ext cx="893848" cy="893848"/>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52C8CA-6342-4A46-91FC-02F1F454C38D}">
      <dsp:nvSpPr>
        <dsp:cNvPr id="0" name=""/>
        <dsp:cNvSpPr/>
      </dsp:nvSpPr>
      <dsp:spPr>
        <a:xfrm>
          <a:off x="2593" y="619104"/>
          <a:ext cx="2528738" cy="892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RAID 0</a:t>
          </a:r>
        </a:p>
      </dsp:txBody>
      <dsp:txXfrm>
        <a:off x="2593" y="619104"/>
        <a:ext cx="2528738" cy="892800"/>
      </dsp:txXfrm>
    </dsp:sp>
    <dsp:sp modelId="{14F7DD1D-C193-4A65-A156-F0BE3437364F}">
      <dsp:nvSpPr>
        <dsp:cNvPr id="0" name=""/>
        <dsp:cNvSpPr/>
      </dsp:nvSpPr>
      <dsp:spPr>
        <a:xfrm>
          <a:off x="2593" y="1511904"/>
          <a:ext cx="2528738" cy="280813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Distributes data across multiple disks</a:t>
          </a:r>
        </a:p>
        <a:p>
          <a:pPr marL="228600" lvl="1" indent="-228600" algn="l" defTabSz="1155700">
            <a:lnSpc>
              <a:spcPct val="90000"/>
            </a:lnSpc>
            <a:spcBef>
              <a:spcPct val="0"/>
            </a:spcBef>
            <a:spcAft>
              <a:spcPct val="15000"/>
            </a:spcAft>
            <a:buChar char="•"/>
          </a:pPr>
          <a:r>
            <a:rPr lang="en-US" sz="2600" kern="1200" dirty="0"/>
            <a:t>Improved data retrieval speed</a:t>
          </a:r>
        </a:p>
      </dsp:txBody>
      <dsp:txXfrm>
        <a:off x="2593" y="1511904"/>
        <a:ext cx="2528738" cy="2808135"/>
      </dsp:txXfrm>
    </dsp:sp>
    <dsp:sp modelId="{313BE3F2-AD17-4B9C-B15B-FB64E5C527C6}">
      <dsp:nvSpPr>
        <dsp:cNvPr id="0" name=""/>
        <dsp:cNvSpPr/>
      </dsp:nvSpPr>
      <dsp:spPr>
        <a:xfrm>
          <a:off x="2885355" y="619104"/>
          <a:ext cx="2528738" cy="892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RAID 1</a:t>
          </a:r>
        </a:p>
      </dsp:txBody>
      <dsp:txXfrm>
        <a:off x="2885355" y="619104"/>
        <a:ext cx="2528738" cy="892800"/>
      </dsp:txXfrm>
    </dsp:sp>
    <dsp:sp modelId="{FF795FEC-5CD0-478B-9C79-AFFCCF0C9A1F}">
      <dsp:nvSpPr>
        <dsp:cNvPr id="0" name=""/>
        <dsp:cNvSpPr/>
      </dsp:nvSpPr>
      <dsp:spPr>
        <a:xfrm>
          <a:off x="2885355" y="1511904"/>
          <a:ext cx="2528738" cy="280813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Mirrors disks</a:t>
          </a:r>
        </a:p>
        <a:p>
          <a:pPr marL="228600" lvl="1" indent="-228600" algn="l" defTabSz="1155700">
            <a:lnSpc>
              <a:spcPct val="90000"/>
            </a:lnSpc>
            <a:spcBef>
              <a:spcPct val="0"/>
            </a:spcBef>
            <a:spcAft>
              <a:spcPct val="15000"/>
            </a:spcAft>
            <a:buChar char="•"/>
          </a:pPr>
          <a:r>
            <a:rPr lang="en-US" sz="2600" kern="1200" dirty="0"/>
            <a:t>Creates an identical copy of a drive</a:t>
          </a:r>
        </a:p>
      </dsp:txBody>
      <dsp:txXfrm>
        <a:off x="2885355" y="1511904"/>
        <a:ext cx="2528738" cy="2808135"/>
      </dsp:txXfrm>
    </dsp:sp>
    <dsp:sp modelId="{78EB7849-CAA4-4E2B-A63F-BE3B1AC1C9D5}">
      <dsp:nvSpPr>
        <dsp:cNvPr id="0" name=""/>
        <dsp:cNvSpPr/>
      </dsp:nvSpPr>
      <dsp:spPr>
        <a:xfrm>
          <a:off x="5768117" y="619104"/>
          <a:ext cx="2528738" cy="892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marL="0" lvl="0" indent="0" algn="ctr" defTabSz="1377950">
            <a:lnSpc>
              <a:spcPct val="90000"/>
            </a:lnSpc>
            <a:spcBef>
              <a:spcPct val="0"/>
            </a:spcBef>
            <a:spcAft>
              <a:spcPct val="35000"/>
            </a:spcAft>
            <a:buNone/>
          </a:pPr>
          <a:r>
            <a:rPr lang="en-US" sz="3100" kern="1200" dirty="0"/>
            <a:t>RAID 3 or 4</a:t>
          </a:r>
        </a:p>
      </dsp:txBody>
      <dsp:txXfrm>
        <a:off x="5768117" y="619104"/>
        <a:ext cx="2528738" cy="892800"/>
      </dsp:txXfrm>
    </dsp:sp>
    <dsp:sp modelId="{6102CB97-ECE2-4191-A7F5-CC5ACAFDD334}">
      <dsp:nvSpPr>
        <dsp:cNvPr id="0" name=""/>
        <dsp:cNvSpPr/>
      </dsp:nvSpPr>
      <dsp:spPr>
        <a:xfrm>
          <a:off x="5768117" y="1511904"/>
          <a:ext cx="2528738" cy="280813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Combines three or more disks for fault tolerance</a:t>
          </a:r>
        </a:p>
        <a:p>
          <a:pPr marL="228600" lvl="1" indent="-228600" algn="l" defTabSz="1155700">
            <a:lnSpc>
              <a:spcPct val="90000"/>
            </a:lnSpc>
            <a:spcBef>
              <a:spcPct val="0"/>
            </a:spcBef>
            <a:spcAft>
              <a:spcPct val="15000"/>
            </a:spcAft>
            <a:buChar char="•"/>
          </a:pPr>
          <a:r>
            <a:rPr lang="en-US" sz="2600" kern="1200" dirty="0"/>
            <a:t>Includes parity</a:t>
          </a:r>
        </a:p>
      </dsp:txBody>
      <dsp:txXfrm>
        <a:off x="5768117" y="1511904"/>
        <a:ext cx="2528738" cy="280813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52C8CA-6342-4A46-91FC-02F1F454C38D}">
      <dsp:nvSpPr>
        <dsp:cNvPr id="0" name=""/>
        <dsp:cNvSpPr/>
      </dsp:nvSpPr>
      <dsp:spPr>
        <a:xfrm>
          <a:off x="28" y="9991"/>
          <a:ext cx="2711035" cy="108441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kern="1200" dirty="0"/>
            <a:t>RAID 5</a:t>
          </a:r>
        </a:p>
      </dsp:txBody>
      <dsp:txXfrm>
        <a:off x="28" y="9991"/>
        <a:ext cx="2711035" cy="1084414"/>
      </dsp:txXfrm>
    </dsp:sp>
    <dsp:sp modelId="{14F7DD1D-C193-4A65-A156-F0BE3437364F}">
      <dsp:nvSpPr>
        <dsp:cNvPr id="0" name=""/>
        <dsp:cNvSpPr/>
      </dsp:nvSpPr>
      <dsp:spPr>
        <a:xfrm>
          <a:off x="28" y="1094405"/>
          <a:ext cx="2711035" cy="27669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Combines three or more disks</a:t>
          </a:r>
        </a:p>
        <a:p>
          <a:pPr marL="228600" lvl="1" indent="-228600" algn="l" defTabSz="1155700">
            <a:lnSpc>
              <a:spcPct val="90000"/>
            </a:lnSpc>
            <a:spcBef>
              <a:spcPct val="0"/>
            </a:spcBef>
            <a:spcAft>
              <a:spcPct val="15000"/>
            </a:spcAft>
            <a:buChar char="•"/>
          </a:pPr>
          <a:r>
            <a:rPr lang="en-US" sz="2600" kern="1200" dirty="0"/>
            <a:t>Similar to RAID 3 but no parity</a:t>
          </a:r>
        </a:p>
      </dsp:txBody>
      <dsp:txXfrm>
        <a:off x="28" y="1094405"/>
        <a:ext cx="2711035" cy="2766960"/>
      </dsp:txXfrm>
    </dsp:sp>
    <dsp:sp modelId="{313BE3F2-AD17-4B9C-B15B-FB64E5C527C6}">
      <dsp:nvSpPr>
        <dsp:cNvPr id="0" name=""/>
        <dsp:cNvSpPr/>
      </dsp:nvSpPr>
      <dsp:spPr>
        <a:xfrm>
          <a:off x="3090608" y="9991"/>
          <a:ext cx="2711035" cy="1084414"/>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kern="1200" dirty="0"/>
            <a:t>RAID 6</a:t>
          </a:r>
        </a:p>
      </dsp:txBody>
      <dsp:txXfrm>
        <a:off x="3090608" y="9991"/>
        <a:ext cx="2711035" cy="1084414"/>
      </dsp:txXfrm>
    </dsp:sp>
    <dsp:sp modelId="{FF795FEC-5CD0-478B-9C79-AFFCCF0C9A1F}">
      <dsp:nvSpPr>
        <dsp:cNvPr id="0" name=""/>
        <dsp:cNvSpPr/>
      </dsp:nvSpPr>
      <dsp:spPr>
        <a:xfrm>
          <a:off x="3090608" y="1094405"/>
          <a:ext cx="2711035" cy="27669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Combines four or more disks</a:t>
          </a:r>
        </a:p>
        <a:p>
          <a:pPr marL="228600" lvl="1" indent="-228600" algn="l" defTabSz="1155700">
            <a:lnSpc>
              <a:spcPct val="90000"/>
            </a:lnSpc>
            <a:spcBef>
              <a:spcPct val="0"/>
            </a:spcBef>
            <a:spcAft>
              <a:spcPct val="15000"/>
            </a:spcAft>
            <a:buChar char="•"/>
          </a:pPr>
          <a:r>
            <a:rPr lang="en-US" sz="2600" kern="1200" dirty="0"/>
            <a:t>Protects against loss of data on any two disks</a:t>
          </a:r>
        </a:p>
      </dsp:txBody>
      <dsp:txXfrm>
        <a:off x="3090608" y="1094405"/>
        <a:ext cx="2711035" cy="27669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50179" name="Rectangle 3"/>
          <p:cNvSpPr>
            <a:spLocks noGrp="1" noChangeArrowheads="1"/>
          </p:cNvSpPr>
          <p:nvPr>
            <p:ph type="dt" sz="quarter"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56A81824-3A0A-4449-B277-4C4EF2C82C98}" type="datetime1">
              <a:rPr lang="en-US"/>
              <a:pPr>
                <a:defRPr/>
              </a:pPr>
              <a:t>11/7/2025</a:t>
            </a:fld>
            <a:endParaRPr lang="en-US" dirty="0"/>
          </a:p>
        </p:txBody>
      </p:sp>
      <p:sp>
        <p:nvSpPr>
          <p:cNvPr id="50181" name="Rectangle 5"/>
          <p:cNvSpPr>
            <a:spLocks noGrp="1" noChangeArrowheads="1"/>
          </p:cNvSpPr>
          <p:nvPr>
            <p:ph type="sldNum" sz="quarter" idx="3"/>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17C39099-B8B4-4332-AC94-4BC40256434E}" type="slidenum">
              <a:rPr lang="en-US"/>
              <a:pPr>
                <a:defRPr/>
              </a:pPr>
              <a:t>‹#›</a:t>
            </a:fld>
            <a:endParaRPr lang="en-US" dirty="0"/>
          </a:p>
        </p:txBody>
      </p:sp>
    </p:spTree>
    <p:extLst>
      <p:ext uri="{BB962C8B-B14F-4D97-AF65-F5344CB8AC3E}">
        <p14:creationId xmlns:p14="http://schemas.microsoft.com/office/powerpoint/2010/main" val="28659679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defTabSz="931887" eaLnBrk="1" hangingPunct="1">
              <a:defRPr sz="1300">
                <a:latin typeface="Times New Roman" pitchFamily="18" charset="0"/>
              </a:defRPr>
            </a:lvl1pPr>
          </a:lstStyle>
          <a:p>
            <a:pPr>
              <a:defRPr/>
            </a:pPr>
            <a:endParaRPr lang="en-US" dirty="0"/>
          </a:p>
        </p:txBody>
      </p:sp>
      <p:sp>
        <p:nvSpPr>
          <p:cNvPr id="6147" name="Rectangle 3"/>
          <p:cNvSpPr>
            <a:spLocks noGrp="1" noChangeArrowheads="1"/>
          </p:cNvSpPr>
          <p:nvPr>
            <p:ph type="dt" idx="1"/>
          </p:nvPr>
        </p:nvSpPr>
        <p:spPr bwMode="auto">
          <a:xfrm>
            <a:off x="3971925" y="0"/>
            <a:ext cx="3038475" cy="463550"/>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lvl1pPr algn="r" defTabSz="931887" eaLnBrk="1" hangingPunct="1">
              <a:defRPr sz="1300">
                <a:latin typeface="Times New Roman" pitchFamily="18" charset="0"/>
              </a:defRPr>
            </a:lvl1pPr>
          </a:lstStyle>
          <a:p>
            <a:pPr>
              <a:defRPr/>
            </a:pPr>
            <a:fld id="{1BABA6E0-89E4-429A-81B3-821B55B4E3D8}" type="datetime1">
              <a:rPr lang="en-US"/>
              <a:pPr>
                <a:defRPr/>
              </a:pPr>
              <a:t>11/7/2025</a:t>
            </a:fld>
            <a:endParaRPr lang="en-US" dirty="0"/>
          </a:p>
        </p:txBody>
      </p:sp>
      <p:sp>
        <p:nvSpPr>
          <p:cNvPr id="28676" name="Rectangle 4"/>
          <p:cNvSpPr>
            <a:spLocks noGrp="1" noRot="1" noChangeAspect="1"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1" name="Rectangle 7"/>
          <p:cNvSpPr>
            <a:spLocks noGrp="1" noChangeArrowheads="1"/>
          </p:cNvSpPr>
          <p:nvPr>
            <p:ph type="sldNum" sz="quarter" idx="5"/>
          </p:nvPr>
        </p:nvSpPr>
        <p:spPr bwMode="auto">
          <a:xfrm>
            <a:off x="3971925" y="8832850"/>
            <a:ext cx="3038475" cy="463550"/>
          </a:xfrm>
          <a:prstGeom prst="rect">
            <a:avLst/>
          </a:prstGeom>
          <a:noFill/>
          <a:ln w="9525">
            <a:noFill/>
            <a:miter lim="800000"/>
            <a:headEnd/>
            <a:tailEnd/>
          </a:ln>
          <a:effectLst/>
        </p:spPr>
        <p:txBody>
          <a:bodyPr vert="horz" wrap="square" lIns="93172" tIns="46586" rIns="93172" bIns="46586" numCol="1" anchor="b" anchorCtr="0" compatLnSpc="1">
            <a:prstTxWarp prst="textNoShape">
              <a:avLst/>
            </a:prstTxWarp>
          </a:bodyPr>
          <a:lstStyle>
            <a:lvl1pPr algn="r" defTabSz="931887" eaLnBrk="1" hangingPunct="1">
              <a:defRPr sz="1300">
                <a:latin typeface="Times New Roman" pitchFamily="18" charset="0"/>
              </a:defRPr>
            </a:lvl1pPr>
          </a:lstStyle>
          <a:p>
            <a:pPr>
              <a:defRPr/>
            </a:pPr>
            <a:fld id="{059EE265-D607-49AA-A1E4-38CADC22C3FF}" type="slidenum">
              <a:rPr lang="en-US"/>
              <a:pPr>
                <a:defRPr/>
              </a:pPr>
              <a:t>‹#›</a:t>
            </a:fld>
            <a:endParaRPr lang="en-US" dirty="0"/>
          </a:p>
        </p:txBody>
      </p:sp>
    </p:spTree>
    <p:extLst>
      <p:ext uri="{BB962C8B-B14F-4D97-AF65-F5344CB8AC3E}">
        <p14:creationId xmlns:p14="http://schemas.microsoft.com/office/powerpoint/2010/main" val="172363315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30275"/>
            <a:fld id="{0B8C3F24-A87F-48D9-9CF8-C10D302E2D23}" type="slidenum">
              <a:rPr lang="en-US" smtClean="0">
                <a:ea typeface="MS PGothic" pitchFamily="34" charset="-128"/>
              </a:rPr>
              <a:pPr defTabSz="930275"/>
              <a:t>1</a:t>
            </a:fld>
            <a:endParaRPr lang="en-US" dirty="0">
              <a:ea typeface="MS PGothic" pitchFamily="34" charset="-128"/>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2106207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2</a:t>
            </a:fld>
            <a:endParaRPr lang="en-US" dirty="0">
              <a:latin typeface="Arial" pitchFamily="34" charset="0"/>
            </a:endParaRPr>
          </a:p>
        </p:txBody>
      </p:sp>
    </p:spTree>
    <p:extLst>
      <p:ext uri="{BB962C8B-B14F-4D97-AF65-F5344CB8AC3E}">
        <p14:creationId xmlns:p14="http://schemas.microsoft.com/office/powerpoint/2010/main" val="740960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endParaRPr lang="en-US" dirty="0">
              <a:latin typeface="Arial" pitchFamily="34" charset="0"/>
            </a:endParaRPr>
          </a:p>
        </p:txBody>
      </p:sp>
      <p:sp>
        <p:nvSpPr>
          <p:cNvPr id="30724" name="Slide Number Placeholder 3"/>
          <p:cNvSpPr>
            <a:spLocks noGrp="1"/>
          </p:cNvSpPr>
          <p:nvPr>
            <p:ph type="sldNum" sz="quarter" idx="5"/>
          </p:nvPr>
        </p:nvSpPr>
        <p:spPr>
          <a:noFill/>
        </p:spPr>
        <p:txBody>
          <a:bodyPr/>
          <a:lstStyle/>
          <a:p>
            <a:pPr defTabSz="931863"/>
            <a:fld id="{859B10E3-09FB-4E15-96BB-25EDE5195104}" type="slidenum">
              <a:rPr lang="en-US" smtClean="0">
                <a:latin typeface="Arial" pitchFamily="34" charset="0"/>
              </a:rPr>
              <a:pPr defTabSz="931863"/>
              <a:t>3</a:t>
            </a:fld>
            <a:endParaRPr lang="en-US" dirty="0">
              <a:latin typeface="Arial" pitchFamily="34" charset="0"/>
            </a:endParaRPr>
          </a:p>
        </p:txBody>
      </p:sp>
    </p:spTree>
    <p:extLst>
      <p:ext uri="{BB962C8B-B14F-4D97-AF65-F5344CB8AC3E}">
        <p14:creationId xmlns:p14="http://schemas.microsoft.com/office/powerpoint/2010/main" val="3695250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endParaRPr lang="en-US" dirty="0"/>
          </a:p>
        </p:txBody>
      </p:sp>
      <p:sp>
        <p:nvSpPr>
          <p:cNvPr id="32772" name="Date Placeholder 3"/>
          <p:cNvSpPr>
            <a:spLocks noGrp="1"/>
          </p:cNvSpPr>
          <p:nvPr>
            <p:ph type="dt" sz="quarter" idx="1"/>
          </p:nvPr>
        </p:nvSpPr>
        <p:spPr>
          <a:noFill/>
        </p:spPr>
        <p:txBody>
          <a:bodyPr/>
          <a:lstStyle/>
          <a:p>
            <a:pPr defTabSz="931863"/>
            <a:fld id="{05F474E7-204E-4674-BD81-B13529EA7653}" type="datetime1">
              <a:rPr lang="en-US" smtClean="0"/>
              <a:pPr defTabSz="931863"/>
              <a:t>11/7/2025</a:t>
            </a:fld>
            <a:endParaRPr lang="en-US" dirty="0"/>
          </a:p>
        </p:txBody>
      </p:sp>
      <p:sp>
        <p:nvSpPr>
          <p:cNvPr id="32774" name="Slide Number Placeholder 5"/>
          <p:cNvSpPr>
            <a:spLocks noGrp="1"/>
          </p:cNvSpPr>
          <p:nvPr>
            <p:ph type="sldNum" sz="quarter" idx="5"/>
          </p:nvPr>
        </p:nvSpPr>
        <p:spPr>
          <a:noFill/>
        </p:spPr>
        <p:txBody>
          <a:bodyPr/>
          <a:lstStyle/>
          <a:p>
            <a:pPr defTabSz="931863"/>
            <a:fld id="{BF2B4890-BF0A-434B-9A91-B4F6CB37588E}" type="slidenum">
              <a:rPr lang="en-US" smtClean="0"/>
              <a:pPr defTabSz="931863"/>
              <a:t>4</a:t>
            </a:fld>
            <a:endParaRPr lang="en-US" dirty="0"/>
          </a:p>
        </p:txBody>
      </p:sp>
    </p:spTree>
    <p:extLst>
      <p:ext uri="{BB962C8B-B14F-4D97-AF65-F5344CB8AC3E}">
        <p14:creationId xmlns:p14="http://schemas.microsoft.com/office/powerpoint/2010/main" val="2672067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Check to see what processes are running:</a:t>
            </a:r>
          </a:p>
          <a:p>
            <a:pPr marL="228600" indent="-228600">
              <a:buFont typeface="+mj-lt"/>
              <a:buAutoNum type="arabicPeriod"/>
            </a:pPr>
            <a:r>
              <a:rPr lang="en-US" dirty="0"/>
              <a:t>Press Ctrl+Alt+Delete keys at the same time.</a:t>
            </a:r>
          </a:p>
          <a:p>
            <a:pPr marL="228600" indent="-228600">
              <a:buFont typeface="+mj-lt"/>
              <a:buAutoNum type="arabicPeriod"/>
            </a:pPr>
            <a:r>
              <a:rPr lang="en-US" dirty="0"/>
              <a:t>Select Task Manager.</a:t>
            </a:r>
          </a:p>
          <a:p>
            <a:pPr marL="228600" indent="-228600">
              <a:buFont typeface="+mj-lt"/>
              <a:buAutoNum type="arabicPeriod"/>
            </a:pPr>
            <a:r>
              <a:rPr lang="en-US" dirty="0"/>
              <a:t>Select the Process tab.</a:t>
            </a:r>
          </a:p>
          <a:p>
            <a:endParaRPr lang="en-US" dirty="0"/>
          </a:p>
          <a:p>
            <a:r>
              <a:rPr lang="en-US" dirty="0"/>
              <a:t>Checking for live connections to the system in Linux and Windows:</a:t>
            </a:r>
          </a:p>
          <a:p>
            <a:pPr marL="171450" indent="-171450">
              <a:buFont typeface="Arial" panose="020B0604020202020204" pitchFamily="34" charset="0"/>
              <a:buChar char="•"/>
            </a:pPr>
            <a:r>
              <a:rPr lang="en-US" i="1" dirty="0"/>
              <a:t>netstat</a:t>
            </a:r>
            <a:r>
              <a:rPr lang="en-US" dirty="0"/>
              <a:t>—Shows network statistics and any current connections. Look for external connections from outside the current network.</a:t>
            </a:r>
          </a:p>
          <a:p>
            <a:pPr marL="171450" indent="-171450">
              <a:buFont typeface="Arial" panose="020B0604020202020204" pitchFamily="34" charset="0"/>
              <a:buChar char="•"/>
            </a:pPr>
            <a:r>
              <a:rPr lang="en-US" i="1" dirty="0"/>
              <a:t>net sessions</a:t>
            </a:r>
            <a:r>
              <a:rPr lang="en-US" dirty="0"/>
              <a:t>—Shows established network communications sessions, such as someone logging on to that system.</a:t>
            </a:r>
          </a:p>
          <a:p>
            <a:pPr marL="171450" indent="-171450">
              <a:buFont typeface="Arial" panose="020B0604020202020204" pitchFamily="34" charset="0"/>
              <a:buChar char="•"/>
            </a:pPr>
            <a:r>
              <a:rPr lang="en-US" i="1" dirty="0"/>
              <a:t>openfiles</a:t>
            </a:r>
            <a:r>
              <a:rPr lang="en-US" dirty="0"/>
              <a:t>—Indicates whether there are any shared files or folders open and who has them open.</a:t>
            </a:r>
          </a:p>
          <a:p>
            <a:endParaRPr lang="en-US" dirty="0"/>
          </a:p>
          <a:p>
            <a:r>
              <a:rPr lang="en-US" dirty="0"/>
              <a:t>Run each of these commands and photograph the results before shutting down the machine. Also document that you ran them, the time, and the results. Then power down the machine.</a:t>
            </a:r>
          </a:p>
          <a:p>
            <a:endParaRPr lang="en-US" dirty="0"/>
          </a:p>
          <a:p>
            <a:r>
              <a:rPr lang="en-US" dirty="0"/>
              <a:t>Powering down the computer:</a:t>
            </a:r>
          </a:p>
          <a:p>
            <a:r>
              <a:rPr lang="en-US" dirty="0"/>
              <a:t>Simply pull the plug. Doing so interrupts normal operations. If there is some malware on the computer, it could delete files, clear the swap, or otherwise destroy evidence if the computer is powered down and then powered up normally.</a:t>
            </a:r>
          </a:p>
          <a:p>
            <a:endParaRPr lang="en-US" dirty="0"/>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11/7/2025</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5</a:t>
            </a:fld>
            <a:endParaRPr lang="en-US" dirty="0"/>
          </a:p>
        </p:txBody>
      </p:sp>
    </p:spTree>
    <p:extLst>
      <p:ext uri="{BB962C8B-B14F-4D97-AF65-F5344CB8AC3E}">
        <p14:creationId xmlns:p14="http://schemas.microsoft.com/office/powerpoint/2010/main" val="2669931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6</a:t>
            </a:fld>
            <a:endParaRPr lang="en-US" dirty="0"/>
          </a:p>
        </p:txBody>
      </p:sp>
    </p:spTree>
    <p:extLst>
      <p:ext uri="{BB962C8B-B14F-4D97-AF65-F5344CB8AC3E}">
        <p14:creationId xmlns:p14="http://schemas.microsoft.com/office/powerpoint/2010/main" val="1616381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The netstat command shows network statistics and any current connections.</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Shows even meaningless connections, such as your computer opening a web browser. </a:t>
            </a:r>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7</a:t>
            </a:fld>
            <a:endParaRPr lang="en-US" dirty="0"/>
          </a:p>
        </p:txBody>
      </p:sp>
    </p:spTree>
    <p:extLst>
      <p:ext uri="{BB962C8B-B14F-4D97-AF65-F5344CB8AC3E}">
        <p14:creationId xmlns:p14="http://schemas.microsoft.com/office/powerpoint/2010/main" val="606507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net sessions command only shows established network communication sessions, such as someone logging on to that system.</a:t>
            </a: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8</a:t>
            </a:fld>
            <a:endParaRPr lang="en-US" dirty="0"/>
          </a:p>
        </p:txBody>
      </p:sp>
    </p:spTree>
    <p:extLst>
      <p:ext uri="{BB962C8B-B14F-4D97-AF65-F5344CB8AC3E}">
        <p14:creationId xmlns:p14="http://schemas.microsoft.com/office/powerpoint/2010/main" val="618990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The openfiles command tells you if any shared files or folders are open and who has them open. </a:t>
            </a:r>
          </a:p>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9</a:t>
            </a:fld>
            <a:endParaRPr lang="en-US" dirty="0"/>
          </a:p>
        </p:txBody>
      </p:sp>
    </p:spTree>
    <p:extLst>
      <p:ext uri="{BB962C8B-B14F-4D97-AF65-F5344CB8AC3E}">
        <p14:creationId xmlns:p14="http://schemas.microsoft.com/office/powerpoint/2010/main" val="20826934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You can also capture system memory using OSForensics.</a:t>
            </a:r>
          </a:p>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10</a:t>
            </a:fld>
            <a:endParaRPr lang="en-US" dirty="0"/>
          </a:p>
        </p:txBody>
      </p:sp>
    </p:spTree>
    <p:extLst>
      <p:ext uri="{BB962C8B-B14F-4D97-AF65-F5344CB8AC3E}">
        <p14:creationId xmlns:p14="http://schemas.microsoft.com/office/powerpoint/2010/main" val="2762443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r>
              <a:rPr lang="en-US" dirty="0"/>
              <a:t>You must have legal authority to seize and transport evidence.</a:t>
            </a:r>
          </a:p>
          <a:p>
            <a:endParaRPr lang="en-US" dirty="0"/>
          </a:p>
          <a:p>
            <a:r>
              <a:rPr lang="en-US" sz="1200" kern="1200" dirty="0">
                <a:solidFill>
                  <a:schemeClr val="tx1"/>
                </a:solidFill>
                <a:effectLst/>
                <a:latin typeface="Times New Roman" pitchFamily="18" charset="0"/>
                <a:ea typeface="+mn-ea"/>
                <a:cs typeface="+mn-cs"/>
              </a:rPr>
              <a:t>A seized computer should be locked in a vehicle and the vehicle should be driven to the lab directly with no other stops along the way. The chain of custody must be maintained throughout transport.</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Upon reaching the lab, the computer must be stored securely. If left unattended, the seized computer can be easily compromised. Evidence can be accidentally or purposely destroyed. Chain of custody must be maintained at all time to avoid accusations that evidence was planted on the suspect computer.</a:t>
            </a:r>
          </a:p>
          <a:p>
            <a:endParaRPr lang="en-US" dirty="0"/>
          </a:p>
        </p:txBody>
      </p:sp>
      <p:sp>
        <p:nvSpPr>
          <p:cNvPr id="37892" name="Date Placeholder 3"/>
          <p:cNvSpPr>
            <a:spLocks noGrp="1"/>
          </p:cNvSpPr>
          <p:nvPr>
            <p:ph type="dt" sz="quarter" idx="1"/>
          </p:nvPr>
        </p:nvSpPr>
        <p:spPr>
          <a:noFill/>
        </p:spPr>
        <p:txBody>
          <a:bodyPr/>
          <a:lstStyle/>
          <a:p>
            <a:pPr defTabSz="931863"/>
            <a:fld id="{3D045E38-2F7A-4E81-A03C-0C15E01C20E9}" type="datetime1">
              <a:rPr lang="en-US" smtClean="0"/>
              <a:pPr defTabSz="931863"/>
              <a:t>11/7/2025</a:t>
            </a:fld>
            <a:endParaRPr lang="en-US" dirty="0"/>
          </a:p>
        </p:txBody>
      </p:sp>
      <p:sp>
        <p:nvSpPr>
          <p:cNvPr id="37894" name="Slide Number Placeholder 5"/>
          <p:cNvSpPr>
            <a:spLocks noGrp="1"/>
          </p:cNvSpPr>
          <p:nvPr>
            <p:ph type="sldNum" sz="quarter" idx="5"/>
          </p:nvPr>
        </p:nvSpPr>
        <p:spPr>
          <a:noFill/>
        </p:spPr>
        <p:txBody>
          <a:bodyPr/>
          <a:lstStyle/>
          <a:p>
            <a:pPr defTabSz="931863"/>
            <a:fld id="{FB7C743C-567C-4460-ABCC-FC658BBEBA70}" type="slidenum">
              <a:rPr lang="en-US" smtClean="0"/>
              <a:pPr defTabSz="931863"/>
              <a:t>11</a:t>
            </a:fld>
            <a:endParaRPr lang="en-US" dirty="0"/>
          </a:p>
        </p:txBody>
      </p:sp>
    </p:spTree>
    <p:extLst>
      <p:ext uri="{BB962C8B-B14F-4D97-AF65-F5344CB8AC3E}">
        <p14:creationId xmlns:p14="http://schemas.microsoft.com/office/powerpoint/2010/main" val="3980473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For computers, remove any drives even if they are not attached to any cabling and complete a chain of custody form. It is a good idea to photograph all drive connections, cable connections to the case, and general work area.</a:t>
            </a:r>
          </a:p>
          <a:p>
            <a:r>
              <a:rPr lang="en-US" sz="1200" kern="1200" dirty="0">
                <a:solidFill>
                  <a:schemeClr val="tx1"/>
                </a:solidFill>
                <a:effectLst/>
                <a:latin typeface="Times New Roman" pitchFamily="18" charset="0"/>
                <a:ea typeface="+mn-ea"/>
                <a:cs typeface="+mn-cs"/>
              </a:rPr>
              <a:t> </a:t>
            </a:r>
          </a:p>
          <a:p>
            <a:r>
              <a:rPr lang="en-US" sz="1200" kern="1200" dirty="0">
                <a:solidFill>
                  <a:schemeClr val="tx1"/>
                </a:solidFill>
                <a:effectLst/>
                <a:latin typeface="Times New Roman" pitchFamily="18" charset="0"/>
                <a:ea typeface="+mn-ea"/>
                <a:cs typeface="+mn-cs"/>
              </a:rPr>
              <a:t>For cell phones, it may be necessary to remove the SIM card. However, some forensic devices allow you to dock the phone into the device and examine it without removing the SIM card.</a:t>
            </a:r>
          </a:p>
        </p:txBody>
      </p:sp>
      <p:sp>
        <p:nvSpPr>
          <p:cNvPr id="37892" name="Date Placeholder 3"/>
          <p:cNvSpPr>
            <a:spLocks noGrp="1"/>
          </p:cNvSpPr>
          <p:nvPr>
            <p:ph type="dt" sz="quarter" idx="1"/>
          </p:nvPr>
        </p:nvSpPr>
        <p:spPr>
          <a:noFill/>
        </p:spPr>
        <p:txBody>
          <a:bodyPr/>
          <a:lstStyle/>
          <a:p>
            <a:pPr defTabSz="931863"/>
            <a:fld id="{3D045E38-2F7A-4E81-A03C-0C15E01C20E9}" type="datetime1">
              <a:rPr lang="en-US" smtClean="0"/>
              <a:pPr defTabSz="931863"/>
              <a:t>11/7/2025</a:t>
            </a:fld>
            <a:endParaRPr lang="en-US" dirty="0"/>
          </a:p>
        </p:txBody>
      </p:sp>
      <p:sp>
        <p:nvSpPr>
          <p:cNvPr id="37894" name="Slide Number Placeholder 5"/>
          <p:cNvSpPr>
            <a:spLocks noGrp="1"/>
          </p:cNvSpPr>
          <p:nvPr>
            <p:ph type="sldNum" sz="quarter" idx="5"/>
          </p:nvPr>
        </p:nvSpPr>
        <p:spPr>
          <a:noFill/>
        </p:spPr>
        <p:txBody>
          <a:bodyPr/>
          <a:lstStyle/>
          <a:p>
            <a:pPr defTabSz="931863"/>
            <a:fld id="{FB7C743C-567C-4460-ABCC-FC658BBEBA70}" type="slidenum">
              <a:rPr lang="en-US" smtClean="0"/>
              <a:pPr defTabSz="931863"/>
              <a:t>12</a:t>
            </a:fld>
            <a:endParaRPr lang="en-US" dirty="0"/>
          </a:p>
        </p:txBody>
      </p:sp>
    </p:spTree>
    <p:extLst>
      <p:ext uri="{BB962C8B-B14F-4D97-AF65-F5344CB8AC3E}">
        <p14:creationId xmlns:p14="http://schemas.microsoft.com/office/powerpoint/2010/main" val="749676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13</a:t>
            </a:fld>
            <a:endParaRPr lang="en-US" dirty="0"/>
          </a:p>
        </p:txBody>
      </p:sp>
    </p:spTree>
    <p:extLst>
      <p:ext uri="{BB962C8B-B14F-4D97-AF65-F5344CB8AC3E}">
        <p14:creationId xmlns:p14="http://schemas.microsoft.com/office/powerpoint/2010/main" val="37698626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endParaRPr lang="en-US" dirty="0"/>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14</a:t>
            </a:fld>
            <a:endParaRPr lang="en-US" dirty="0"/>
          </a:p>
        </p:txBody>
      </p:sp>
    </p:spTree>
    <p:extLst>
      <p:ext uri="{BB962C8B-B14F-4D97-AF65-F5344CB8AC3E}">
        <p14:creationId xmlns:p14="http://schemas.microsoft.com/office/powerpoint/2010/main" val="2784847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Before dismantling the computer, take pictures from all angles to document the hardware components and how they are connected. Label each wire to make it easy to reconnect each one and restore the system to its original configuration.</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Check the manufacturer’s website for information about how to access the BIOS information. Usually, this information is accessed during the initial boot screen by pressing Esc, Delete, and F2 (for some systems, it is F9, F10, or F11). </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The BIOS time is important because it can significantly differ from the actual time and time zone set for the geographical area in which you are located. </a:t>
            </a:r>
          </a:p>
          <a:p>
            <a:r>
              <a:rPr lang="en-US" dirty="0"/>
              <a:t>If the BIOS time is different, note this and then adjust the times of any files you recover from the image to determine the actual time and date they were created, accessed, or modified.</a:t>
            </a:r>
          </a:p>
          <a:p>
            <a:endParaRPr lang="en-US" dirty="0"/>
          </a:p>
          <a:p>
            <a:r>
              <a:rPr lang="en-US" dirty="0"/>
              <a:t>After the power has been restored to the system, eject all media contained in drives that cannot be operated without power (such as CD-ROMs and DVD-ROMs) and remove them. Fill out a separate chain of custody form for each item removed.</a:t>
            </a:r>
          </a:p>
          <a:p>
            <a:endParaRPr lang="en-US" dirty="0"/>
          </a:p>
        </p:txBody>
      </p:sp>
      <p:sp>
        <p:nvSpPr>
          <p:cNvPr id="37892" name="Date Placeholder 3"/>
          <p:cNvSpPr>
            <a:spLocks noGrp="1"/>
          </p:cNvSpPr>
          <p:nvPr>
            <p:ph type="dt" sz="quarter" idx="1"/>
          </p:nvPr>
        </p:nvSpPr>
        <p:spPr>
          <a:noFill/>
        </p:spPr>
        <p:txBody>
          <a:bodyPr/>
          <a:lstStyle/>
          <a:p>
            <a:pPr defTabSz="931863"/>
            <a:fld id="{3D045E38-2F7A-4E81-A03C-0C15E01C20E9}" type="datetime1">
              <a:rPr lang="en-US" smtClean="0"/>
              <a:pPr defTabSz="931863"/>
              <a:t>11/7/2025</a:t>
            </a:fld>
            <a:endParaRPr lang="en-US" dirty="0"/>
          </a:p>
        </p:txBody>
      </p:sp>
      <p:sp>
        <p:nvSpPr>
          <p:cNvPr id="37894" name="Slide Number Placeholder 5"/>
          <p:cNvSpPr>
            <a:spLocks noGrp="1"/>
          </p:cNvSpPr>
          <p:nvPr>
            <p:ph type="sldNum" sz="quarter" idx="5"/>
          </p:nvPr>
        </p:nvSpPr>
        <p:spPr>
          <a:noFill/>
        </p:spPr>
        <p:txBody>
          <a:bodyPr/>
          <a:lstStyle/>
          <a:p>
            <a:pPr defTabSz="931863"/>
            <a:fld id="{FB7C743C-567C-4460-ABCC-FC658BBEBA70}" type="slidenum">
              <a:rPr lang="en-US" smtClean="0"/>
              <a:pPr defTabSz="931863"/>
              <a:t>15</a:t>
            </a:fld>
            <a:endParaRPr lang="en-US" dirty="0"/>
          </a:p>
        </p:txBody>
      </p:sp>
    </p:spTree>
    <p:extLst>
      <p:ext uri="{BB962C8B-B14F-4D97-AF65-F5344CB8AC3E}">
        <p14:creationId xmlns:p14="http://schemas.microsoft.com/office/powerpoint/2010/main" val="966289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r>
              <a:rPr lang="en-US" dirty="0"/>
              <a:t>Linux has built-in hashing tools. In addition, EnCase and Forensic Toolkit will hash the suspect drive after it has been imaged to check for copy errors.</a:t>
            </a:r>
          </a:p>
        </p:txBody>
      </p:sp>
      <p:sp>
        <p:nvSpPr>
          <p:cNvPr id="37892" name="Date Placeholder 3"/>
          <p:cNvSpPr>
            <a:spLocks noGrp="1"/>
          </p:cNvSpPr>
          <p:nvPr>
            <p:ph type="dt" sz="quarter" idx="1"/>
          </p:nvPr>
        </p:nvSpPr>
        <p:spPr>
          <a:noFill/>
        </p:spPr>
        <p:txBody>
          <a:bodyPr/>
          <a:lstStyle/>
          <a:p>
            <a:pPr defTabSz="931863"/>
            <a:fld id="{3D045E38-2F7A-4E81-A03C-0C15E01C20E9}" type="datetime1">
              <a:rPr lang="en-US" smtClean="0"/>
              <a:pPr defTabSz="931863"/>
              <a:t>11/7/2025</a:t>
            </a:fld>
            <a:endParaRPr lang="en-US" dirty="0"/>
          </a:p>
        </p:txBody>
      </p:sp>
      <p:sp>
        <p:nvSpPr>
          <p:cNvPr id="37894" name="Slide Number Placeholder 5"/>
          <p:cNvSpPr>
            <a:spLocks noGrp="1"/>
          </p:cNvSpPr>
          <p:nvPr>
            <p:ph type="sldNum" sz="quarter" idx="5"/>
          </p:nvPr>
        </p:nvSpPr>
        <p:spPr>
          <a:noFill/>
        </p:spPr>
        <p:txBody>
          <a:bodyPr/>
          <a:lstStyle/>
          <a:p>
            <a:pPr defTabSz="931863"/>
            <a:fld id="{FB7C743C-567C-4460-ABCC-FC658BBEBA70}" type="slidenum">
              <a:rPr lang="en-US" smtClean="0"/>
              <a:pPr defTabSz="931863"/>
              <a:t>16</a:t>
            </a:fld>
            <a:endParaRPr lang="en-US" dirty="0"/>
          </a:p>
        </p:txBody>
      </p:sp>
    </p:spTree>
    <p:extLst>
      <p:ext uri="{BB962C8B-B14F-4D97-AF65-F5344CB8AC3E}">
        <p14:creationId xmlns:p14="http://schemas.microsoft.com/office/powerpoint/2010/main" val="194663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 </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11/7/2025</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17</a:t>
            </a:fld>
            <a:endParaRPr lang="en-US" dirty="0"/>
          </a:p>
        </p:txBody>
      </p:sp>
    </p:spTree>
    <p:extLst>
      <p:ext uri="{BB962C8B-B14F-4D97-AF65-F5344CB8AC3E}">
        <p14:creationId xmlns:p14="http://schemas.microsoft.com/office/powerpoint/2010/main" val="3592794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Collect volatile data first:</a:t>
            </a:r>
          </a:p>
          <a:p>
            <a:pPr marL="171450" indent="-171450">
              <a:buFont typeface="Arial" panose="020B0604020202020204" pitchFamily="34" charset="0"/>
              <a:buChar char="•"/>
            </a:pPr>
            <a:r>
              <a:rPr lang="en-US" sz="1200" b="1" kern="1200" dirty="0">
                <a:solidFill>
                  <a:schemeClr val="tx1"/>
                </a:solidFill>
                <a:effectLst/>
                <a:latin typeface="Times New Roman" pitchFamily="18" charset="0"/>
                <a:ea typeface="+mn-ea"/>
                <a:cs typeface="+mn-cs"/>
              </a:rPr>
              <a:t>Swap file:</a:t>
            </a:r>
            <a:r>
              <a:rPr lang="en-US" sz="1200" kern="1200" dirty="0">
                <a:solidFill>
                  <a:schemeClr val="tx1"/>
                </a:solidFill>
                <a:effectLst/>
                <a:latin typeface="Times New Roman" pitchFamily="18" charset="0"/>
                <a:ea typeface="+mn-ea"/>
                <a:cs typeface="+mn-cs"/>
              </a:rPr>
              <a:t> The swap file is used to optimize the use of random access memory (RAM). Data is frequently found in the swap file. The details on how to extract data from the swap file vary depending on the installed operating system.</a:t>
            </a:r>
          </a:p>
          <a:p>
            <a:pPr marL="171450" indent="-171450">
              <a:buFont typeface="Arial" panose="020B0604020202020204" pitchFamily="34" charset="0"/>
              <a:buChar char="•"/>
            </a:pPr>
            <a:r>
              <a:rPr lang="en-US" sz="1200" b="1" kern="1200" dirty="0">
                <a:solidFill>
                  <a:schemeClr val="tx1"/>
                </a:solidFill>
                <a:effectLst/>
                <a:latin typeface="Times New Roman" pitchFamily="18" charset="0"/>
                <a:ea typeface="+mn-ea"/>
                <a:cs typeface="+mn-cs"/>
              </a:rPr>
              <a:t>State of network connections: </a:t>
            </a:r>
            <a:r>
              <a:rPr lang="en-US" sz="1200" kern="1200" dirty="0">
                <a:solidFill>
                  <a:schemeClr val="tx1"/>
                </a:solidFill>
                <a:effectLst/>
                <a:latin typeface="Times New Roman" pitchFamily="18" charset="0"/>
                <a:ea typeface="+mn-ea"/>
                <a:cs typeface="+mn-cs"/>
              </a:rPr>
              <a:t>This data is captured before the system is shut down.</a:t>
            </a:r>
          </a:p>
          <a:p>
            <a:pPr marL="171450" indent="-171450">
              <a:buFont typeface="Arial" panose="020B0604020202020204" pitchFamily="34" charset="0"/>
              <a:buChar char="•"/>
            </a:pPr>
            <a:r>
              <a:rPr lang="en-US" sz="1200" b="1" kern="1200" dirty="0">
                <a:solidFill>
                  <a:schemeClr val="tx1"/>
                </a:solidFill>
                <a:effectLst/>
                <a:latin typeface="Times New Roman" pitchFamily="18" charset="0"/>
                <a:ea typeface="+mn-ea"/>
                <a:cs typeface="+mn-cs"/>
              </a:rPr>
              <a:t>State of running processes:</a:t>
            </a:r>
            <a:r>
              <a:rPr lang="en-US" sz="1200" kern="1200" dirty="0">
                <a:solidFill>
                  <a:schemeClr val="tx1"/>
                </a:solidFill>
                <a:effectLst/>
                <a:latin typeface="Times New Roman" pitchFamily="18" charset="0"/>
                <a:ea typeface="+mn-ea"/>
                <a:cs typeface="+mn-cs"/>
              </a:rPr>
              <a:t> This data is captured before the system is shut down.</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After collecting volatile data, collect </a:t>
            </a:r>
            <a:r>
              <a:rPr lang="en-US" sz="1200" b="1" kern="1200" dirty="0">
                <a:solidFill>
                  <a:schemeClr val="tx1"/>
                </a:solidFill>
                <a:effectLst/>
                <a:latin typeface="Times New Roman" pitchFamily="18" charset="0"/>
                <a:ea typeface="+mn-ea"/>
                <a:cs typeface="+mn-cs"/>
              </a:rPr>
              <a:t>temporary data</a:t>
            </a:r>
            <a:r>
              <a:rPr lang="en-US" sz="1200" kern="1200" dirty="0">
                <a:solidFill>
                  <a:schemeClr val="tx1"/>
                </a:solidFill>
                <a:effectLst/>
                <a:latin typeface="Times New Roman" pitchFamily="18" charset="0"/>
                <a:ea typeface="+mn-ea"/>
                <a:cs typeface="+mn-cs"/>
              </a:rPr>
              <a:t>—data that an operating system creates and overwrites without the computer user taking a direct action to save this data.</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Then collect persistent data.</a:t>
            </a:r>
          </a:p>
          <a:p>
            <a:endParaRPr lang="en-US" sz="1200" kern="1200" dirty="0">
              <a:solidFill>
                <a:schemeClr val="tx1"/>
              </a:solidFill>
              <a:effectLst/>
              <a:latin typeface="Times New Roman" pitchFamily="18" charset="0"/>
              <a:ea typeface="+mn-ea"/>
              <a:cs typeface="+mn-cs"/>
            </a:endParaRP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11/7/2025</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18</a:t>
            </a:fld>
            <a:endParaRPr lang="en-US" dirty="0"/>
          </a:p>
        </p:txBody>
      </p:sp>
    </p:spTree>
    <p:extLst>
      <p:ext uri="{BB962C8B-B14F-4D97-AF65-F5344CB8AC3E}">
        <p14:creationId xmlns:p14="http://schemas.microsoft.com/office/powerpoint/2010/main" val="3820260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 </a:t>
            </a: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11/7/2025</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19</a:t>
            </a:fld>
            <a:endParaRPr lang="en-US" dirty="0"/>
          </a:p>
        </p:txBody>
      </p:sp>
    </p:spTree>
    <p:extLst>
      <p:ext uri="{BB962C8B-B14F-4D97-AF65-F5344CB8AC3E}">
        <p14:creationId xmlns:p14="http://schemas.microsoft.com/office/powerpoint/2010/main" val="12098280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If you find relevant files, thoroughly document the issues involved. Those issues can include the following:</a:t>
            </a:r>
          </a:p>
          <a:p>
            <a:r>
              <a:rPr lang="en-US" sz="1200" kern="1200" dirty="0">
                <a:solidFill>
                  <a:schemeClr val="tx1"/>
                </a:solidFill>
                <a:effectLst/>
                <a:latin typeface="Times New Roman" pitchFamily="18" charset="0"/>
                <a:ea typeface="+mn-ea"/>
                <a:cs typeface="+mn-cs"/>
              </a:rPr>
              <a:t>• How did you find the files?</a:t>
            </a:r>
          </a:p>
          <a:p>
            <a:r>
              <a:rPr lang="en-US" sz="1200" kern="1200" dirty="0">
                <a:solidFill>
                  <a:schemeClr val="tx1"/>
                </a:solidFill>
                <a:effectLst/>
                <a:latin typeface="Times New Roman" pitchFamily="18" charset="0"/>
                <a:ea typeface="+mn-ea"/>
                <a:cs typeface="+mn-cs"/>
              </a:rPr>
              <a:t>• What condition were they in (i.e., did you recover the entire file or just part of the file)?</a:t>
            </a:r>
          </a:p>
          <a:p>
            <a:r>
              <a:rPr lang="en-US" sz="1200" kern="1200" dirty="0">
                <a:solidFill>
                  <a:schemeClr val="tx1"/>
                </a:solidFill>
                <a:effectLst/>
                <a:latin typeface="Times New Roman" pitchFamily="18" charset="0"/>
                <a:ea typeface="+mn-ea"/>
                <a:cs typeface="+mn-cs"/>
              </a:rPr>
              <a:t>• When was the file originally saved?</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Remember that the more information you document about evidence, the better.</a:t>
            </a:r>
          </a:p>
          <a:p>
            <a:endParaRPr lang="en-US" sz="1200" kern="1200" dirty="0">
              <a:solidFill>
                <a:schemeClr val="tx1"/>
              </a:solidFill>
              <a:effectLst/>
              <a:latin typeface="Times New Roman" pitchFamily="18" charset="0"/>
              <a:ea typeface="+mn-ea"/>
              <a:cs typeface="+mn-cs"/>
            </a:endParaRPr>
          </a:p>
        </p:txBody>
      </p:sp>
      <p:sp>
        <p:nvSpPr>
          <p:cNvPr id="35844" name="Date Placeholder 3"/>
          <p:cNvSpPr>
            <a:spLocks noGrp="1"/>
          </p:cNvSpPr>
          <p:nvPr>
            <p:ph type="dt" sz="quarter" idx="1"/>
          </p:nvPr>
        </p:nvSpPr>
        <p:spPr>
          <a:noFill/>
        </p:spPr>
        <p:txBody>
          <a:bodyPr/>
          <a:lstStyle/>
          <a:p>
            <a:pPr defTabSz="931863"/>
            <a:fld id="{E32F1243-3777-442E-8F85-890021510E6F}" type="datetime1">
              <a:rPr lang="en-US" smtClean="0"/>
              <a:pPr defTabSz="931863"/>
              <a:t>11/7/2025</a:t>
            </a:fld>
            <a:endParaRPr lang="en-US" dirty="0"/>
          </a:p>
        </p:txBody>
      </p:sp>
      <p:sp>
        <p:nvSpPr>
          <p:cNvPr id="35846" name="Slide Number Placeholder 5"/>
          <p:cNvSpPr>
            <a:spLocks noGrp="1"/>
          </p:cNvSpPr>
          <p:nvPr>
            <p:ph type="sldNum" sz="quarter" idx="5"/>
          </p:nvPr>
        </p:nvSpPr>
        <p:spPr>
          <a:noFill/>
        </p:spPr>
        <p:txBody>
          <a:bodyPr/>
          <a:lstStyle/>
          <a:p>
            <a:pPr defTabSz="931863"/>
            <a:fld id="{5F943715-06A6-4E3A-9496-7B1626733083}" type="slidenum">
              <a:rPr lang="en-US" smtClean="0"/>
              <a:pPr defTabSz="931863"/>
              <a:t>20</a:t>
            </a:fld>
            <a:endParaRPr lang="en-US" dirty="0"/>
          </a:p>
        </p:txBody>
      </p:sp>
    </p:spTree>
    <p:extLst>
      <p:ext uri="{BB962C8B-B14F-4D97-AF65-F5344CB8AC3E}">
        <p14:creationId xmlns:p14="http://schemas.microsoft.com/office/powerpoint/2010/main" val="4291023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Forensic specialists should take the following measures when gathering evidence:</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Avoid changing the evidence—Forensic specialists should:</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Photograph equipment in place before removing it</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Label wires and sockets so computers and peripherals can be reassembled in a laboratory exactly as they were in the original location</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Transport computers, peripherals, and media carefully to avoid heat damage or jostling</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Avoid touching original computer hard disks and CDs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Make exact bit-by-bit copies and store the copies on a medium that cannot be altered, such as a CD-ROM</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Determine when evidence was created—Forensic specialists should not trust a computer’s internal clock or activity logs. Before logs disappear, an investigator should capture:</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time a document was created</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last time it was opened</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The last time it was changed</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Trust only physical evidence—The physical level of magnetic materials is where the 1s and 0s of data are recorded. In system forensics, only this physical level is </a:t>
            </a:r>
          </a:p>
          <a:p>
            <a:pPr lvl="0"/>
            <a:r>
              <a:rPr lang="en-US" sz="1200" kern="1200" dirty="0">
                <a:solidFill>
                  <a:schemeClr val="tx1"/>
                </a:solidFill>
                <a:effectLst/>
                <a:latin typeface="Times New Roman" pitchFamily="18" charset="0"/>
                <a:ea typeface="+mn-ea"/>
                <a:cs typeface="+mn-cs"/>
              </a:rPr>
              <a:t>real. A forensic specialist should consider everything else untrustworthy.</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Search throughout a device—Forensic specialists must search at the bit level across a wide range of areas inside a computer, including:</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Email and temporary files in the operating system and in databases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Swap files that hold data temporarily, logical file structures, and slack and free space on the hard drive</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Software settings and script files that perform preset activities</a:t>
            </a:r>
          </a:p>
          <a:p>
            <a:pPr marL="171450" lvl="0" indent="-171450">
              <a:buFont typeface="Arial" pitchFamily="34" charset="0"/>
              <a:buChar char="•"/>
            </a:pPr>
            <a:r>
              <a:rPr lang="en-US" sz="1200" kern="1200" dirty="0">
                <a:solidFill>
                  <a:schemeClr val="tx1"/>
                </a:solidFill>
                <a:effectLst/>
                <a:latin typeface="Times New Roman" pitchFamily="18" charset="0"/>
                <a:ea typeface="+mn-ea"/>
                <a:cs typeface="+mn-cs"/>
              </a:rPr>
              <a:t>Web browser data caches, bookmarks and history, and session logs that record patterns of usage</a:t>
            </a:r>
          </a:p>
          <a:p>
            <a:pPr lvl="0"/>
            <a:endParaRPr lang="en-US" sz="1200" kern="1200" dirty="0">
              <a:solidFill>
                <a:schemeClr val="tx1"/>
              </a:solidFill>
              <a:effectLst/>
              <a:latin typeface="Times New Roman" pitchFamily="18" charset="0"/>
              <a:ea typeface="+mn-ea"/>
              <a:cs typeface="+mn-cs"/>
            </a:endParaRPr>
          </a:p>
          <a:p>
            <a:pPr lvl="0"/>
            <a:r>
              <a:rPr lang="en-US" sz="1200" kern="1200" dirty="0">
                <a:solidFill>
                  <a:schemeClr val="tx1"/>
                </a:solidFill>
                <a:effectLst/>
                <a:latin typeface="Times New Roman" pitchFamily="18" charset="0"/>
                <a:ea typeface="+mn-ea"/>
                <a:cs typeface="+mn-cs"/>
              </a:rPr>
              <a:t>Present the evidence well—Forensic examiners must present computer evidence in a logical, compelling, and persuasive manner. The evidence should be solid enough that a defense counsel cannot rebut it. A forensic specialist must create a step-by-step reconstruction of actions, with documented dates and times. The specialist’s testimony must explain simply and clearly what a suspect did or did not do.</a:t>
            </a:r>
          </a:p>
          <a:p>
            <a:endParaRPr lang="en-US" dirty="0"/>
          </a:p>
        </p:txBody>
      </p:sp>
    </p:spTree>
    <p:extLst>
      <p:ext uri="{BB962C8B-B14F-4D97-AF65-F5344CB8AC3E}">
        <p14:creationId xmlns:p14="http://schemas.microsoft.com/office/powerpoint/2010/main" val="394690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p:spPr>
        <p:txBody>
          <a:bodyPr/>
          <a:lstStyle/>
          <a:p>
            <a:r>
              <a:rPr lang="en-US" b="1" dirty="0"/>
              <a:t>Physical analysis</a:t>
            </a:r>
            <a:r>
              <a:rPr lang="en-US" dirty="0"/>
              <a:t> is offline analysis conducted on an evidence disk or forensic duplicate after booting from a CD or another system.</a:t>
            </a:r>
          </a:p>
          <a:p>
            <a:endParaRPr lang="en-US" dirty="0"/>
          </a:p>
          <a:p>
            <a:r>
              <a:rPr lang="en-US" b="1" dirty="0"/>
              <a:t>Logical analysis</a:t>
            </a:r>
            <a:r>
              <a:rPr lang="en-US" dirty="0"/>
              <a:t> involves using the native operating system, on the evidence disk or a forensic duplicate, to peruse the data.</a:t>
            </a:r>
          </a:p>
          <a:p>
            <a:endParaRPr lang="en-US" dirty="0"/>
          </a:p>
          <a:p>
            <a:r>
              <a:rPr lang="en-US" dirty="0"/>
              <a:t>Put another way, physical analysis is looking for things that may have been overlooked, or are invisible, to the user. Logical analysis is looking for things that are visible, known about, and possibly controlled by the user.</a:t>
            </a:r>
          </a:p>
          <a:p>
            <a:endParaRPr lang="en-US" dirty="0"/>
          </a:p>
        </p:txBody>
      </p:sp>
    </p:spTree>
    <p:extLst>
      <p:ext uri="{BB962C8B-B14F-4D97-AF65-F5344CB8AC3E}">
        <p14:creationId xmlns:p14="http://schemas.microsoft.com/office/powerpoint/2010/main" val="2467541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p>
          <a:p>
            <a:endParaRPr lang="en-US" dirty="0"/>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23</a:t>
            </a:fld>
            <a:endParaRPr lang="en-US" dirty="0"/>
          </a:p>
        </p:txBody>
      </p:sp>
    </p:spTree>
    <p:extLst>
      <p:ext uri="{BB962C8B-B14F-4D97-AF65-F5344CB8AC3E}">
        <p14:creationId xmlns:p14="http://schemas.microsoft.com/office/powerpoint/2010/main" val="38795579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Magnetic media</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Hard drives and floppy drives</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Data is stored magnetically; drives are susceptible to magnetic interference</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If drive is demagnetized, there is no way to recover data</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Transport suspect drives in special transit bags that reduce electrostatic interference to decrease the chance of inadvertent loss of data</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Magnetic drives have moving parts</a:t>
            </a:r>
          </a:p>
          <a:p>
            <a:endParaRPr lang="en-US" dirty="0"/>
          </a:p>
          <a:p>
            <a:r>
              <a:rPr lang="en-US" b="1" dirty="0"/>
              <a:t>Solid-state drives (SSDs)</a:t>
            </a:r>
          </a:p>
          <a:p>
            <a:pPr marL="171450" indent="-171450">
              <a:buFont typeface="Arial" panose="020B0604020202020204" pitchFamily="34" charset="0"/>
              <a:buChar char="•"/>
            </a:pPr>
            <a:r>
              <a:rPr lang="en-US" dirty="0"/>
              <a:t>Use microchips that retain data in non-volatile memory chips</a:t>
            </a:r>
          </a:p>
          <a:p>
            <a:pPr marL="171450" indent="-171450">
              <a:buFont typeface="Arial" panose="020B0604020202020204" pitchFamily="34" charset="0"/>
              <a:buChar char="•"/>
            </a:pPr>
            <a:r>
              <a:rPr lang="en-US" dirty="0"/>
              <a:t>Contain no moving parts</a:t>
            </a:r>
          </a:p>
          <a:p>
            <a:pPr marL="171450" indent="-171450">
              <a:buFont typeface="Arial" panose="020B0604020202020204" pitchFamily="34" charset="0"/>
              <a:buChar char="•"/>
            </a:pPr>
            <a:r>
              <a:rPr lang="en-US" dirty="0"/>
              <a:t>Drives are usually less susceptible to physical damage than magnetic drives</a:t>
            </a:r>
          </a:p>
          <a:p>
            <a:pPr marL="171450" indent="-171450">
              <a:buFont typeface="Arial" panose="020B0604020202020204" pitchFamily="34" charset="0"/>
              <a:buChar char="•"/>
            </a:pPr>
            <a:r>
              <a:rPr lang="en-US" dirty="0"/>
              <a:t>If internal, SSDs can use same interfaces as magnetic drives, including SCSI and SATA</a:t>
            </a:r>
          </a:p>
          <a:p>
            <a:pPr marL="171450" indent="-171450">
              <a:buFont typeface="Arial" panose="020B0604020202020204" pitchFamily="34" charset="0"/>
              <a:buChar char="•"/>
            </a:pPr>
            <a:r>
              <a:rPr lang="en-US" dirty="0"/>
              <a:t>If external, it is most common for them to have a universal serial bus (USB) connection</a:t>
            </a:r>
          </a:p>
          <a:p>
            <a:endParaRPr lang="en-US" dirty="0"/>
          </a:p>
          <a:p>
            <a:r>
              <a:rPr lang="en-US" sz="1200" b="1" i="0" u="none" strike="noStrike" kern="1200" baseline="0" dirty="0">
                <a:solidFill>
                  <a:schemeClr val="tx1"/>
                </a:solidFill>
                <a:latin typeface="Times New Roman" pitchFamily="18" charset="0"/>
                <a:ea typeface="+mn-ea"/>
                <a:cs typeface="+mn-cs"/>
              </a:rPr>
              <a:t>Digital audio tape (DAT) drives</a:t>
            </a:r>
          </a:p>
          <a:p>
            <a:pPr marL="171450" indent="-171450">
              <a:buFont typeface="Arial" panose="020B0604020202020204" pitchFamily="34" charset="0"/>
              <a:buChar char="•"/>
            </a:pPr>
            <a:r>
              <a:rPr lang="en-US" sz="1200" b="0" i="0" u="none" strike="noStrike" kern="1200" baseline="0" dirty="0">
                <a:solidFill>
                  <a:schemeClr val="tx1"/>
                </a:solidFill>
                <a:latin typeface="Times New Roman" pitchFamily="18" charset="0"/>
                <a:ea typeface="+mn-ea"/>
                <a:cs typeface="+mn-cs"/>
              </a:rPr>
              <a:t>Are among most common type of tape drives</a:t>
            </a:r>
          </a:p>
          <a:p>
            <a:pPr marL="171450" indent="-171450">
              <a:buFont typeface="Arial" panose="020B0604020202020204" pitchFamily="34" charset="0"/>
              <a:buChar char="•"/>
            </a:pPr>
            <a:r>
              <a:rPr lang="en-US" sz="1200" b="0" i="0" u="none" strike="noStrike" kern="1200" baseline="0" dirty="0">
                <a:solidFill>
                  <a:schemeClr val="tx1"/>
                </a:solidFill>
                <a:latin typeface="Times New Roman" pitchFamily="18" charset="0"/>
                <a:ea typeface="+mn-ea"/>
                <a:cs typeface="+mn-cs"/>
              </a:rPr>
              <a:t>Use 4-mm magnetic tape enclosed in a protective plastic shell</a:t>
            </a:r>
          </a:p>
          <a:p>
            <a:pPr marL="171450" indent="-171450">
              <a:buFont typeface="Arial" panose="020B0604020202020204" pitchFamily="34" charset="0"/>
              <a:buChar char="•"/>
            </a:pPr>
            <a:r>
              <a:rPr lang="en-US" sz="1200" b="0" i="0" u="none" strike="noStrike" kern="1200" baseline="0" dirty="0">
                <a:solidFill>
                  <a:schemeClr val="tx1"/>
                </a:solidFill>
                <a:latin typeface="Times New Roman" pitchFamily="18" charset="0"/>
                <a:ea typeface="+mn-ea"/>
                <a:cs typeface="+mn-cs"/>
              </a:rPr>
              <a:t>Tapes wear out just like audio tapes</a:t>
            </a:r>
          </a:p>
          <a:p>
            <a:pPr marL="171450" indent="-171450">
              <a:buFont typeface="Arial" panose="020B0604020202020204" pitchFamily="34" charset="0"/>
              <a:buChar char="•"/>
            </a:pPr>
            <a:r>
              <a:rPr lang="en-US" sz="1200" b="0" i="0" u="none" strike="noStrike" kern="1200" baseline="0" dirty="0">
                <a:solidFill>
                  <a:schemeClr val="tx1"/>
                </a:solidFill>
                <a:latin typeface="Times New Roman" pitchFamily="18" charset="0"/>
                <a:ea typeface="+mn-ea"/>
                <a:cs typeface="+mn-cs"/>
              </a:rPr>
              <a:t>Will most likely contain archived/backup data that you need to analyze</a:t>
            </a:r>
          </a:p>
          <a:p>
            <a:pPr marL="171450" indent="-171450">
              <a:buFont typeface="Arial" panose="020B0604020202020204" pitchFamily="34" charset="0"/>
              <a:buChar char="•"/>
            </a:pPr>
            <a:r>
              <a:rPr lang="en-US" sz="1200" b="0" i="0" u="none" strike="noStrike" kern="1200" baseline="0" dirty="0">
                <a:solidFill>
                  <a:schemeClr val="tx1"/>
                </a:solidFill>
                <a:latin typeface="Times New Roman" pitchFamily="18" charset="0"/>
                <a:ea typeface="+mn-ea"/>
                <a:cs typeface="+mn-cs"/>
              </a:rPr>
              <a:t>Forensically wipe target drive first so you can be sure that there is no residual data on that drive</a:t>
            </a:r>
          </a:p>
          <a:p>
            <a:pPr marL="171450" indent="-171450">
              <a:buFont typeface="Arial" panose="020B0604020202020204" pitchFamily="34" charset="0"/>
              <a:buChar char="•"/>
            </a:pPr>
            <a:r>
              <a:rPr lang="en-US" sz="1200" b="0" i="0" u="none" strike="noStrike" kern="1200" baseline="0" dirty="0">
                <a:solidFill>
                  <a:schemeClr val="tx1"/>
                </a:solidFill>
                <a:latin typeface="Times New Roman" pitchFamily="18" charset="0"/>
                <a:ea typeface="+mn-ea"/>
                <a:cs typeface="+mn-cs"/>
              </a:rPr>
              <a:t>Ten restore it to target hard drive (magnetic or solid state) in order to analyze it</a:t>
            </a:r>
          </a:p>
        </p:txBody>
      </p:sp>
      <p:sp>
        <p:nvSpPr>
          <p:cNvPr id="32772" name="Date Placeholder 3"/>
          <p:cNvSpPr>
            <a:spLocks noGrp="1"/>
          </p:cNvSpPr>
          <p:nvPr>
            <p:ph type="dt" sz="quarter" idx="1"/>
          </p:nvPr>
        </p:nvSpPr>
        <p:spPr>
          <a:noFill/>
        </p:spPr>
        <p:txBody>
          <a:bodyPr/>
          <a:lstStyle/>
          <a:p>
            <a:pPr defTabSz="931863"/>
            <a:fld id="{05F474E7-204E-4674-BD81-B13529EA7653}" type="datetime1">
              <a:rPr lang="en-US" smtClean="0"/>
              <a:pPr defTabSz="931863"/>
              <a:t>11/7/2025</a:t>
            </a:fld>
            <a:endParaRPr lang="en-US" dirty="0"/>
          </a:p>
        </p:txBody>
      </p:sp>
      <p:sp>
        <p:nvSpPr>
          <p:cNvPr id="32774" name="Slide Number Placeholder 5"/>
          <p:cNvSpPr>
            <a:spLocks noGrp="1"/>
          </p:cNvSpPr>
          <p:nvPr>
            <p:ph type="sldNum" sz="quarter" idx="5"/>
          </p:nvPr>
        </p:nvSpPr>
        <p:spPr>
          <a:noFill/>
        </p:spPr>
        <p:txBody>
          <a:bodyPr/>
          <a:lstStyle/>
          <a:p>
            <a:pPr defTabSz="931863"/>
            <a:fld id="{BF2B4890-BF0A-434B-9A91-B4F6CB37588E}" type="slidenum">
              <a:rPr lang="en-US" smtClean="0"/>
              <a:pPr defTabSz="931863"/>
              <a:t>24</a:t>
            </a:fld>
            <a:endParaRPr lang="en-US" dirty="0"/>
          </a:p>
        </p:txBody>
      </p:sp>
    </p:spTree>
    <p:extLst>
      <p:ext uri="{BB962C8B-B14F-4D97-AF65-F5344CB8AC3E}">
        <p14:creationId xmlns:p14="http://schemas.microsoft.com/office/powerpoint/2010/main" val="2537891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p:spPr>
        <p:txBody>
          <a:bodyPr/>
          <a:lstStyle/>
          <a:p>
            <a:r>
              <a:rPr lang="en-US" b="1" dirty="0"/>
              <a:t>DLT</a:t>
            </a:r>
          </a:p>
          <a:p>
            <a:pPr marL="171450" indent="-171450">
              <a:buFont typeface="Arial" panose="020B0604020202020204" pitchFamily="34" charset="0"/>
              <a:buChar char="•"/>
            </a:pPr>
            <a:r>
              <a:rPr lang="en-US" dirty="0"/>
              <a:t>Another type of magnetic tape storage</a:t>
            </a:r>
          </a:p>
          <a:p>
            <a:pPr marL="171450" indent="-171450">
              <a:buFont typeface="Arial" panose="020B0604020202020204" pitchFamily="34" charset="0"/>
              <a:buChar char="•"/>
            </a:pPr>
            <a:r>
              <a:rPr lang="en-US" dirty="0"/>
              <a:t>Relies on a linear recording method</a:t>
            </a:r>
          </a:p>
          <a:p>
            <a:pPr marL="171450" indent="-171450">
              <a:buFont typeface="Arial" panose="020B0604020202020204" pitchFamily="34" charset="0"/>
              <a:buChar char="•"/>
            </a:pPr>
            <a:r>
              <a:rPr lang="en-US" dirty="0"/>
              <a:t>Tape as either 128 or 208 total tracks</a:t>
            </a:r>
          </a:p>
          <a:p>
            <a:pPr marL="171450" indent="-171450">
              <a:buFont typeface="Arial" panose="020B0604020202020204" pitchFamily="34" charset="0"/>
              <a:buChar char="•"/>
            </a:pPr>
            <a:r>
              <a:rPr lang="en-US" dirty="0"/>
              <a:t>Used primarily to store archived data</a:t>
            </a:r>
          </a:p>
          <a:p>
            <a:endParaRPr lang="en-US" dirty="0"/>
          </a:p>
          <a:p>
            <a:r>
              <a:rPr lang="en-US" b="1" dirty="0"/>
              <a:t>Optical media</a:t>
            </a:r>
          </a:p>
          <a:p>
            <a:pPr marL="171450" indent="-171450">
              <a:buFont typeface="Arial" panose="020B0604020202020204" pitchFamily="34" charset="0"/>
              <a:buChar char="•"/>
            </a:pPr>
            <a:r>
              <a:rPr lang="en-US" dirty="0"/>
              <a:t>CD-ROMs use high and low polarization to set the bits of data; however, CDs have reflective pits that represent the low bit</a:t>
            </a:r>
          </a:p>
          <a:p>
            <a:pPr marL="171450" indent="-171450">
              <a:buFont typeface="Arial" panose="020B0604020202020204" pitchFamily="34" charset="0"/>
              <a:buChar char="•"/>
            </a:pPr>
            <a:r>
              <a:rPr lang="en-US" dirty="0"/>
              <a:t>If pit is nonexistent, data is a 1; if pit exists, it’s a 0</a:t>
            </a:r>
          </a:p>
          <a:p>
            <a:pPr marL="171450" indent="-171450">
              <a:buFont typeface="Arial" panose="020B0604020202020204" pitchFamily="34" charset="0"/>
              <a:buChar char="•"/>
            </a:pPr>
            <a:r>
              <a:rPr lang="en-US" dirty="0"/>
              <a:t>Laser mechanism detects the distance the light beam has traveled in order to detect the presence or absence of a pit; this is why scratches can be problematic for optical media</a:t>
            </a:r>
          </a:p>
          <a:p>
            <a:endParaRPr lang="en-US" dirty="0"/>
          </a:p>
          <a:p>
            <a:pPr marL="171450" indent="-171450">
              <a:buFont typeface="Arial" panose="020B0604020202020204" pitchFamily="34" charset="0"/>
              <a:buChar char="•"/>
            </a:pPr>
            <a:r>
              <a:rPr lang="en-US" dirty="0"/>
              <a:t>DVDs and Blu-ray discs are enhancements to original compact discs</a:t>
            </a:r>
          </a:p>
          <a:p>
            <a:pPr marL="171450" indent="-171450">
              <a:buFont typeface="Arial" panose="020B0604020202020204" pitchFamily="34" charset="0"/>
              <a:buChar char="•"/>
            </a:pPr>
            <a:r>
              <a:rPr lang="en-US" dirty="0"/>
              <a:t>Still utilize same optical process but have larger capacity</a:t>
            </a:r>
          </a:p>
          <a:p>
            <a:pPr marL="171450" indent="-171450">
              <a:buFont typeface="Arial" panose="020B0604020202020204" pitchFamily="34" charset="0"/>
              <a:buChar char="•"/>
            </a:pPr>
            <a:r>
              <a:rPr lang="en-US" dirty="0"/>
              <a:t>Should be forensically copied to a clean, forensically wiped drive for analysis</a:t>
            </a:r>
          </a:p>
          <a:p>
            <a:endParaRPr lang="en-US" dirty="0"/>
          </a:p>
          <a:p>
            <a:r>
              <a:rPr lang="en-US" b="1" dirty="0"/>
              <a:t>USB</a:t>
            </a:r>
          </a:p>
          <a:p>
            <a:pPr marL="171450" indent="-171450">
              <a:buFont typeface="Arial" panose="020B0604020202020204" pitchFamily="34" charset="0"/>
              <a:buChar char="•"/>
            </a:pPr>
            <a:r>
              <a:rPr lang="en-US" dirty="0"/>
              <a:t>Is actually a connectivity technology, not a storage technology</a:t>
            </a:r>
          </a:p>
          <a:p>
            <a:pPr marL="171450" indent="-171450">
              <a:buFont typeface="Arial" panose="020B0604020202020204" pitchFamily="34" charset="0"/>
              <a:buChar char="•"/>
            </a:pPr>
            <a:r>
              <a:rPr lang="en-US" dirty="0"/>
              <a:t>Can be used to connect to external drives that can be either magnetic or solid state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dirty="0"/>
              <a:t>Have no moving parts, which means these drives are resilient to shock damage</a:t>
            </a:r>
          </a:p>
          <a:p>
            <a:pPr marL="171450" indent="-171450">
              <a:buFont typeface="Arial" panose="020B0604020202020204" pitchFamily="34" charset="0"/>
              <a:buChar char="•"/>
            </a:pPr>
            <a:r>
              <a:rPr lang="en-US" dirty="0"/>
              <a:t>Thumb drives can be easily erased or overwritten.</a:t>
            </a:r>
          </a:p>
          <a:p>
            <a:pPr marL="171450" indent="-171450">
              <a:buFont typeface="Arial" panose="020B0604020202020204" pitchFamily="34" charset="0"/>
              <a:buChar char="•"/>
            </a:pPr>
            <a:r>
              <a:rPr lang="en-US" dirty="0"/>
              <a:t>Copy data from USB drive to a target forensic drive for analysis</a:t>
            </a:r>
          </a:p>
        </p:txBody>
      </p:sp>
      <p:sp>
        <p:nvSpPr>
          <p:cNvPr id="32772" name="Date Placeholder 3"/>
          <p:cNvSpPr>
            <a:spLocks noGrp="1"/>
          </p:cNvSpPr>
          <p:nvPr>
            <p:ph type="dt" sz="quarter" idx="1"/>
          </p:nvPr>
        </p:nvSpPr>
        <p:spPr>
          <a:noFill/>
        </p:spPr>
        <p:txBody>
          <a:bodyPr/>
          <a:lstStyle/>
          <a:p>
            <a:pPr defTabSz="931863"/>
            <a:fld id="{05F474E7-204E-4674-BD81-B13529EA7653}" type="datetime1">
              <a:rPr lang="en-US" smtClean="0"/>
              <a:pPr defTabSz="931863"/>
              <a:t>11/7/2025</a:t>
            </a:fld>
            <a:endParaRPr lang="en-US" dirty="0"/>
          </a:p>
        </p:txBody>
      </p:sp>
      <p:sp>
        <p:nvSpPr>
          <p:cNvPr id="32774" name="Slide Number Placeholder 5"/>
          <p:cNvSpPr>
            <a:spLocks noGrp="1"/>
          </p:cNvSpPr>
          <p:nvPr>
            <p:ph type="sldNum" sz="quarter" idx="5"/>
          </p:nvPr>
        </p:nvSpPr>
        <p:spPr>
          <a:noFill/>
        </p:spPr>
        <p:txBody>
          <a:bodyPr/>
          <a:lstStyle/>
          <a:p>
            <a:pPr defTabSz="931863"/>
            <a:fld id="{BF2B4890-BF0A-434B-9A91-B4F6CB37588E}" type="slidenum">
              <a:rPr lang="en-US" smtClean="0"/>
              <a:pPr defTabSz="931863"/>
              <a:t>25</a:t>
            </a:fld>
            <a:endParaRPr lang="en-US" dirty="0"/>
          </a:p>
        </p:txBody>
      </p:sp>
    </p:spTree>
    <p:extLst>
      <p:ext uri="{BB962C8B-B14F-4D97-AF65-F5344CB8AC3E}">
        <p14:creationId xmlns:p14="http://schemas.microsoft.com/office/powerpoint/2010/main" val="689413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r>
              <a:rPr lang="en-US" dirty="0"/>
              <a:t>Files stored on disk (archives, files, folders, etc.)</a:t>
            </a:r>
          </a:p>
          <a:p>
            <a:r>
              <a:rPr lang="en-US" dirty="0"/>
              <a:t>Host protected area (HPA) or vendor-specific drive space (recovery volumes, etc.)</a:t>
            </a:r>
          </a:p>
          <a:p>
            <a:r>
              <a:rPr lang="en-US" dirty="0"/>
              <a:t>Master boot record (MBR) where empty drive sectors remain</a:t>
            </a:r>
          </a:p>
          <a:p>
            <a:r>
              <a:rPr lang="en-US" dirty="0"/>
              <a:t>Boot sectors in non-bootable partitions</a:t>
            </a:r>
          </a:p>
          <a:p>
            <a:endParaRPr lang="en-US" dirty="0"/>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26</a:t>
            </a:fld>
            <a:endParaRPr lang="en-US" dirty="0"/>
          </a:p>
        </p:txBody>
      </p:sp>
    </p:spTree>
    <p:extLst>
      <p:ext uri="{BB962C8B-B14F-4D97-AF65-F5344CB8AC3E}">
        <p14:creationId xmlns:p14="http://schemas.microsoft.com/office/powerpoint/2010/main" val="15607103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ln/>
        </p:spPr>
        <p:txBody>
          <a:bodyPr/>
          <a:lstStyle/>
          <a:p>
            <a:pPr marL="0" indent="0">
              <a:buFont typeface="Arial" panose="020B0604020202020204" pitchFamily="34" charset="0"/>
              <a:buNone/>
            </a:pPr>
            <a:r>
              <a:rPr lang="en-US" b="1" dirty="0"/>
              <a:t>The Advanced Forensic Format (AFF)</a:t>
            </a:r>
          </a:p>
          <a:p>
            <a:pPr marL="171450" indent="-171450">
              <a:buFont typeface="Arial" panose="020B0604020202020204" pitchFamily="34" charset="0"/>
              <a:buChar char="•"/>
            </a:pPr>
            <a:r>
              <a:rPr lang="en-US" dirty="0"/>
              <a:t>An open file standard with three variations: AFF, AFM, and AFD</a:t>
            </a:r>
          </a:p>
          <a:p>
            <a:pPr marL="171450" indent="-171450">
              <a:buFont typeface="Arial" panose="020B0604020202020204" pitchFamily="34" charset="0"/>
              <a:buChar char="•"/>
            </a:pPr>
            <a:r>
              <a:rPr lang="en-US" dirty="0"/>
              <a:t>AFF variation stores all data and metadata in a single file</a:t>
            </a:r>
          </a:p>
          <a:p>
            <a:pPr marL="171450" indent="-171450">
              <a:buFont typeface="Arial" panose="020B0604020202020204" pitchFamily="34" charset="0"/>
              <a:buChar char="•"/>
            </a:pPr>
            <a:r>
              <a:rPr lang="en-US" dirty="0"/>
              <a:t>AFM variation stores data and metadata in separate files</a:t>
            </a:r>
          </a:p>
          <a:p>
            <a:pPr marL="171450" indent="-171450">
              <a:buFont typeface="Arial" panose="020B0604020202020204" pitchFamily="34" charset="0"/>
              <a:buChar char="•"/>
            </a:pPr>
            <a:r>
              <a:rPr lang="en-US" dirty="0"/>
              <a:t>AFD variation stores data and metadata in multiple small files</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EnCase</a:t>
            </a:r>
          </a:p>
          <a:p>
            <a:pPr marL="171450" indent="-171450">
              <a:buFont typeface="Arial" panose="020B0604020202020204" pitchFamily="34" charset="0"/>
              <a:buChar char="•"/>
            </a:pPr>
            <a:r>
              <a:rPr lang="en-US" dirty="0"/>
              <a:t>A proprietary format defined by Guidance Software for use in its EnCase tool to store hard drive images and individual files</a:t>
            </a:r>
          </a:p>
          <a:p>
            <a:pPr marL="171450" indent="-171450">
              <a:buFont typeface="Arial" panose="020B0604020202020204" pitchFamily="34" charset="0"/>
              <a:buChar char="•"/>
            </a:pPr>
            <a:r>
              <a:rPr lang="en-US" dirty="0"/>
              <a:t>Includes a hash of the file to ensure nothing was changed when it was copied from the source</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The Generic Forensic Zip (Gfzip)</a:t>
            </a:r>
          </a:p>
          <a:p>
            <a:pPr marL="171450" indent="-171450">
              <a:buFont typeface="Arial" panose="020B0604020202020204" pitchFamily="34" charset="0"/>
              <a:buChar char="•"/>
            </a:pPr>
            <a:r>
              <a:rPr lang="en-US" dirty="0"/>
              <a:t>Open-source file format used to store evidence from a forensic examination</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iXImager</a:t>
            </a:r>
          </a:p>
          <a:p>
            <a:pPr marL="171450" indent="-171450">
              <a:buFont typeface="Arial" panose="020B0604020202020204" pitchFamily="34" charset="0"/>
              <a:buChar char="•"/>
            </a:pPr>
            <a:r>
              <a:rPr lang="en-US" dirty="0"/>
              <a:t>A proprietary file format used by the iLook tool</a:t>
            </a:r>
          </a:p>
          <a:p>
            <a:pPr marL="171450" indent="-171450">
              <a:buFont typeface="Arial" panose="020B0604020202020204" pitchFamily="34" charset="0"/>
              <a:buChar char="•"/>
            </a:pPr>
            <a:r>
              <a:rPr lang="en-US" dirty="0"/>
              <a:t>Tool was developed by the U.S. Internal Revenue Service (IRS) and is restricted to law enforcement and government use only</a:t>
            </a:r>
          </a:p>
        </p:txBody>
      </p:sp>
      <p:sp>
        <p:nvSpPr>
          <p:cNvPr id="33796" name="Date Placeholder 3"/>
          <p:cNvSpPr>
            <a:spLocks noGrp="1"/>
          </p:cNvSpPr>
          <p:nvPr>
            <p:ph type="dt" sz="quarter" idx="1"/>
          </p:nvPr>
        </p:nvSpPr>
        <p:spPr>
          <a:noFill/>
        </p:spPr>
        <p:txBody>
          <a:bodyPr/>
          <a:lstStyle/>
          <a:p>
            <a:pPr defTabSz="931863"/>
            <a:fld id="{7B9DC91B-09F3-4E7B-AA77-823632D0E2B3}" type="datetime1">
              <a:rPr lang="en-US" smtClean="0"/>
              <a:pPr defTabSz="931863"/>
              <a:t>11/7/2025</a:t>
            </a:fld>
            <a:endParaRPr lang="en-US" dirty="0"/>
          </a:p>
        </p:txBody>
      </p:sp>
      <p:sp>
        <p:nvSpPr>
          <p:cNvPr id="33797"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3798" name="Slide Number Placeholder 5"/>
          <p:cNvSpPr>
            <a:spLocks noGrp="1"/>
          </p:cNvSpPr>
          <p:nvPr>
            <p:ph type="sldNum" sz="quarter" idx="5"/>
          </p:nvPr>
        </p:nvSpPr>
        <p:spPr>
          <a:noFill/>
        </p:spPr>
        <p:txBody>
          <a:bodyPr/>
          <a:lstStyle/>
          <a:p>
            <a:pPr defTabSz="931863"/>
            <a:fld id="{27B6C3EB-5611-4C3A-B17E-E32E89DE17DE}" type="slidenum">
              <a:rPr lang="en-US" smtClean="0"/>
              <a:pPr defTabSz="931863"/>
              <a:t>27</a:t>
            </a:fld>
            <a:endParaRPr lang="en-US" dirty="0"/>
          </a:p>
        </p:txBody>
      </p:sp>
    </p:spTree>
    <p:extLst>
      <p:ext uri="{BB962C8B-B14F-4D97-AF65-F5344CB8AC3E}">
        <p14:creationId xmlns:p14="http://schemas.microsoft.com/office/powerpoint/2010/main" val="27889930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Digital forensics specialists should work with an image of any suspect storage media whenever possible to avoid damaging or altering any evidence. </a:t>
            </a:r>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28</a:t>
            </a:fld>
            <a:endParaRPr lang="en-US" dirty="0"/>
          </a:p>
        </p:txBody>
      </p:sp>
    </p:spTree>
    <p:extLst>
      <p:ext uri="{BB962C8B-B14F-4D97-AF65-F5344CB8AC3E}">
        <p14:creationId xmlns:p14="http://schemas.microsoft.com/office/powerpoint/2010/main" val="229156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r>
              <a:rPr lang="en-US" dirty="0"/>
              <a:t>Once you have acquired a physical storage medium of some type, you need to image it. You always work with an image whenever possible. It is possible to create a forensic image utilizing open-source tools, specifically Linux commands. </a:t>
            </a:r>
          </a:p>
          <a:p>
            <a:endParaRPr lang="en-US" dirty="0"/>
          </a:p>
          <a:p>
            <a:r>
              <a:rPr lang="en-US" dirty="0"/>
              <a:t>First, you must forensically wipe the target drive (which is the drive to which you will copy the suspect drive contents) to ensure there is no residual data left from a previous case. You can do this with the Linux </a:t>
            </a:r>
            <a:r>
              <a:rPr lang="en-US" b="1" i="1" dirty="0"/>
              <a:t>dd</a:t>
            </a:r>
            <a:r>
              <a:rPr lang="en-US" dirty="0"/>
              <a:t> command</a:t>
            </a:r>
            <a:r>
              <a:rPr lang="en-US" i="1" dirty="0"/>
              <a:t>: dd if=/dev/zero of=/dev/hdb1 bs=2048</a:t>
            </a:r>
          </a:p>
          <a:p>
            <a:endParaRPr lang="en-US" i="1" dirty="0"/>
          </a:p>
          <a:p>
            <a:r>
              <a:rPr lang="en-US" dirty="0"/>
              <a:t>dd is a common UNIX program whose primary purpose is the low-level copying and conversion of raw data at the bit level. If you do your copy through the file system/operating system, then you can see only the data that the operating system sees. You won’t get deleted files or slack space, so a basic file system copy is inadequate for forensic analysis. You must get a bit-level copy, and the dd utility is perfect for that.</a:t>
            </a:r>
          </a:p>
          <a:p>
            <a:endParaRPr lang="en-US" dirty="0"/>
          </a:p>
          <a:p>
            <a:r>
              <a:rPr lang="en-US" dirty="0"/>
              <a:t>You also need to use </a:t>
            </a:r>
            <a:r>
              <a:rPr lang="en-US" b="1" i="1" dirty="0"/>
              <a:t>netcat</a:t>
            </a:r>
            <a:r>
              <a:rPr lang="en-US" dirty="0"/>
              <a:t> to set up the forensic server to listen, so you have another Kali Linux CD boot up the suspect drive to copy it to the forensic server. At this point, both the suspect drive and the target forensic server have been booted into Linux using Kali. </a:t>
            </a:r>
          </a:p>
          <a:p>
            <a:endParaRPr lang="en-US" dirty="0"/>
          </a:p>
          <a:p>
            <a:r>
              <a:rPr lang="en-US" dirty="0"/>
              <a:t>Netcat reads and writes bits over a network connection. The command to run on the forensic server is as follows: # nc –l –p 8888 &gt; evidence.dd.</a:t>
            </a:r>
          </a:p>
          <a:p>
            <a:endParaRPr lang="en-US" dirty="0"/>
          </a:p>
          <a:p>
            <a:r>
              <a:rPr lang="en-US" dirty="0"/>
              <a:t>This sets up the listen process on the forensic server prior to sending the data from the subject’s computer. The process listens (the –l flag) on port 8888 (the –p 8888 command) and takes all input and writes to a file called evidence.dd. You can always use another port or another filename if necessary. You must ensure the target drive is at least as big as the suspect drive.</a:t>
            </a:r>
          </a:p>
          <a:p>
            <a:endParaRPr lang="en-US" dirty="0"/>
          </a:p>
          <a:p>
            <a:r>
              <a:rPr lang="en-US" dirty="0"/>
              <a:t>On the suspect computer, use the </a:t>
            </a:r>
            <a:r>
              <a:rPr lang="en-US" b="1" i="1" dirty="0"/>
              <a:t>dd</a:t>
            </a:r>
            <a:r>
              <a:rPr lang="en-US" dirty="0"/>
              <a:t> command to read the first partition: # dd if=/dev/hda1 | nc 192.168.0.2 8888 –w 3.</a:t>
            </a:r>
          </a:p>
          <a:p>
            <a:endParaRPr lang="en-US" dirty="0"/>
          </a:p>
          <a:p>
            <a:r>
              <a:rPr lang="en-US" dirty="0"/>
              <a:t>You then pipe the output of the dd command to netcat, which sends the bits over the network to the specified network address and port on the listening forensic computer. The argument –w 3 indicates that netcat should wait 3 seconds before closing the connection upon finding no more data. This assumes that the suspect partition is hda1, but it might be a different partition.</a:t>
            </a:r>
          </a:p>
          <a:p>
            <a:endParaRPr lang="en-US" dirty="0"/>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29</a:t>
            </a:fld>
            <a:endParaRPr lang="en-US" dirty="0"/>
          </a:p>
        </p:txBody>
      </p:sp>
    </p:spTree>
    <p:extLst>
      <p:ext uri="{BB962C8B-B14F-4D97-AF65-F5344CB8AC3E}">
        <p14:creationId xmlns:p14="http://schemas.microsoft.com/office/powerpoint/2010/main" val="8535104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dirty="0"/>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30</a:t>
            </a:fld>
            <a:endParaRPr lang="en-US" dirty="0"/>
          </a:p>
        </p:txBody>
      </p:sp>
    </p:spTree>
    <p:extLst>
      <p:ext uri="{BB962C8B-B14F-4D97-AF65-F5344CB8AC3E}">
        <p14:creationId xmlns:p14="http://schemas.microsoft.com/office/powerpoint/2010/main" val="35580766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Once you have the hard drive disconnected from the suspect machine, you can connect that drive to the forensic computer. In some cases, you first connect to a device that prevents writing to the suspect device. FastBlock and Tableau are two such devices that are widely used in forensics. </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At the top of the EnCase window, click New on the toolbar to start the new case you will be working. The Case Options dialog box opens. Enter the case name and the examiner’s name. The text boxes are filled in automatically, but you have to click on the button on the right side next to each of the lower text boxes to select the paths. After selecting the paths, click the Finish button.</a:t>
            </a: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31</a:t>
            </a:fld>
            <a:endParaRPr lang="en-US" dirty="0"/>
          </a:p>
        </p:txBody>
      </p:sp>
    </p:spTree>
    <p:extLst>
      <p:ext uri="{BB962C8B-B14F-4D97-AF65-F5344CB8AC3E}">
        <p14:creationId xmlns:p14="http://schemas.microsoft.com/office/powerpoint/2010/main" val="10622344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After creating a case, save it by clicking the Save icon on the EnCase toolbar.</a:t>
            </a:r>
          </a:p>
          <a:p>
            <a:r>
              <a:rPr lang="en-US" sz="1200" b="0" i="0" u="none" strike="noStrike" kern="1200" baseline="0" dirty="0">
                <a:solidFill>
                  <a:schemeClr val="tx1"/>
                </a:solidFill>
                <a:latin typeface="Times New Roman" pitchFamily="18" charset="0"/>
                <a:ea typeface="+mn-ea"/>
                <a:cs typeface="+mn-cs"/>
              </a:rPr>
              <a:t>Select a path for the save location when prompted.</a:t>
            </a:r>
          </a:p>
          <a:p>
            <a:endParaRPr lang="en-US" sz="1200" b="0" i="0" u="none" strike="noStrike" kern="1200" baseline="0" dirty="0">
              <a:solidFill>
                <a:schemeClr val="tx1"/>
              </a:solidFill>
              <a:latin typeface="Times New Roman" pitchFamily="18" charset="0"/>
              <a:ea typeface="+mn-ea"/>
              <a:cs typeface="+mn-cs"/>
            </a:endParaRPr>
          </a:p>
          <a:p>
            <a:r>
              <a:rPr lang="en-US" sz="1200" b="0" i="0" u="none" strike="noStrike" kern="1200" baseline="0" dirty="0">
                <a:solidFill>
                  <a:schemeClr val="tx1"/>
                </a:solidFill>
                <a:latin typeface="Times New Roman" pitchFamily="18" charset="0"/>
                <a:ea typeface="+mn-ea"/>
                <a:cs typeface="+mn-cs"/>
              </a:rPr>
              <a:t>Now, you are ready to acquire evidence. On the EnCase toolbar, click the Add Device button. The Add Device window appears in EnCase, asking which device to add.</a:t>
            </a:r>
          </a:p>
          <a:p>
            <a:endParaRPr lang="en-US" sz="1200" b="0" i="0" u="none" strike="noStrike" kern="1200" baseline="0" dirty="0">
              <a:solidFill>
                <a:schemeClr val="tx1"/>
              </a:solidFill>
              <a:latin typeface="Times New Roman" pitchFamily="18" charset="0"/>
              <a:ea typeface="+mn-ea"/>
              <a:cs typeface="+mn-cs"/>
            </a:endParaRPr>
          </a:p>
          <a:p>
            <a:r>
              <a:rPr lang="en-US" dirty="0"/>
              <a:t>The left pane lists devices with subfolders, Local and Evidence Files. The right pane lists Local Drives, Palm Pilot, Parallel Port, and Network Crossover (note these options may be different on some systems). In this procedure, you check the Local Drives in the right pane. </a:t>
            </a: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32</a:t>
            </a:fld>
            <a:endParaRPr lang="en-US" dirty="0"/>
          </a:p>
        </p:txBody>
      </p:sp>
    </p:spTree>
    <p:extLst>
      <p:ext uri="{BB962C8B-B14F-4D97-AF65-F5344CB8AC3E}">
        <p14:creationId xmlns:p14="http://schemas.microsoft.com/office/powerpoint/2010/main" val="33575989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dirty="0"/>
              <a:t>After EnCase reads the local drives, another window appears. Once you have added the device, it shows in the case.</a:t>
            </a:r>
          </a:p>
          <a:p>
            <a:endParaRPr lang="en-US" dirty="0"/>
          </a:p>
          <a:p>
            <a:r>
              <a:rPr lang="en-US" dirty="0"/>
              <a:t>Note that you can add multiple devices to a single case. </a:t>
            </a: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33</a:t>
            </a:fld>
            <a:endParaRPr lang="en-US" dirty="0"/>
          </a:p>
        </p:txBody>
      </p:sp>
    </p:spTree>
    <p:extLst>
      <p:ext uri="{BB962C8B-B14F-4D97-AF65-F5344CB8AC3E}">
        <p14:creationId xmlns:p14="http://schemas.microsoft.com/office/powerpoint/2010/main" val="29075299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dirty="0"/>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34</a:t>
            </a:fld>
            <a:endParaRPr lang="en-US" dirty="0"/>
          </a:p>
        </p:txBody>
      </p:sp>
    </p:spTree>
    <p:extLst>
      <p:ext uri="{BB962C8B-B14F-4D97-AF65-F5344CB8AC3E}">
        <p14:creationId xmlns:p14="http://schemas.microsoft.com/office/powerpoint/2010/main" val="33449722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Once you have connected the suspect drive to the forensic machine, you simply have to add evidence. You now have to select specifically what you want to image. FTK offers a number of choices. The most common choice is a physical drive, but you can also add folders, logical drives, and even drive images, such as those made with the dd and netcat commander. </a:t>
            </a: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35</a:t>
            </a:fld>
            <a:endParaRPr lang="en-US" dirty="0"/>
          </a:p>
        </p:txBody>
      </p:sp>
    </p:spTree>
    <p:extLst>
      <p:ext uri="{BB962C8B-B14F-4D97-AF65-F5344CB8AC3E}">
        <p14:creationId xmlns:p14="http://schemas.microsoft.com/office/powerpoint/2010/main" val="6781003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Times New Roman" pitchFamily="18" charset="0"/>
                <a:ea typeface="+mn-ea"/>
                <a:cs typeface="+mn-cs"/>
              </a:rPr>
              <a:t>Select one of the Source Evidence Type options and then click the Next button.</a:t>
            </a:r>
          </a:p>
          <a:p>
            <a:endParaRPr lang="en-US" sz="1200" b="0" i="0" u="none" strike="noStrike" kern="1200" baseline="0" dirty="0">
              <a:solidFill>
                <a:schemeClr val="tx1"/>
              </a:solidFill>
              <a:latin typeface="Times New Roman" pitchFamily="18" charset="0"/>
              <a:ea typeface="+mn-ea"/>
              <a:cs typeface="+mn-cs"/>
            </a:endParaRP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36</a:t>
            </a:fld>
            <a:endParaRPr lang="en-US" dirty="0"/>
          </a:p>
        </p:txBody>
      </p:sp>
    </p:spTree>
    <p:extLst>
      <p:ext uri="{BB962C8B-B14F-4D97-AF65-F5344CB8AC3E}">
        <p14:creationId xmlns:p14="http://schemas.microsoft.com/office/powerpoint/2010/main" val="24525214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r>
              <a:rPr lang="en-US" sz="1200" b="0" i="0" u="none" strike="noStrike" kern="1200" baseline="0" dirty="0">
                <a:solidFill>
                  <a:schemeClr val="tx1"/>
                </a:solidFill>
                <a:latin typeface="Times New Roman" pitchFamily="18" charset="0"/>
                <a:ea typeface="+mn-ea"/>
                <a:cs typeface="+mn-cs"/>
              </a:rPr>
              <a:t>From the Select Drive drop-down, choose the specific drive you want to acquire and then click Finish. FTK mounts the drive and you can then see it in the evidence tree.</a:t>
            </a: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37</a:t>
            </a:fld>
            <a:endParaRPr lang="en-US" dirty="0"/>
          </a:p>
        </p:txBody>
      </p:sp>
    </p:spTree>
    <p:extLst>
      <p:ext uri="{BB962C8B-B14F-4D97-AF65-F5344CB8AC3E}">
        <p14:creationId xmlns:p14="http://schemas.microsoft.com/office/powerpoint/2010/main" val="27570668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dirty="0"/>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38</a:t>
            </a:fld>
            <a:endParaRPr lang="en-US" dirty="0"/>
          </a:p>
        </p:txBody>
      </p:sp>
    </p:spTree>
    <p:extLst>
      <p:ext uri="{BB962C8B-B14F-4D97-AF65-F5344CB8AC3E}">
        <p14:creationId xmlns:p14="http://schemas.microsoft.com/office/powerpoint/2010/main" val="2829050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p:spPr>
        <p:txBody>
          <a:bodyPr/>
          <a:lstStyle/>
          <a:p>
            <a:pPr marL="228600" indent="-228600">
              <a:buAutoNum type="arabicPeriod"/>
            </a:pPr>
            <a:r>
              <a:rPr lang="en-US" sz="1200" b="0" i="0" u="none" strike="noStrike" kern="1200" baseline="0" dirty="0">
                <a:solidFill>
                  <a:schemeClr val="tx1"/>
                </a:solidFill>
                <a:latin typeface="Times New Roman" pitchFamily="18" charset="0"/>
                <a:ea typeface="+mn-ea"/>
                <a:cs typeface="+mn-cs"/>
              </a:rPr>
              <a:t>Select Drive Imaging from the main menu (not shown).</a:t>
            </a:r>
          </a:p>
          <a:p>
            <a:pPr marL="228600" indent="-228600">
              <a:buAutoNum type="arabicPeriod"/>
            </a:pPr>
            <a:r>
              <a:rPr lang="en-US" sz="1200" b="0" i="0" u="none" strike="noStrike" kern="1200" baseline="0" dirty="0">
                <a:solidFill>
                  <a:schemeClr val="tx1"/>
                </a:solidFill>
                <a:latin typeface="Times New Roman" pitchFamily="18" charset="0"/>
                <a:ea typeface="+mn-ea"/>
                <a:cs typeface="+mn-cs"/>
              </a:rPr>
              <a:t>Select the source drive you wish to image, and the target where you want to put the image. Notice that Verify Image is checked by default. You should not uncheck this.</a:t>
            </a:r>
          </a:p>
          <a:p>
            <a:pPr marL="228600" indent="-228600">
              <a:buAutoNum type="arabicPeriod"/>
            </a:pPr>
            <a:r>
              <a:rPr lang="en-US" sz="1200" b="0" i="0" u="none" strike="noStrike" kern="1200" baseline="0" dirty="0">
                <a:solidFill>
                  <a:schemeClr val="tx1"/>
                </a:solidFill>
                <a:latin typeface="Times New Roman" pitchFamily="18" charset="0"/>
                <a:ea typeface="+mn-ea"/>
                <a:cs typeface="+mn-cs"/>
              </a:rPr>
              <a:t>Start the process and an image of the source drive will be created and verified.</a:t>
            </a:r>
          </a:p>
          <a:p>
            <a:pPr marL="228600" indent="-228600">
              <a:buAutoNum type="arabicPeriod"/>
            </a:pPr>
            <a:r>
              <a:rPr lang="en-US" sz="1200" b="0" i="0" u="none" strike="noStrike" kern="1200" baseline="0" dirty="0">
                <a:solidFill>
                  <a:schemeClr val="tx1"/>
                </a:solidFill>
                <a:latin typeface="Times New Roman" pitchFamily="18" charset="0"/>
                <a:ea typeface="+mn-ea"/>
                <a:cs typeface="+mn-cs"/>
              </a:rPr>
              <a:t> </a:t>
            </a:r>
          </a:p>
        </p:txBody>
      </p:sp>
      <p:sp>
        <p:nvSpPr>
          <p:cNvPr id="35844" name="Date Placeholder 3"/>
          <p:cNvSpPr>
            <a:spLocks noGrp="1"/>
          </p:cNvSpPr>
          <p:nvPr>
            <p:ph type="dt" sz="quarter" idx="1"/>
          </p:nvPr>
        </p:nvSpPr>
        <p:spPr>
          <a:noFill/>
        </p:spPr>
        <p:txBody>
          <a:bodyPr/>
          <a:lstStyle/>
          <a:p>
            <a:pPr defTabSz="931863"/>
            <a:fld id="{77A6FF99-27DD-4491-848E-B2F579AEEA52}" type="datetime1">
              <a:rPr lang="en-US" smtClean="0"/>
              <a:pPr defTabSz="931863"/>
              <a:t>11/7/2025</a:t>
            </a:fld>
            <a:endParaRPr lang="en-US" dirty="0"/>
          </a:p>
        </p:txBody>
      </p:sp>
      <p:sp>
        <p:nvSpPr>
          <p:cNvPr id="35845"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5846" name="Slide Number Placeholder 5"/>
          <p:cNvSpPr>
            <a:spLocks noGrp="1"/>
          </p:cNvSpPr>
          <p:nvPr>
            <p:ph type="sldNum" sz="quarter" idx="5"/>
          </p:nvPr>
        </p:nvSpPr>
        <p:spPr>
          <a:noFill/>
        </p:spPr>
        <p:txBody>
          <a:bodyPr/>
          <a:lstStyle/>
          <a:p>
            <a:pPr defTabSz="931863"/>
            <a:fld id="{C754359E-E47B-44AD-9005-22B0D6D0ED09}" type="slidenum">
              <a:rPr lang="en-US" smtClean="0"/>
              <a:pPr defTabSz="931863"/>
              <a:t>39</a:t>
            </a:fld>
            <a:endParaRPr lang="en-US" dirty="0"/>
          </a:p>
        </p:txBody>
      </p:sp>
    </p:spTree>
    <p:extLst>
      <p:ext uri="{BB962C8B-B14F-4D97-AF65-F5344CB8AC3E}">
        <p14:creationId xmlns:p14="http://schemas.microsoft.com/office/powerpoint/2010/main" val="7785213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dirty="0"/>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40</a:t>
            </a:fld>
            <a:endParaRPr lang="en-US" dirty="0"/>
          </a:p>
        </p:txBody>
      </p:sp>
    </p:spTree>
    <p:extLst>
      <p:ext uri="{BB962C8B-B14F-4D97-AF65-F5344CB8AC3E}">
        <p14:creationId xmlns:p14="http://schemas.microsoft.com/office/powerpoint/2010/main" val="23081718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RAID 0 (disk striping)—Distributes data across multiple disks in a way that improves data retrieval speed.</a:t>
            </a:r>
          </a:p>
          <a:p>
            <a:r>
              <a:rPr lang="en-US" sz="1200" kern="1200" dirty="0">
                <a:solidFill>
                  <a:schemeClr val="tx1"/>
                </a:solidFill>
                <a:effectLst/>
                <a:latin typeface="Times New Roman" pitchFamily="18" charset="0"/>
                <a:ea typeface="+mn-ea"/>
                <a:cs typeface="+mn-cs"/>
              </a:rPr>
              <a:t>RAID 1—Mirrors the contents of the disks creating an identical copy of the drive running on the machine.</a:t>
            </a:r>
          </a:p>
          <a:p>
            <a:r>
              <a:rPr lang="en-US" sz="1200" kern="1200" dirty="0">
                <a:solidFill>
                  <a:schemeClr val="tx1"/>
                </a:solidFill>
                <a:effectLst/>
                <a:latin typeface="Times New Roman" pitchFamily="18" charset="0"/>
                <a:ea typeface="+mn-ea"/>
                <a:cs typeface="+mn-cs"/>
              </a:rPr>
              <a:t>RAID 3 or 4 (striped disks with dedicated parity)—Combines three or more disks in a way that protects data against loss of any one disk. Fault tolerance is achieved by adding an extra disk to the array and dedicating it to storing parity information. The storage capacity of the array is reduced by one disk.</a:t>
            </a:r>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41</a:t>
            </a:fld>
            <a:endParaRPr lang="en-US" dirty="0"/>
          </a:p>
        </p:txBody>
      </p:sp>
    </p:spTree>
    <p:extLst>
      <p:ext uri="{BB962C8B-B14F-4D97-AF65-F5344CB8AC3E}">
        <p14:creationId xmlns:p14="http://schemas.microsoft.com/office/powerpoint/2010/main" val="38408346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r>
              <a:rPr lang="en-US" sz="1200" kern="1200" dirty="0">
                <a:solidFill>
                  <a:schemeClr val="tx1"/>
                </a:solidFill>
                <a:effectLst/>
                <a:latin typeface="Times New Roman" pitchFamily="18" charset="0"/>
                <a:ea typeface="+mn-ea"/>
                <a:cs typeface="+mn-cs"/>
              </a:rPr>
              <a:t>RAID 5 (striped disks with distributed parity)—Combines three or more disks in a way that protects data against the loss of any one disk. It is similar to RAID 3, but the parity is not stored on one dedicated drive; instead, parity information is interspersed across the drive array. The storage capacity of the array is a function of the number of drives minus the space needed to store parity.</a:t>
            </a:r>
          </a:p>
          <a:p>
            <a:r>
              <a:rPr lang="en-US" sz="1200" kern="1200" dirty="0">
                <a:solidFill>
                  <a:schemeClr val="tx1"/>
                </a:solidFill>
                <a:effectLst/>
                <a:latin typeface="Times New Roman" pitchFamily="18" charset="0"/>
                <a:ea typeface="+mn-ea"/>
                <a:cs typeface="+mn-cs"/>
              </a:rPr>
              <a:t>RAID 6 (striped disks with dual parity)—Combines four or more disks in a way that protects data against loss of any two disks.</a:t>
            </a:r>
          </a:p>
          <a:p>
            <a:endParaRPr lang="en-US" sz="1200" kern="1200" dirty="0">
              <a:solidFill>
                <a:schemeClr val="tx1"/>
              </a:solidFill>
              <a:effectLst/>
              <a:latin typeface="Times New Roman" pitchFamily="18" charset="0"/>
              <a:ea typeface="+mn-ea"/>
              <a:cs typeface="+mn-cs"/>
            </a:endParaRPr>
          </a:p>
        </p:txBody>
      </p:sp>
      <p:sp>
        <p:nvSpPr>
          <p:cNvPr id="36868" name="Date Placeholder 3"/>
          <p:cNvSpPr>
            <a:spLocks noGrp="1"/>
          </p:cNvSpPr>
          <p:nvPr>
            <p:ph type="dt" sz="quarter" idx="1"/>
          </p:nvPr>
        </p:nvSpPr>
        <p:spPr>
          <a:noFill/>
        </p:spPr>
        <p:txBody>
          <a:bodyPr/>
          <a:lstStyle/>
          <a:p>
            <a:pPr defTabSz="931863"/>
            <a:fld id="{DEBBE7D4-E9AE-4B8D-BC26-F3A32189001E}" type="datetime1">
              <a:rPr lang="en-US" smtClean="0"/>
              <a:pPr defTabSz="931863"/>
              <a:t>11/7/2025</a:t>
            </a:fld>
            <a:endParaRPr lang="en-US" dirty="0"/>
          </a:p>
        </p:txBody>
      </p:sp>
      <p:sp>
        <p:nvSpPr>
          <p:cNvPr id="36869" name="Footer Placeholder 4"/>
          <p:cNvSpPr>
            <a:spLocks noGrp="1"/>
          </p:cNvSpPr>
          <p:nvPr>
            <p:ph type="ftr" sz="quarter" idx="4"/>
          </p:nvPr>
        </p:nvSpPr>
        <p:spPr>
          <a:xfrm>
            <a:off x="0" y="8832850"/>
            <a:ext cx="3038475" cy="463550"/>
          </a:xfrm>
          <a:prstGeom prst="rect">
            <a:avLst/>
          </a:prstGeom>
          <a:noFill/>
        </p:spPr>
        <p:txBody>
          <a:bodyPr/>
          <a:lstStyle/>
          <a:p>
            <a:pPr defTabSz="931863"/>
            <a:r>
              <a:rPr lang="en-US" dirty="0"/>
              <a:t>(c) ITT Educational Services, Inc.</a:t>
            </a:r>
          </a:p>
        </p:txBody>
      </p:sp>
      <p:sp>
        <p:nvSpPr>
          <p:cNvPr id="36870" name="Slide Number Placeholder 5"/>
          <p:cNvSpPr>
            <a:spLocks noGrp="1"/>
          </p:cNvSpPr>
          <p:nvPr>
            <p:ph type="sldNum" sz="quarter" idx="5"/>
          </p:nvPr>
        </p:nvSpPr>
        <p:spPr>
          <a:noFill/>
        </p:spPr>
        <p:txBody>
          <a:bodyPr/>
          <a:lstStyle/>
          <a:p>
            <a:pPr defTabSz="931863"/>
            <a:fld id="{F4315243-BC63-4B17-89CA-331377234E67}" type="slidenum">
              <a:rPr lang="en-US" smtClean="0"/>
              <a:pPr defTabSz="931863"/>
              <a:t>42</a:t>
            </a:fld>
            <a:endParaRPr lang="en-US" dirty="0"/>
          </a:p>
        </p:txBody>
      </p:sp>
    </p:spTree>
    <p:extLst>
      <p:ext uri="{BB962C8B-B14F-4D97-AF65-F5344CB8AC3E}">
        <p14:creationId xmlns:p14="http://schemas.microsoft.com/office/powerpoint/2010/main" val="6841349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4" name="TextBox 3"/>
          <p:cNvSpPr txBox="1"/>
          <p:nvPr userDrawn="1"/>
        </p:nvSpPr>
        <p:spPr>
          <a:xfrm>
            <a:off x="3607327" y="6496050"/>
            <a:ext cx="3014768" cy="215444"/>
          </a:xfrm>
          <a:prstGeom prst="rect">
            <a:avLst/>
          </a:prstGeom>
          <a:noFill/>
        </p:spPr>
        <p:txBody>
          <a:bodyPr wrap="none" rtlCol="0">
            <a:spAutoFit/>
          </a:bodyPr>
          <a:lstStyle/>
          <a:p>
            <a:r>
              <a:rPr lang="en-US" sz="800" dirty="0">
                <a:solidFill>
                  <a:schemeClr val="accent5"/>
                </a:solidFill>
              </a:rPr>
              <a:t>© 2012 Jones and Bartlett </a:t>
            </a:r>
            <a:r>
              <a:rPr lang="en-US" sz="800" i="0" dirty="0">
                <a:solidFill>
                  <a:schemeClr val="accent5"/>
                </a:solidFill>
              </a:rPr>
              <a:t>Learning, LLC  www.jblearning.com</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_Title Slide">
    <p:spTree>
      <p:nvGrpSpPr>
        <p:cNvPr id="1" name=""/>
        <p:cNvGrpSpPr/>
        <p:nvPr/>
      </p:nvGrpSpPr>
      <p:grpSpPr>
        <a:xfrm>
          <a:off x="0" y="0"/>
          <a:ext cx="0" cy="0"/>
          <a:chOff x="0" y="0"/>
          <a:chExt cx="0" cy="0"/>
        </a:xfrm>
      </p:grpSpPr>
      <p:pic>
        <p:nvPicPr>
          <p:cNvPr id="3" name="Picture 7" descr="bg1.jpg"/>
          <p:cNvPicPr>
            <a:picLocks noChangeAspect="1"/>
          </p:cNvPicPr>
          <p:nvPr userDrawn="1"/>
        </p:nvPicPr>
        <p:blipFill>
          <a:blip r:embed="rId2" cstate="print"/>
          <a:srcRect/>
          <a:stretch>
            <a:fillRect/>
          </a:stretch>
        </p:blipFill>
        <p:spPr bwMode="auto">
          <a:xfrm>
            <a:off x="3175" y="0"/>
            <a:ext cx="9137650" cy="6858000"/>
          </a:xfrm>
          <a:prstGeom prst="rect">
            <a:avLst/>
          </a:prstGeom>
          <a:noFill/>
          <a:ln w="9525">
            <a:noFill/>
            <a:miter lim="800000"/>
            <a:headEnd/>
            <a:tailEnd/>
          </a:ln>
        </p:spPr>
      </p:pic>
      <p:sp>
        <p:nvSpPr>
          <p:cNvPr id="681988" name="Rectangle 4"/>
          <p:cNvSpPr>
            <a:spLocks noGrp="1" noChangeArrowheads="1"/>
          </p:cNvSpPr>
          <p:nvPr>
            <p:ph type="subTitle" idx="1"/>
          </p:nvPr>
        </p:nvSpPr>
        <p:spPr>
          <a:xfrm>
            <a:off x="1295400" y="2133600"/>
            <a:ext cx="7086600" cy="584775"/>
          </a:xfrm>
        </p:spPr>
        <p:txBody>
          <a:bodyPr>
            <a:spAutoFit/>
          </a:bodyPr>
          <a:lstStyle>
            <a:lvl1pPr marL="0" indent="0">
              <a:buFont typeface="Wingdings" pitchFamily="2" charset="2"/>
              <a:buNone/>
              <a:defRPr sz="3200" b="0">
                <a:solidFill>
                  <a:schemeClr val="bg1"/>
                </a:solidFill>
              </a:defRPr>
            </a:lvl1pPr>
          </a:lstStyle>
          <a:p>
            <a:r>
              <a:rPr lang="en-US" dirty="0"/>
              <a:t>Click to edit Master subtitle style</a:t>
            </a:r>
          </a:p>
        </p:txBody>
      </p:sp>
      <p:sp>
        <p:nvSpPr>
          <p:cNvPr id="5" name="TextBox 4"/>
          <p:cNvSpPr txBox="1"/>
          <p:nvPr userDrawn="1"/>
        </p:nvSpPr>
        <p:spPr>
          <a:xfrm>
            <a:off x="3659141" y="63327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bg2.jpg"/>
          <p:cNvPicPr>
            <a:picLocks noChangeAspect="1"/>
          </p:cNvPicPr>
          <p:nvPr userDrawn="1"/>
        </p:nvPicPr>
        <p:blipFill>
          <a:blip r:embed="rId5" cstate="print"/>
          <a:srcRect/>
          <a:stretch>
            <a:fillRect/>
          </a:stretch>
        </p:blipFill>
        <p:spPr bwMode="auto">
          <a:xfrm>
            <a:off x="0" y="6297613"/>
            <a:ext cx="9144000" cy="560387"/>
          </a:xfrm>
          <a:prstGeom prst="rect">
            <a:avLst/>
          </a:prstGeom>
          <a:noFill/>
          <a:ln w="9525">
            <a:noFill/>
            <a:miter lim="800000"/>
            <a:headEnd/>
            <a:tailEnd/>
          </a:ln>
        </p:spPr>
      </p:pic>
      <p:sp>
        <p:nvSpPr>
          <p:cNvPr id="1027" name="Rectangle 2"/>
          <p:cNvSpPr>
            <a:spLocks noGrp="1" noChangeArrowheads="1"/>
          </p:cNvSpPr>
          <p:nvPr>
            <p:ph type="title"/>
          </p:nvPr>
        </p:nvSpPr>
        <p:spPr bwMode="auto">
          <a:xfrm>
            <a:off x="539750" y="304800"/>
            <a:ext cx="8299450" cy="99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8" name="Rectangle 3"/>
          <p:cNvSpPr>
            <a:spLocks noGrp="1" noChangeArrowheads="1"/>
          </p:cNvSpPr>
          <p:nvPr>
            <p:ph type="body" idx="1"/>
          </p:nvPr>
        </p:nvSpPr>
        <p:spPr bwMode="auto">
          <a:xfrm>
            <a:off x="539750" y="1295400"/>
            <a:ext cx="829945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30" name="Text Box 6"/>
          <p:cNvSpPr txBox="1">
            <a:spLocks noChangeArrowheads="1"/>
          </p:cNvSpPr>
          <p:nvPr/>
        </p:nvSpPr>
        <p:spPr bwMode="auto">
          <a:xfrm>
            <a:off x="8382000" y="6496050"/>
            <a:ext cx="581025" cy="215900"/>
          </a:xfrm>
          <a:prstGeom prst="rect">
            <a:avLst/>
          </a:prstGeom>
          <a:noFill/>
          <a:ln>
            <a:noFill/>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defRPr/>
            </a:pPr>
            <a:r>
              <a:rPr lang="en-US" sz="800" dirty="0">
                <a:solidFill>
                  <a:schemeClr val="bg1"/>
                </a:solidFill>
              </a:rPr>
              <a:t>Page </a:t>
            </a:r>
            <a:fld id="{C4F20969-4C03-463E-8346-60A56C879725}" type="slidenum">
              <a:rPr lang="en-US" sz="800" smtClean="0">
                <a:solidFill>
                  <a:schemeClr val="bg1"/>
                </a:solidFill>
              </a:rPr>
              <a:pPr>
                <a:defRPr/>
              </a:pPr>
              <a:t>‹#›</a:t>
            </a:fld>
            <a:endParaRPr lang="en-US" sz="800" dirty="0">
              <a:solidFill>
                <a:schemeClr val="bg1"/>
              </a:solidFill>
            </a:endParaRPr>
          </a:p>
        </p:txBody>
      </p:sp>
      <p:sp>
        <p:nvSpPr>
          <p:cNvPr id="1031" name="Text Box 5"/>
          <p:cNvSpPr txBox="1">
            <a:spLocks noChangeArrowheads="1"/>
          </p:cNvSpPr>
          <p:nvPr userDrawn="1"/>
        </p:nvSpPr>
        <p:spPr bwMode="auto">
          <a:xfrm>
            <a:off x="95250" y="6478588"/>
            <a:ext cx="3302000" cy="477837"/>
          </a:xfrm>
          <a:prstGeom prst="rect">
            <a:avLst/>
          </a:prstGeom>
          <a:noFill/>
          <a:ln>
            <a:noFill/>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spcBef>
                <a:spcPct val="50000"/>
              </a:spcBef>
              <a:defRPr/>
            </a:pPr>
            <a:r>
              <a:rPr lang="en-US" sz="1000" dirty="0">
                <a:solidFill>
                  <a:schemeClr val="bg1"/>
                </a:solidFill>
              </a:rPr>
              <a:t>System Forensics, Investigation, and Response</a:t>
            </a:r>
          </a:p>
          <a:p>
            <a:pPr>
              <a:spcBef>
                <a:spcPct val="50000"/>
              </a:spcBef>
              <a:defRPr/>
            </a:pPr>
            <a:endParaRPr lang="en-US" sz="1000" dirty="0">
              <a:solidFill>
                <a:schemeClr val="bg1"/>
              </a:solidFill>
            </a:endParaRPr>
          </a:p>
        </p:txBody>
      </p:sp>
      <p:sp>
        <p:nvSpPr>
          <p:cNvPr id="8" name="TextBox 7"/>
          <p:cNvSpPr txBox="1"/>
          <p:nvPr userDrawn="1"/>
        </p:nvSpPr>
        <p:spPr>
          <a:xfrm>
            <a:off x="4136813" y="6396251"/>
            <a:ext cx="3095719" cy="41549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700" dirty="0">
                <a:solidFill>
                  <a:schemeClr val="accent5"/>
                </a:solidFill>
              </a:rPr>
              <a:t>© 2019 Jones and Bartlett </a:t>
            </a:r>
            <a:r>
              <a:rPr lang="en-US" sz="700" i="0" dirty="0">
                <a:solidFill>
                  <a:schemeClr val="accent5"/>
                </a:solidFill>
              </a:rPr>
              <a:t>Learning, LLC, an Ascend Learning Company </a:t>
            </a:r>
          </a:p>
          <a:p>
            <a:r>
              <a:rPr lang="en-US" sz="700" i="0" dirty="0">
                <a:solidFill>
                  <a:schemeClr val="accent5"/>
                </a:solidFill>
              </a:rPr>
              <a:t>www.jblearning.com</a:t>
            </a:r>
          </a:p>
          <a:p>
            <a:r>
              <a:rPr lang="en-US" sz="700" i="0" dirty="0">
                <a:solidFill>
                  <a:schemeClr val="accent5"/>
                </a:solidFill>
              </a:rPr>
              <a:t>All rights reserved.</a:t>
            </a:r>
          </a:p>
        </p:txBody>
      </p:sp>
    </p:spTree>
  </p:cSld>
  <p:clrMap bg1="lt1" tx1="dk1" bg2="lt2" tx2="dk2" accent1="accent1" accent2="accent2" accent3="accent3" accent4="accent4" accent5="accent5" accent6="accent6" hlink="hlink" folHlink="folHlink"/>
  <p:sldLayoutIdLst>
    <p:sldLayoutId id="2147484138" r:id="rId1"/>
    <p:sldLayoutId id="2147484137" r:id="rId2"/>
    <p:sldLayoutId id="2147484140" r:id="rId3"/>
  </p:sldLayoutIdLst>
  <p:txStyles>
    <p:titleStyle>
      <a:lvl1pPr algn="l" rtl="0" eaLnBrk="0" fontAlgn="base" hangingPunct="0">
        <a:spcBef>
          <a:spcPct val="0"/>
        </a:spcBef>
        <a:spcAft>
          <a:spcPct val="0"/>
        </a:spcAft>
        <a:defRPr sz="2400" b="1">
          <a:solidFill>
            <a:srgbClr val="00407A"/>
          </a:solidFill>
          <a:latin typeface="+mj-lt"/>
          <a:ea typeface="+mj-ea"/>
          <a:cs typeface="+mj-cs"/>
        </a:defRPr>
      </a:lvl1pPr>
      <a:lvl2pPr algn="l" rtl="0" eaLnBrk="0" fontAlgn="base" hangingPunct="0">
        <a:spcBef>
          <a:spcPct val="0"/>
        </a:spcBef>
        <a:spcAft>
          <a:spcPct val="0"/>
        </a:spcAft>
        <a:defRPr sz="2400" b="1">
          <a:solidFill>
            <a:srgbClr val="00407A"/>
          </a:solidFill>
          <a:latin typeface="Arial" charset="0"/>
        </a:defRPr>
      </a:lvl2pPr>
      <a:lvl3pPr algn="l" rtl="0" eaLnBrk="0" fontAlgn="base" hangingPunct="0">
        <a:spcBef>
          <a:spcPct val="0"/>
        </a:spcBef>
        <a:spcAft>
          <a:spcPct val="0"/>
        </a:spcAft>
        <a:defRPr sz="2400" b="1">
          <a:solidFill>
            <a:srgbClr val="00407A"/>
          </a:solidFill>
          <a:latin typeface="Arial" charset="0"/>
        </a:defRPr>
      </a:lvl3pPr>
      <a:lvl4pPr algn="l" rtl="0" eaLnBrk="0" fontAlgn="base" hangingPunct="0">
        <a:spcBef>
          <a:spcPct val="0"/>
        </a:spcBef>
        <a:spcAft>
          <a:spcPct val="0"/>
        </a:spcAft>
        <a:defRPr sz="2400" b="1">
          <a:solidFill>
            <a:srgbClr val="00407A"/>
          </a:solidFill>
          <a:latin typeface="Arial" charset="0"/>
        </a:defRPr>
      </a:lvl4pPr>
      <a:lvl5pPr algn="l" rtl="0" eaLnBrk="0" fontAlgn="base" hangingPunct="0">
        <a:spcBef>
          <a:spcPct val="0"/>
        </a:spcBef>
        <a:spcAft>
          <a:spcPct val="0"/>
        </a:spcAft>
        <a:defRPr sz="2400" b="1">
          <a:solidFill>
            <a:srgbClr val="00407A"/>
          </a:solidFill>
          <a:latin typeface="Arial" charset="0"/>
        </a:defRPr>
      </a:lvl5pPr>
      <a:lvl6pPr marL="457200" algn="l" rtl="0" eaLnBrk="0" fontAlgn="base" hangingPunct="0">
        <a:spcBef>
          <a:spcPct val="0"/>
        </a:spcBef>
        <a:spcAft>
          <a:spcPct val="0"/>
        </a:spcAft>
        <a:defRPr sz="3800" b="1">
          <a:solidFill>
            <a:srgbClr val="00407A"/>
          </a:solidFill>
          <a:latin typeface="Arial" charset="0"/>
        </a:defRPr>
      </a:lvl6pPr>
      <a:lvl7pPr marL="914400" algn="l" rtl="0" eaLnBrk="0" fontAlgn="base" hangingPunct="0">
        <a:spcBef>
          <a:spcPct val="0"/>
        </a:spcBef>
        <a:spcAft>
          <a:spcPct val="0"/>
        </a:spcAft>
        <a:defRPr sz="3800" b="1">
          <a:solidFill>
            <a:srgbClr val="00407A"/>
          </a:solidFill>
          <a:latin typeface="Arial" charset="0"/>
        </a:defRPr>
      </a:lvl7pPr>
      <a:lvl8pPr marL="1371600" algn="l" rtl="0" eaLnBrk="0" fontAlgn="base" hangingPunct="0">
        <a:spcBef>
          <a:spcPct val="0"/>
        </a:spcBef>
        <a:spcAft>
          <a:spcPct val="0"/>
        </a:spcAft>
        <a:defRPr sz="3800" b="1">
          <a:solidFill>
            <a:srgbClr val="00407A"/>
          </a:solidFill>
          <a:latin typeface="Arial" charset="0"/>
        </a:defRPr>
      </a:lvl8pPr>
      <a:lvl9pPr marL="1828800" algn="l" rtl="0" eaLnBrk="0" fontAlgn="base" hangingPunct="0">
        <a:spcBef>
          <a:spcPct val="0"/>
        </a:spcBef>
        <a:spcAft>
          <a:spcPct val="0"/>
        </a:spcAft>
        <a:defRPr sz="3800" b="1">
          <a:solidFill>
            <a:srgbClr val="00407A"/>
          </a:solidFill>
          <a:latin typeface="Arial" charset="0"/>
        </a:defRPr>
      </a:lvl9pPr>
    </p:titleStyle>
    <p:bodyStyle>
      <a:lvl1pPr marL="233363" indent="-233363" algn="l" rtl="0" eaLnBrk="0" fontAlgn="base" hangingPunct="0">
        <a:spcBef>
          <a:spcPct val="20000"/>
        </a:spcBef>
        <a:spcAft>
          <a:spcPct val="0"/>
        </a:spcAft>
        <a:buClr>
          <a:srgbClr val="ED6E2E"/>
        </a:buClr>
        <a:buFont typeface="Wingdings" pitchFamily="2" charset="2"/>
        <a:buChar char="§"/>
        <a:defRPr>
          <a:solidFill>
            <a:schemeClr val="tx1"/>
          </a:solidFill>
          <a:latin typeface="+mn-lt"/>
          <a:ea typeface="+mn-ea"/>
          <a:cs typeface="+mn-cs"/>
        </a:defRPr>
      </a:lvl1pPr>
      <a:lvl2pPr marL="687388" indent="-231775" algn="l" rtl="0" eaLnBrk="0" fontAlgn="base" hangingPunct="0">
        <a:spcBef>
          <a:spcPct val="20000"/>
        </a:spcBef>
        <a:spcAft>
          <a:spcPct val="0"/>
        </a:spcAft>
        <a:buClr>
          <a:srgbClr val="ED6E2E"/>
        </a:buClr>
        <a:buSzPct val="85000"/>
        <a:buFont typeface="Times"/>
        <a:buChar char="•"/>
        <a:defRPr sz="1600">
          <a:solidFill>
            <a:schemeClr val="tx1"/>
          </a:solidFill>
          <a:latin typeface="+mn-lt"/>
        </a:defRPr>
      </a:lvl2pPr>
      <a:lvl3pPr marL="1143000" indent="-228600" algn="l" rtl="0" eaLnBrk="0" fontAlgn="base" hangingPunct="0">
        <a:spcBef>
          <a:spcPct val="20000"/>
        </a:spcBef>
        <a:spcAft>
          <a:spcPct val="0"/>
        </a:spcAft>
        <a:buClr>
          <a:srgbClr val="ED6E2E"/>
        </a:buClr>
        <a:buChar char="-"/>
        <a:defRPr sz="1400">
          <a:solidFill>
            <a:schemeClr val="tx1"/>
          </a:solidFill>
          <a:latin typeface="+mn-lt"/>
        </a:defRPr>
      </a:lvl3pPr>
      <a:lvl4pPr marL="1544638" indent="-173038" algn="l" rtl="0" eaLnBrk="0" fontAlgn="base" hangingPunct="0">
        <a:spcBef>
          <a:spcPct val="20000"/>
        </a:spcBef>
        <a:spcAft>
          <a:spcPct val="0"/>
        </a:spcAft>
        <a:buClr>
          <a:srgbClr val="ED6E2E"/>
        </a:buClr>
        <a:buSzPct val="90000"/>
        <a:buChar char="›"/>
        <a:defRPr sz="1200">
          <a:solidFill>
            <a:schemeClr val="tx1"/>
          </a:solidFill>
          <a:latin typeface="+mn-lt"/>
        </a:defRPr>
      </a:lvl4pPr>
      <a:lvl5pPr marL="2052638" indent="-222250" algn="l" rtl="0" eaLnBrk="0" fontAlgn="base" hangingPunct="0">
        <a:spcBef>
          <a:spcPct val="20000"/>
        </a:spcBef>
        <a:spcAft>
          <a:spcPct val="0"/>
        </a:spcAft>
        <a:buClr>
          <a:srgbClr val="ED6E2E"/>
        </a:buClr>
        <a:buChar char="-"/>
        <a:defRPr sz="1000">
          <a:solidFill>
            <a:schemeClr val="tx1"/>
          </a:solidFill>
          <a:latin typeface="+mn-lt"/>
        </a:defRPr>
      </a:lvl5pPr>
      <a:lvl6pPr marL="2509838" indent="-222250" algn="l" rtl="0" eaLnBrk="0" fontAlgn="base" hangingPunct="0">
        <a:spcBef>
          <a:spcPct val="20000"/>
        </a:spcBef>
        <a:spcAft>
          <a:spcPct val="0"/>
        </a:spcAft>
        <a:buClr>
          <a:srgbClr val="ED6E2E"/>
        </a:buClr>
        <a:buChar char="-"/>
        <a:defRPr sz="1600">
          <a:solidFill>
            <a:schemeClr val="tx1"/>
          </a:solidFill>
          <a:latin typeface="+mn-lt"/>
        </a:defRPr>
      </a:lvl6pPr>
      <a:lvl7pPr marL="2967038" indent="-222250" algn="l" rtl="0" eaLnBrk="0" fontAlgn="base" hangingPunct="0">
        <a:spcBef>
          <a:spcPct val="20000"/>
        </a:spcBef>
        <a:spcAft>
          <a:spcPct val="0"/>
        </a:spcAft>
        <a:buClr>
          <a:srgbClr val="ED6E2E"/>
        </a:buClr>
        <a:buChar char="-"/>
        <a:defRPr sz="1600">
          <a:solidFill>
            <a:schemeClr val="tx1"/>
          </a:solidFill>
          <a:latin typeface="+mn-lt"/>
        </a:defRPr>
      </a:lvl7pPr>
      <a:lvl8pPr marL="3424238" indent="-222250" algn="l" rtl="0" eaLnBrk="0" fontAlgn="base" hangingPunct="0">
        <a:spcBef>
          <a:spcPct val="20000"/>
        </a:spcBef>
        <a:spcAft>
          <a:spcPct val="0"/>
        </a:spcAft>
        <a:buClr>
          <a:srgbClr val="ED6E2E"/>
        </a:buClr>
        <a:buChar char="-"/>
        <a:defRPr sz="1600">
          <a:solidFill>
            <a:schemeClr val="tx1"/>
          </a:solidFill>
          <a:latin typeface="+mn-lt"/>
        </a:defRPr>
      </a:lvl8pPr>
      <a:lvl9pPr marL="3881438" indent="-222250" algn="l" rtl="0" eaLnBrk="0" fontAlgn="base" hangingPunct="0">
        <a:spcBef>
          <a:spcPct val="20000"/>
        </a:spcBef>
        <a:spcAft>
          <a:spcPct val="0"/>
        </a:spcAft>
        <a:buClr>
          <a:srgbClr val="ED6E2E"/>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3"/>
          <p:cNvSpPr>
            <a:spLocks noGrp="1"/>
          </p:cNvSpPr>
          <p:nvPr>
            <p:ph type="subTitle" idx="1"/>
          </p:nvPr>
        </p:nvSpPr>
        <p:spPr>
          <a:xfrm>
            <a:off x="401638" y="2133600"/>
            <a:ext cx="8053387" cy="3588675"/>
          </a:xfrm>
        </p:spPr>
        <p:txBody>
          <a:bodyPr/>
          <a:lstStyle/>
          <a:p>
            <a:pPr algn="ctr"/>
            <a:r>
              <a:rPr lang="en-US" sz="4000" b="1" dirty="0"/>
              <a:t>System Forensics, Investigation, and Response</a:t>
            </a:r>
          </a:p>
          <a:p>
            <a:pPr algn="ctr"/>
            <a:endParaRPr lang="en-US" b="1" dirty="0"/>
          </a:p>
          <a:p>
            <a:pPr algn="ctr"/>
            <a:r>
              <a:rPr lang="en-US" b="1" dirty="0"/>
              <a:t>Lesson 4</a:t>
            </a:r>
          </a:p>
          <a:p>
            <a:pPr algn="ctr"/>
            <a:r>
              <a:rPr lang="en-US" b="1" dirty="0"/>
              <a:t>Collecting, Seizing, and Protecting Evidence</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Learning Objective</a:t>
            </a:r>
          </a:p>
        </p:txBody>
      </p:sp>
      <p:sp>
        <p:nvSpPr>
          <p:cNvPr id="6147" name="Content Placeholder 2"/>
          <p:cNvSpPr>
            <a:spLocks noGrp="1"/>
          </p:cNvSpPr>
          <p:nvPr>
            <p:ph idx="1"/>
          </p:nvPr>
        </p:nvSpPr>
        <p:spPr>
          <a:xfrm>
            <a:off x="539750" y="1419367"/>
            <a:ext cx="8299450" cy="4326340"/>
          </a:xfrm>
        </p:spPr>
        <p:txBody>
          <a:bodyPr/>
          <a:lstStyle/>
          <a:p>
            <a:r>
              <a:rPr lang="en-US" sz="2800" dirty="0"/>
              <a:t>Outline the proper approach to collecting, seizing, and protecting evidence.</a:t>
            </a:r>
            <a:endParaRPr lang="en-US" sz="1000" dirty="0"/>
          </a:p>
          <a:p>
            <a:endParaRPr lang="en-US" sz="28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539750" y="304800"/>
            <a:ext cx="8299450" cy="1219200"/>
          </a:xfrm>
        </p:spPr>
        <p:txBody>
          <a:bodyPr/>
          <a:lstStyle/>
          <a:p>
            <a:r>
              <a:rPr lang="en-US" sz="4000" dirty="0"/>
              <a:t>Key Concepts</a:t>
            </a:r>
          </a:p>
        </p:txBody>
      </p:sp>
      <p:sp>
        <p:nvSpPr>
          <p:cNvPr id="6147" name="Content Placeholder 2"/>
          <p:cNvSpPr>
            <a:spLocks noGrp="1"/>
          </p:cNvSpPr>
          <p:nvPr>
            <p:ph idx="1"/>
          </p:nvPr>
        </p:nvSpPr>
        <p:spPr>
          <a:xfrm>
            <a:off x="539750" y="1364776"/>
            <a:ext cx="8299450" cy="4326340"/>
          </a:xfrm>
        </p:spPr>
        <p:txBody>
          <a:bodyPr/>
          <a:lstStyle/>
          <a:p>
            <a:pPr lvl="0"/>
            <a:r>
              <a:rPr lang="en-US" sz="2800" dirty="0"/>
              <a:t>Proper forensic procedure</a:t>
            </a:r>
          </a:p>
          <a:p>
            <a:pPr lvl="0"/>
            <a:r>
              <a:rPr lang="en-US" sz="2800" dirty="0"/>
              <a:t>Evidence handling </a:t>
            </a:r>
          </a:p>
          <a:p>
            <a:pPr lvl="0"/>
            <a:r>
              <a:rPr lang="en-US" sz="2800" dirty="0"/>
              <a:t>Storage formats</a:t>
            </a:r>
          </a:p>
          <a:p>
            <a:pPr lvl="0"/>
            <a:r>
              <a:rPr lang="en-US" sz="2800" dirty="0"/>
              <a:t>Forensically imaging a drive</a:t>
            </a:r>
          </a:p>
          <a:p>
            <a:r>
              <a:rPr lang="en-US" sz="2800" dirty="0"/>
              <a:t>RAID acquisitions </a:t>
            </a:r>
            <a:endParaRPr lang="en-US" sz="3200" b="1" dirty="0"/>
          </a:p>
          <a:p>
            <a:endParaRPr lang="en-US" sz="2800" dirty="0"/>
          </a:p>
        </p:txBody>
      </p:sp>
    </p:spTree>
    <p:extLst>
      <p:ext uri="{BB962C8B-B14F-4D97-AF65-F5344CB8AC3E}">
        <p14:creationId xmlns:p14="http://schemas.microsoft.com/office/powerpoint/2010/main" val="383598492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t>Proper Procedure Overview</a:t>
            </a:r>
            <a:endParaRPr lang="en-US" sz="4000" dirty="0">
              <a:solidFill>
                <a:schemeClr val="tx2"/>
              </a:solidFill>
            </a:endParaRPr>
          </a:p>
        </p:txBody>
      </p:sp>
      <p:graphicFrame>
        <p:nvGraphicFramePr>
          <p:cNvPr id="7" name="Diagram 6"/>
          <p:cNvGraphicFramePr/>
          <p:nvPr>
            <p:extLst>
              <p:ext uri="{D42A27DB-BD31-4B8C-83A1-F6EECF244321}">
                <p14:modId xmlns:p14="http://schemas.microsoft.com/office/powerpoint/2010/main" val="1332641192"/>
              </p:ext>
            </p:extLst>
          </p:nvPr>
        </p:nvGraphicFramePr>
        <p:xfrm>
          <a:off x="682388" y="1403269"/>
          <a:ext cx="7902054" cy="44251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579069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Shutting Down the Computer</a:t>
            </a:r>
          </a:p>
        </p:txBody>
      </p:sp>
      <p:sp>
        <p:nvSpPr>
          <p:cNvPr id="11267" name="Content Placeholder 2"/>
          <p:cNvSpPr>
            <a:spLocks noGrp="1"/>
          </p:cNvSpPr>
          <p:nvPr>
            <p:ph idx="1"/>
          </p:nvPr>
        </p:nvSpPr>
        <p:spPr>
          <a:xfrm>
            <a:off x="539750" y="1214650"/>
            <a:ext cx="8299450" cy="4885899"/>
          </a:xfrm>
        </p:spPr>
        <p:txBody>
          <a:bodyPr/>
          <a:lstStyle/>
          <a:p>
            <a:r>
              <a:rPr lang="en-US" sz="3200" dirty="0"/>
              <a:t>Before you shut the computer down:</a:t>
            </a:r>
          </a:p>
          <a:p>
            <a:pPr lvl="1"/>
            <a:r>
              <a:rPr lang="en-US" sz="3000" dirty="0"/>
              <a:t>Check for running processes</a:t>
            </a:r>
          </a:p>
          <a:p>
            <a:pPr lvl="2"/>
            <a:r>
              <a:rPr lang="en-US" sz="2800" dirty="0"/>
              <a:t>In Windows, use Task Manager </a:t>
            </a:r>
          </a:p>
          <a:p>
            <a:pPr lvl="1"/>
            <a:r>
              <a:rPr lang="en-US" sz="3000" dirty="0"/>
              <a:t>Take a picture of the screen for your records</a:t>
            </a:r>
          </a:p>
          <a:p>
            <a:pPr lvl="1"/>
            <a:r>
              <a:rPr lang="en-US" sz="3000" dirty="0"/>
              <a:t>Check for live connections to the system:</a:t>
            </a:r>
          </a:p>
          <a:p>
            <a:pPr lvl="2"/>
            <a:r>
              <a:rPr lang="en-US" sz="2800">
                <a:latin typeface="Courier New" pitchFamily="49" charset="0"/>
                <a:cs typeface="Courier New" pitchFamily="49" charset="0"/>
              </a:rPr>
              <a:t>netstat</a:t>
            </a:r>
            <a:endParaRPr lang="en-US" sz="2800" dirty="0">
              <a:latin typeface="Courier New" pitchFamily="49" charset="0"/>
              <a:cs typeface="Courier New" pitchFamily="49" charset="0"/>
            </a:endParaRPr>
          </a:p>
          <a:p>
            <a:pPr lvl="2"/>
            <a:r>
              <a:rPr lang="en-US" sz="2800" dirty="0">
                <a:latin typeface="Courier New" pitchFamily="49" charset="0"/>
                <a:cs typeface="Courier New" pitchFamily="49" charset="0"/>
              </a:rPr>
              <a:t>net sessions</a:t>
            </a:r>
          </a:p>
          <a:p>
            <a:pPr lvl="2"/>
            <a:r>
              <a:rPr lang="en-US" sz="2800" dirty="0">
                <a:latin typeface="Courier New" pitchFamily="49" charset="0"/>
                <a:cs typeface="Courier New" pitchFamily="49" charset="0"/>
              </a:rPr>
              <a:t>open files </a:t>
            </a:r>
            <a:r>
              <a:rPr lang="en-US" sz="2800" dirty="0"/>
              <a:t>(critical to run)</a:t>
            </a:r>
          </a:p>
          <a:p>
            <a:endParaRPr lang="en-US" sz="3200" dirty="0"/>
          </a:p>
        </p:txBody>
      </p:sp>
    </p:spTree>
    <p:extLst>
      <p:ext uri="{BB962C8B-B14F-4D97-AF65-F5344CB8AC3E}">
        <p14:creationId xmlns:p14="http://schemas.microsoft.com/office/powerpoint/2010/main" val="1828494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Task Manager Running Processes</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59876" y="1645738"/>
            <a:ext cx="4943958" cy="4339791"/>
          </a:xfrm>
        </p:spPr>
      </p:pic>
    </p:spTree>
    <p:extLst>
      <p:ext uri="{BB962C8B-B14F-4D97-AF65-F5344CB8AC3E}">
        <p14:creationId xmlns:p14="http://schemas.microsoft.com/office/powerpoint/2010/main" val="149712074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latin typeface="Courier New" pitchFamily="49" charset="0"/>
                <a:cs typeface="Courier New" pitchFamily="49" charset="0"/>
              </a:rPr>
              <a:t>netstat</a:t>
            </a:r>
            <a:r>
              <a:rPr lang="en-US" sz="4000" dirty="0">
                <a:solidFill>
                  <a:schemeClr val="tx2"/>
                </a:solidFill>
              </a:rPr>
              <a:t> Command</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07129" y="1255640"/>
            <a:ext cx="7326055" cy="4766787"/>
          </a:xfrm>
        </p:spPr>
      </p:pic>
    </p:spTree>
    <p:extLst>
      <p:ext uri="{BB962C8B-B14F-4D97-AF65-F5344CB8AC3E}">
        <p14:creationId xmlns:p14="http://schemas.microsoft.com/office/powerpoint/2010/main" val="332438647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latin typeface="Courier New" pitchFamily="49" charset="0"/>
                <a:cs typeface="Courier New" pitchFamily="49" charset="0"/>
              </a:rPr>
              <a:t>net sessions </a:t>
            </a:r>
            <a:r>
              <a:rPr lang="en-US" sz="4000" dirty="0">
                <a:solidFill>
                  <a:schemeClr val="tx2"/>
                </a:solidFill>
              </a:rPr>
              <a:t>Command</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88232" y="2019869"/>
            <a:ext cx="8202486" cy="2977800"/>
          </a:xfrm>
        </p:spPr>
      </p:pic>
    </p:spTree>
    <p:extLst>
      <p:ext uri="{BB962C8B-B14F-4D97-AF65-F5344CB8AC3E}">
        <p14:creationId xmlns:p14="http://schemas.microsoft.com/office/powerpoint/2010/main" val="282411188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latin typeface="Courier New" pitchFamily="49" charset="0"/>
                <a:cs typeface="Courier New" pitchFamily="49" charset="0"/>
              </a:rPr>
              <a:t>openfiles</a:t>
            </a:r>
            <a:r>
              <a:rPr lang="en-US" sz="4000" dirty="0">
                <a:solidFill>
                  <a:schemeClr val="tx2"/>
                </a:solidFill>
              </a:rPr>
              <a:t> Command</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49187" y="1224496"/>
            <a:ext cx="7327540" cy="4649701"/>
          </a:xfrm>
        </p:spPr>
      </p:pic>
    </p:spTree>
    <p:extLst>
      <p:ext uri="{BB962C8B-B14F-4D97-AF65-F5344CB8AC3E}">
        <p14:creationId xmlns:p14="http://schemas.microsoft.com/office/powerpoint/2010/main" val="20203490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System Memory with OSForensics</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4234" y="1997718"/>
            <a:ext cx="7850481" cy="3610602"/>
          </a:xfrm>
        </p:spPr>
      </p:pic>
    </p:spTree>
    <p:extLst>
      <p:ext uri="{BB962C8B-B14F-4D97-AF65-F5344CB8AC3E}">
        <p14:creationId xmlns:p14="http://schemas.microsoft.com/office/powerpoint/2010/main" val="128001800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476250"/>
          </a:xfrm>
        </p:spPr>
        <p:txBody>
          <a:bodyPr/>
          <a:lstStyle/>
          <a:p>
            <a:r>
              <a:rPr lang="en-US" sz="4000" dirty="0">
                <a:solidFill>
                  <a:schemeClr val="tx2"/>
                </a:solidFill>
              </a:rPr>
              <a:t>Transporting the Computer</a:t>
            </a:r>
          </a:p>
        </p:txBody>
      </p:sp>
      <p:sp>
        <p:nvSpPr>
          <p:cNvPr id="13315" name="Content Placeholder 2"/>
          <p:cNvSpPr>
            <a:spLocks noGrp="1"/>
          </p:cNvSpPr>
          <p:nvPr>
            <p:ph idx="1"/>
          </p:nvPr>
        </p:nvSpPr>
        <p:spPr>
          <a:xfrm>
            <a:off x="539750" y="1378424"/>
            <a:ext cx="8299450" cy="4342926"/>
          </a:xfrm>
        </p:spPr>
        <p:txBody>
          <a:bodyPr/>
          <a:lstStyle/>
          <a:p>
            <a:r>
              <a:rPr lang="en-US" sz="3200" dirty="0"/>
              <a:t>Keep evidence in possession or control at all times</a:t>
            </a:r>
          </a:p>
          <a:p>
            <a:r>
              <a:rPr lang="en-US" sz="3200" dirty="0"/>
              <a:t>Document movement of evidence between investigators</a:t>
            </a:r>
          </a:p>
          <a:p>
            <a:r>
              <a:rPr lang="en-US" sz="3200" dirty="0"/>
              <a:t>Secure evidence appropriately so it can’t be tampered with or corrupted</a:t>
            </a:r>
          </a:p>
          <a:p>
            <a:r>
              <a:rPr lang="en-US" sz="3200" dirty="0"/>
              <a:t>Lock in a vehicle</a:t>
            </a:r>
          </a:p>
          <a:p>
            <a:r>
              <a:rPr lang="en-US" sz="3200" dirty="0"/>
              <a:t>Drive vehicle directly to lab</a:t>
            </a:r>
          </a:p>
        </p:txBody>
      </p:sp>
      <p:pic>
        <p:nvPicPr>
          <p:cNvPr id="13316" name="Picture 4" descr="C:\Users\Jack\AppData\Local\Microsoft\Windows\Temporary Internet Files\Content.IE5\WZN4BOH1\MC900303935[1].wmf"/>
          <p:cNvPicPr>
            <a:picLocks noChangeAspect="1" noChangeArrowheads="1"/>
          </p:cNvPicPr>
          <p:nvPr/>
        </p:nvPicPr>
        <p:blipFill>
          <a:blip r:embed="rId3" cstate="print"/>
          <a:srcRect/>
          <a:stretch>
            <a:fillRect/>
          </a:stretch>
        </p:blipFill>
        <p:spPr bwMode="auto">
          <a:xfrm>
            <a:off x="6141493" y="4247955"/>
            <a:ext cx="1120562" cy="1197515"/>
          </a:xfrm>
          <a:prstGeom prst="rect">
            <a:avLst/>
          </a:prstGeom>
          <a:noFill/>
          <a:ln w="9525">
            <a:noFill/>
            <a:miter lim="800000"/>
            <a:headEnd/>
            <a:tailEnd/>
          </a:ln>
        </p:spPr>
      </p:pic>
      <p:pic>
        <p:nvPicPr>
          <p:cNvPr id="1026" name="Picture 2" descr="C:\Users\Kim\AppData\Local\Microsoft\Windows\Temporary Internet Files\Content.IE5\WE1HY378\MC900241031[1].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13280" y="4846538"/>
            <a:ext cx="1125920" cy="1197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10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476250"/>
          </a:xfrm>
        </p:spPr>
        <p:txBody>
          <a:bodyPr/>
          <a:lstStyle/>
          <a:p>
            <a:r>
              <a:rPr lang="en-US" sz="4000" dirty="0">
                <a:solidFill>
                  <a:schemeClr val="tx2"/>
                </a:solidFill>
              </a:rPr>
              <a:t>Preparing the System</a:t>
            </a:r>
          </a:p>
        </p:txBody>
      </p:sp>
      <p:sp>
        <p:nvSpPr>
          <p:cNvPr id="13315" name="Content Placeholder 2"/>
          <p:cNvSpPr>
            <a:spLocks noGrp="1"/>
          </p:cNvSpPr>
          <p:nvPr>
            <p:ph idx="1"/>
          </p:nvPr>
        </p:nvSpPr>
        <p:spPr>
          <a:xfrm>
            <a:off x="539750" y="1378424"/>
            <a:ext cx="8299450" cy="4342926"/>
          </a:xfrm>
        </p:spPr>
        <p:txBody>
          <a:bodyPr/>
          <a:lstStyle/>
          <a:p>
            <a:r>
              <a:rPr lang="en-US" sz="3200" dirty="0"/>
              <a:t>For suspect computers:</a:t>
            </a:r>
          </a:p>
          <a:p>
            <a:pPr lvl="1"/>
            <a:r>
              <a:rPr lang="en-US" sz="3000" dirty="0"/>
              <a:t>Remove the drive(s)</a:t>
            </a:r>
          </a:p>
          <a:p>
            <a:pPr lvl="1"/>
            <a:r>
              <a:rPr lang="en-US" sz="3000" dirty="0"/>
              <a:t>Create an evidence form and/or a chain of custody form</a:t>
            </a:r>
          </a:p>
          <a:p>
            <a:r>
              <a:rPr lang="en-US" sz="3200" dirty="0"/>
              <a:t>For mobile devices:</a:t>
            </a:r>
          </a:p>
          <a:p>
            <a:pPr lvl="1"/>
            <a:r>
              <a:rPr lang="en-US" sz="3000" dirty="0"/>
              <a:t>Remove SIM card, if necessary</a:t>
            </a:r>
          </a:p>
          <a:p>
            <a:pPr lvl="1"/>
            <a:r>
              <a:rPr lang="en-US" sz="3000" dirty="0"/>
              <a:t>Some devices let you dock the phone examine it without removing SIM</a:t>
            </a:r>
          </a:p>
          <a:p>
            <a:pPr marL="455613" lvl="1" indent="0">
              <a:buNone/>
            </a:pPr>
            <a:endParaRPr lang="en-US" sz="3000" dirty="0"/>
          </a:p>
        </p:txBody>
      </p:sp>
    </p:spTree>
    <p:extLst>
      <p:ext uri="{BB962C8B-B14F-4D97-AF65-F5344CB8AC3E}">
        <p14:creationId xmlns:p14="http://schemas.microsoft.com/office/powerpoint/2010/main" val="200093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Evidence Form</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18968" y="1191456"/>
            <a:ext cx="4175593" cy="4711429"/>
          </a:xfrm>
          <a:ln w="25400">
            <a:noFill/>
          </a:ln>
        </p:spPr>
      </p:pic>
      <p:sp>
        <p:nvSpPr>
          <p:cNvPr id="4" name="TextBox 3"/>
          <p:cNvSpPr txBox="1"/>
          <p:nvPr/>
        </p:nvSpPr>
        <p:spPr>
          <a:xfrm rot="5400000">
            <a:off x="5984465" y="5139380"/>
            <a:ext cx="1670849" cy="230832"/>
          </a:xfrm>
          <a:prstGeom prst="rect">
            <a:avLst/>
          </a:prstGeom>
          <a:noFill/>
        </p:spPr>
        <p:txBody>
          <a:bodyPr wrap="square" rtlCol="0">
            <a:spAutoFit/>
          </a:bodyPr>
          <a:lstStyle/>
          <a:p>
            <a:r>
              <a:rPr lang="en-US" sz="900" dirty="0">
                <a:solidFill>
                  <a:schemeClr val="bg1">
                    <a:lumMod val="75000"/>
                  </a:schemeClr>
                </a:solidFill>
              </a:rPr>
              <a:t>© Jones &amp; Bartlett Learning</a:t>
            </a:r>
          </a:p>
        </p:txBody>
      </p:sp>
    </p:spTree>
    <p:extLst>
      <p:ext uri="{BB962C8B-B14F-4D97-AF65-F5344CB8AC3E}">
        <p14:creationId xmlns:p14="http://schemas.microsoft.com/office/powerpoint/2010/main" val="49943096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Chain of Custody Form</a:t>
            </a:r>
          </a:p>
        </p:txBody>
      </p:sp>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47144" y="1686297"/>
            <a:ext cx="7658610" cy="3728534"/>
          </a:xfrm>
        </p:spPr>
      </p:pic>
      <p:sp>
        <p:nvSpPr>
          <p:cNvPr id="8" name="TextBox 7"/>
          <p:cNvSpPr txBox="1"/>
          <p:nvPr/>
        </p:nvSpPr>
        <p:spPr>
          <a:xfrm rot="5400000">
            <a:off x="7797737" y="3809344"/>
            <a:ext cx="1670849" cy="230832"/>
          </a:xfrm>
          <a:prstGeom prst="rect">
            <a:avLst/>
          </a:prstGeom>
          <a:noFill/>
        </p:spPr>
        <p:txBody>
          <a:bodyPr wrap="square" rtlCol="0">
            <a:spAutoFit/>
          </a:bodyPr>
          <a:lstStyle/>
          <a:p>
            <a:r>
              <a:rPr lang="en-US" sz="900" dirty="0">
                <a:solidFill>
                  <a:schemeClr val="bg1">
                    <a:lumMod val="75000"/>
                  </a:schemeClr>
                </a:solidFill>
              </a:rPr>
              <a:t>© Jones &amp; Bartlett Learning</a:t>
            </a:r>
          </a:p>
        </p:txBody>
      </p:sp>
    </p:spTree>
    <p:extLst>
      <p:ext uri="{BB962C8B-B14F-4D97-AF65-F5344CB8AC3E}">
        <p14:creationId xmlns:p14="http://schemas.microsoft.com/office/powerpoint/2010/main" val="232607995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476250"/>
          </a:xfrm>
        </p:spPr>
        <p:txBody>
          <a:bodyPr/>
          <a:lstStyle/>
          <a:p>
            <a:r>
              <a:rPr lang="en-US" sz="4000" dirty="0">
                <a:solidFill>
                  <a:schemeClr val="tx2"/>
                </a:solidFill>
              </a:rPr>
              <a:t>Documenting the Hardware Configuration of the System</a:t>
            </a:r>
          </a:p>
        </p:txBody>
      </p:sp>
      <p:sp>
        <p:nvSpPr>
          <p:cNvPr id="13315" name="Content Placeholder 2"/>
          <p:cNvSpPr>
            <a:spLocks noGrp="1"/>
          </p:cNvSpPr>
          <p:nvPr>
            <p:ph idx="1"/>
          </p:nvPr>
        </p:nvSpPr>
        <p:spPr>
          <a:xfrm>
            <a:off x="539750" y="1965277"/>
            <a:ext cx="8299450" cy="4148919"/>
          </a:xfrm>
        </p:spPr>
        <p:txBody>
          <a:bodyPr/>
          <a:lstStyle/>
          <a:p>
            <a:r>
              <a:rPr lang="en-US" sz="3200" dirty="0"/>
              <a:t>Before dismantling the computer:</a:t>
            </a:r>
          </a:p>
          <a:p>
            <a:pPr lvl="1"/>
            <a:r>
              <a:rPr lang="en-US" sz="3000" dirty="0"/>
              <a:t>Take pictures of computer from all angles</a:t>
            </a:r>
          </a:p>
          <a:p>
            <a:pPr lvl="1"/>
            <a:r>
              <a:rPr lang="en-US" sz="3000" dirty="0"/>
              <a:t>Record BIOS system time and date in chain of custody form</a:t>
            </a:r>
          </a:p>
          <a:p>
            <a:r>
              <a:rPr lang="en-US" sz="3200" dirty="0"/>
              <a:t>After restoring power:</a:t>
            </a:r>
          </a:p>
          <a:p>
            <a:pPr lvl="1"/>
            <a:r>
              <a:rPr lang="en-US" sz="3000" dirty="0"/>
              <a:t>Eject all removable media and fill out a separate chain of custody form for each</a:t>
            </a:r>
          </a:p>
          <a:p>
            <a:endParaRPr lang="en-US" sz="3000" dirty="0"/>
          </a:p>
        </p:txBody>
      </p:sp>
    </p:spTree>
    <p:extLst>
      <p:ext uri="{BB962C8B-B14F-4D97-AF65-F5344CB8AC3E}">
        <p14:creationId xmlns:p14="http://schemas.microsoft.com/office/powerpoint/2010/main" val="1518248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476250"/>
          </a:xfrm>
        </p:spPr>
        <p:txBody>
          <a:bodyPr/>
          <a:lstStyle/>
          <a:p>
            <a:r>
              <a:rPr lang="en-US" sz="4000" dirty="0">
                <a:solidFill>
                  <a:schemeClr val="tx2"/>
                </a:solidFill>
              </a:rPr>
              <a:t>Mathematically Authenticating Data on All Storage Devices</a:t>
            </a:r>
          </a:p>
        </p:txBody>
      </p:sp>
      <p:sp>
        <p:nvSpPr>
          <p:cNvPr id="13315" name="Content Placeholder 2"/>
          <p:cNvSpPr>
            <a:spLocks noGrp="1"/>
          </p:cNvSpPr>
          <p:nvPr>
            <p:ph idx="1"/>
          </p:nvPr>
        </p:nvSpPr>
        <p:spPr>
          <a:xfrm>
            <a:off x="539750" y="1965277"/>
            <a:ext cx="8299450" cy="4148919"/>
          </a:xfrm>
        </p:spPr>
        <p:txBody>
          <a:bodyPr/>
          <a:lstStyle/>
          <a:p>
            <a:r>
              <a:rPr lang="en-US" sz="3200" dirty="0"/>
              <a:t>After imaging drive, create a hash of the original and the copy</a:t>
            </a:r>
          </a:p>
          <a:p>
            <a:r>
              <a:rPr lang="en-US" sz="3200" dirty="0"/>
              <a:t>Compare the hashes</a:t>
            </a:r>
          </a:p>
          <a:p>
            <a:r>
              <a:rPr lang="en-US" sz="3200" dirty="0"/>
              <a:t>If they don't match exactly, something was altered</a:t>
            </a:r>
          </a:p>
          <a:p>
            <a:r>
              <a:rPr lang="en-US" sz="3200" dirty="0"/>
              <a:t>Document hashing algorithm used and results</a:t>
            </a:r>
            <a:endParaRPr lang="en-US" sz="3000" dirty="0"/>
          </a:p>
        </p:txBody>
      </p:sp>
    </p:spTree>
    <p:extLst>
      <p:ext uri="{BB962C8B-B14F-4D97-AF65-F5344CB8AC3E}">
        <p14:creationId xmlns:p14="http://schemas.microsoft.com/office/powerpoint/2010/main" val="1874272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Handling Evidence</a:t>
            </a:r>
          </a:p>
        </p:txBody>
      </p:sp>
      <p:sp>
        <p:nvSpPr>
          <p:cNvPr id="11267" name="Content Placeholder 2"/>
          <p:cNvSpPr>
            <a:spLocks noGrp="1"/>
          </p:cNvSpPr>
          <p:nvPr>
            <p:ph idx="1"/>
          </p:nvPr>
        </p:nvSpPr>
        <p:spPr>
          <a:xfrm>
            <a:off x="539750" y="1341120"/>
            <a:ext cx="8299450" cy="4759429"/>
          </a:xfrm>
        </p:spPr>
        <p:txBody>
          <a:bodyPr/>
          <a:lstStyle/>
          <a:p>
            <a:r>
              <a:rPr lang="en-US" sz="3200" dirty="0"/>
              <a:t>Digital forensics specialist is responsible for finding, preserving, and preparing evidence</a:t>
            </a:r>
          </a:p>
          <a:p>
            <a:r>
              <a:rPr lang="en-US" sz="3200" dirty="0"/>
              <a:t>The specialist must:</a:t>
            </a:r>
          </a:p>
          <a:p>
            <a:pPr lvl="1"/>
            <a:r>
              <a:rPr lang="en-US" sz="2600" dirty="0"/>
              <a:t>Collect data</a:t>
            </a:r>
          </a:p>
          <a:p>
            <a:pPr lvl="1"/>
            <a:r>
              <a:rPr lang="en-US" sz="2600" dirty="0"/>
              <a:t>Document filenames, dates, and times</a:t>
            </a:r>
          </a:p>
          <a:p>
            <a:pPr lvl="1"/>
            <a:r>
              <a:rPr lang="en-US" sz="2600" dirty="0"/>
              <a:t>Identify any file, program, and storage anomalies</a:t>
            </a:r>
          </a:p>
          <a:p>
            <a:pPr lvl="1"/>
            <a:r>
              <a:rPr lang="en-US" sz="2600" dirty="0"/>
              <a:t>Gather evidence</a:t>
            </a:r>
          </a:p>
          <a:p>
            <a:endParaRPr lang="en-US" sz="2800" dirty="0"/>
          </a:p>
          <a:p>
            <a:endParaRPr lang="en-US" sz="3200" dirty="0"/>
          </a:p>
        </p:txBody>
      </p:sp>
    </p:spTree>
    <p:extLst>
      <p:ext uri="{BB962C8B-B14F-4D97-AF65-F5344CB8AC3E}">
        <p14:creationId xmlns:p14="http://schemas.microsoft.com/office/powerpoint/2010/main" val="862400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Collecting Data</a:t>
            </a:r>
          </a:p>
        </p:txBody>
      </p:sp>
      <p:sp>
        <p:nvSpPr>
          <p:cNvPr id="11267" name="Content Placeholder 2"/>
          <p:cNvSpPr>
            <a:spLocks noGrp="1"/>
          </p:cNvSpPr>
          <p:nvPr>
            <p:ph idx="1"/>
          </p:nvPr>
        </p:nvSpPr>
        <p:spPr>
          <a:xfrm>
            <a:off x="539750" y="1341120"/>
            <a:ext cx="8299450" cy="4759429"/>
          </a:xfrm>
        </p:spPr>
        <p:txBody>
          <a:bodyPr/>
          <a:lstStyle/>
          <a:p>
            <a:r>
              <a:rPr lang="en-US" sz="3200" dirty="0"/>
              <a:t>Three primary types of data that a forensic investigator must collect, in this order:</a:t>
            </a:r>
          </a:p>
          <a:p>
            <a:pPr marL="969963" lvl="1" indent="-514350">
              <a:buFont typeface="+mj-lt"/>
              <a:buAutoNum type="arabicPeriod"/>
            </a:pPr>
            <a:r>
              <a:rPr lang="en-US" sz="3000" dirty="0"/>
              <a:t>Volatile data</a:t>
            </a:r>
          </a:p>
          <a:p>
            <a:pPr marL="969963" lvl="1" indent="-514350">
              <a:buFont typeface="+mj-lt"/>
              <a:buAutoNum type="arabicPeriod"/>
            </a:pPr>
            <a:r>
              <a:rPr lang="en-US" sz="3000" dirty="0"/>
              <a:t>Temporary data</a:t>
            </a:r>
          </a:p>
          <a:p>
            <a:pPr marL="969963" lvl="1" indent="-514350">
              <a:buFont typeface="+mj-lt"/>
              <a:buAutoNum type="arabicPeriod"/>
            </a:pPr>
            <a:r>
              <a:rPr lang="en-US" sz="3000" dirty="0"/>
              <a:t>Persistent data</a:t>
            </a:r>
          </a:p>
          <a:p>
            <a:pPr lvl="1"/>
            <a:endParaRPr lang="en-US" sz="3000" dirty="0"/>
          </a:p>
          <a:p>
            <a:endParaRPr lang="en-US" sz="2800" dirty="0"/>
          </a:p>
          <a:p>
            <a:endParaRPr lang="en-US" sz="3200" dirty="0"/>
          </a:p>
        </p:txBody>
      </p:sp>
    </p:spTree>
    <p:extLst>
      <p:ext uri="{BB962C8B-B14F-4D97-AF65-F5344CB8AC3E}">
        <p14:creationId xmlns:p14="http://schemas.microsoft.com/office/powerpoint/2010/main" val="2962110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Documenting Filenames, Dates, and Times</a:t>
            </a:r>
          </a:p>
        </p:txBody>
      </p:sp>
      <p:sp>
        <p:nvSpPr>
          <p:cNvPr id="11267" name="Content Placeholder 2"/>
          <p:cNvSpPr>
            <a:spLocks noGrp="1"/>
          </p:cNvSpPr>
          <p:nvPr>
            <p:ph idx="1"/>
          </p:nvPr>
        </p:nvSpPr>
        <p:spPr>
          <a:xfrm>
            <a:off x="539750" y="1752600"/>
            <a:ext cx="8299450" cy="4347949"/>
          </a:xfrm>
        </p:spPr>
        <p:txBody>
          <a:bodyPr/>
          <a:lstStyle/>
          <a:p>
            <a:r>
              <a:rPr lang="en-US" sz="3100" dirty="0"/>
              <a:t>Filenames, creation dates, and last modified dates and times can be relevant as evidence</a:t>
            </a:r>
          </a:p>
          <a:p>
            <a:r>
              <a:rPr lang="en-US" sz="3100" dirty="0"/>
              <a:t>Catalog all allocated and “erased” files</a:t>
            </a:r>
          </a:p>
          <a:p>
            <a:r>
              <a:rPr lang="en-US" sz="3100" dirty="0"/>
              <a:t>Sort files based on filename, file size, file content, creation date, and last modified date and time</a:t>
            </a:r>
          </a:p>
          <a:p>
            <a:r>
              <a:rPr lang="en-US" sz="3100" dirty="0"/>
              <a:t>Sorting provides a timeline of computer usage</a:t>
            </a:r>
          </a:p>
          <a:p>
            <a:endParaRPr lang="en-US" sz="3200" dirty="0"/>
          </a:p>
        </p:txBody>
      </p:sp>
    </p:spTree>
    <p:extLst>
      <p:ext uri="{BB962C8B-B14F-4D97-AF65-F5344CB8AC3E}">
        <p14:creationId xmlns:p14="http://schemas.microsoft.com/office/powerpoint/2010/main" val="1983976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750" y="304800"/>
            <a:ext cx="8299450" cy="476250"/>
          </a:xfrm>
        </p:spPr>
        <p:txBody>
          <a:bodyPr/>
          <a:lstStyle/>
          <a:p>
            <a:r>
              <a:rPr lang="en-US" sz="4000" dirty="0">
                <a:solidFill>
                  <a:schemeClr val="tx2"/>
                </a:solidFill>
              </a:rPr>
              <a:t>Identifying File, Program, and Storage Anomalies</a:t>
            </a:r>
          </a:p>
        </p:txBody>
      </p:sp>
      <p:sp>
        <p:nvSpPr>
          <p:cNvPr id="11267" name="Content Placeholder 2"/>
          <p:cNvSpPr>
            <a:spLocks noGrp="1"/>
          </p:cNvSpPr>
          <p:nvPr>
            <p:ph idx="1"/>
          </p:nvPr>
        </p:nvSpPr>
        <p:spPr>
          <a:xfrm>
            <a:off x="539750" y="1752600"/>
            <a:ext cx="8299450" cy="4347949"/>
          </a:xfrm>
        </p:spPr>
        <p:txBody>
          <a:bodyPr/>
          <a:lstStyle/>
          <a:p>
            <a:r>
              <a:rPr lang="en-US" sz="3200" dirty="0"/>
              <a:t>Text search programs can’t identify text data stored in binary format</a:t>
            </a:r>
          </a:p>
          <a:p>
            <a:pPr lvl="1"/>
            <a:r>
              <a:rPr lang="en-US" sz="3000" dirty="0"/>
              <a:t>They require manual evaluation</a:t>
            </a:r>
          </a:p>
          <a:p>
            <a:r>
              <a:rPr lang="en-US" sz="3200" dirty="0"/>
              <a:t>Evaluate hidden partitions for evidence and document their existence</a:t>
            </a:r>
          </a:p>
          <a:p>
            <a:r>
              <a:rPr lang="en-US" sz="3200" dirty="0"/>
              <a:t>In Windows, also evaluate files in the Recycle Bin</a:t>
            </a:r>
          </a:p>
          <a:p>
            <a:pPr lvl="1"/>
            <a:endParaRPr lang="en-US" sz="3000" dirty="0"/>
          </a:p>
          <a:p>
            <a:pPr lvl="1"/>
            <a:endParaRPr lang="en-US" sz="3000" dirty="0"/>
          </a:p>
          <a:p>
            <a:endParaRPr lang="en-US" sz="3200" dirty="0"/>
          </a:p>
          <a:p>
            <a:endParaRPr lang="en-US" sz="2800" dirty="0"/>
          </a:p>
          <a:p>
            <a:endParaRPr lang="en-US" sz="3200" dirty="0"/>
          </a:p>
        </p:txBody>
      </p:sp>
    </p:spTree>
    <p:extLst>
      <p:ext uri="{BB962C8B-B14F-4D97-AF65-F5344CB8AC3E}">
        <p14:creationId xmlns:p14="http://schemas.microsoft.com/office/powerpoint/2010/main" val="3027104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539750" y="304800"/>
            <a:ext cx="8299450" cy="476250"/>
          </a:xfrm>
        </p:spPr>
        <p:txBody>
          <a:bodyPr/>
          <a:lstStyle/>
          <a:p>
            <a:r>
              <a:rPr lang="en-US" sz="4000" dirty="0">
                <a:solidFill>
                  <a:schemeClr val="tx2"/>
                </a:solidFill>
              </a:rPr>
              <a:t>Evidence-Gathering Measures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291820677"/>
              </p:ext>
            </p:extLst>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555122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539750" y="304800"/>
            <a:ext cx="8299450" cy="1222375"/>
          </a:xfrm>
        </p:spPr>
        <p:txBody>
          <a:bodyPr/>
          <a:lstStyle/>
          <a:p>
            <a:r>
              <a:rPr lang="en-US" sz="4000" dirty="0"/>
              <a:t>Physical and Logical Analysis</a:t>
            </a:r>
            <a:endParaRPr lang="en-US" sz="4000" dirty="0">
              <a:solidFill>
                <a:schemeClr val="tx2"/>
              </a:solidFill>
            </a:endParaRPr>
          </a:p>
        </p:txBody>
      </p:sp>
      <p:graphicFrame>
        <p:nvGraphicFramePr>
          <p:cNvPr id="5" name="Content Placeholder 4">
            <a:extLst>
              <a:ext uri="{FF2B5EF4-FFF2-40B4-BE49-F238E27FC236}">
                <a16:creationId xmlns:a16="http://schemas.microsoft.com/office/drawing/2014/main" id="{FC90E1C3-1B24-4EC2-BAF9-08787DA18D7E}"/>
              </a:ext>
            </a:extLst>
          </p:cNvPr>
          <p:cNvGraphicFramePr>
            <a:graphicFrameLocks noGrp="1"/>
          </p:cNvGraphicFramePr>
          <p:nvPr>
            <p:ph idx="1"/>
            <p:extLst>
              <p:ext uri="{D42A27DB-BD31-4B8C-83A1-F6EECF244321}">
                <p14:modId xmlns:p14="http://schemas.microsoft.com/office/powerpoint/2010/main" val="1418716203"/>
              </p:ext>
            </p:extLst>
          </p:nvPr>
        </p:nvGraphicFramePr>
        <p:xfrm>
          <a:off x="609087" y="1744777"/>
          <a:ext cx="7900732" cy="43950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32313F68-4B6C-4A2C-A277-DC75AE2D9756}"/>
              </a:ext>
            </a:extLst>
          </p:cNvPr>
          <p:cNvSpPr txBox="1"/>
          <p:nvPr/>
        </p:nvSpPr>
        <p:spPr>
          <a:xfrm>
            <a:off x="3981551" y="3642853"/>
            <a:ext cx="1504336" cy="523220"/>
          </a:xfrm>
          <a:prstGeom prst="rect">
            <a:avLst/>
          </a:prstGeom>
          <a:noFill/>
        </p:spPr>
        <p:txBody>
          <a:bodyPr wrap="square" rtlCol="0">
            <a:spAutoFit/>
          </a:bodyPr>
          <a:lstStyle/>
          <a:p>
            <a:r>
              <a:rPr lang="en-US" sz="1400" dirty="0">
                <a:solidFill>
                  <a:schemeClr val="bg1"/>
                </a:solidFill>
              </a:rPr>
              <a:t>File residue</a:t>
            </a:r>
          </a:p>
          <a:p>
            <a:r>
              <a:rPr lang="en-US" sz="1400" dirty="0">
                <a:solidFill>
                  <a:schemeClr val="bg1"/>
                </a:solidFill>
              </a:rPr>
              <a:t>Ambient data</a:t>
            </a:r>
          </a:p>
        </p:txBody>
      </p:sp>
      <p:sp>
        <p:nvSpPr>
          <p:cNvPr id="7" name="TextBox 6">
            <a:extLst>
              <a:ext uri="{FF2B5EF4-FFF2-40B4-BE49-F238E27FC236}">
                <a16:creationId xmlns:a16="http://schemas.microsoft.com/office/drawing/2014/main" id="{3ACED61E-AD8A-4193-A2A8-72C4E817CEFE}"/>
              </a:ext>
            </a:extLst>
          </p:cNvPr>
          <p:cNvSpPr txBox="1"/>
          <p:nvPr/>
        </p:nvSpPr>
        <p:spPr>
          <a:xfrm>
            <a:off x="1651304" y="1266644"/>
            <a:ext cx="2389239" cy="369332"/>
          </a:xfrm>
          <a:prstGeom prst="rect">
            <a:avLst/>
          </a:prstGeom>
          <a:noFill/>
        </p:spPr>
        <p:txBody>
          <a:bodyPr wrap="square" rtlCol="0">
            <a:spAutoFit/>
          </a:bodyPr>
          <a:lstStyle/>
          <a:p>
            <a:r>
              <a:rPr lang="en-US" b="1" dirty="0"/>
              <a:t>Physical Analysis</a:t>
            </a:r>
          </a:p>
        </p:txBody>
      </p:sp>
      <p:sp>
        <p:nvSpPr>
          <p:cNvPr id="9" name="TextBox 8">
            <a:extLst>
              <a:ext uri="{FF2B5EF4-FFF2-40B4-BE49-F238E27FC236}">
                <a16:creationId xmlns:a16="http://schemas.microsoft.com/office/drawing/2014/main" id="{986702FF-A61B-45F1-9386-B8A68F7E9754}"/>
              </a:ext>
            </a:extLst>
          </p:cNvPr>
          <p:cNvSpPr txBox="1"/>
          <p:nvPr/>
        </p:nvSpPr>
        <p:spPr>
          <a:xfrm>
            <a:off x="5033600" y="1262457"/>
            <a:ext cx="2389239" cy="369332"/>
          </a:xfrm>
          <a:prstGeom prst="rect">
            <a:avLst/>
          </a:prstGeom>
          <a:noFill/>
        </p:spPr>
        <p:txBody>
          <a:bodyPr wrap="square" rtlCol="0">
            <a:spAutoFit/>
          </a:bodyPr>
          <a:lstStyle/>
          <a:p>
            <a:r>
              <a:rPr lang="en-US" b="1" dirty="0"/>
              <a:t>Logical Analysis</a:t>
            </a:r>
          </a:p>
        </p:txBody>
      </p:sp>
    </p:spTree>
    <p:extLst>
      <p:ext uri="{BB962C8B-B14F-4D97-AF65-F5344CB8AC3E}">
        <p14:creationId xmlns:p14="http://schemas.microsoft.com/office/powerpoint/2010/main" val="263370369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Creating a Timeline</a:t>
            </a:r>
            <a:endParaRPr lang="en-US" sz="3200" dirty="0">
              <a:solidFill>
                <a:schemeClr val="tx2"/>
              </a:solidFill>
            </a:endParaRPr>
          </a:p>
        </p:txBody>
      </p:sp>
      <p:sp>
        <p:nvSpPr>
          <p:cNvPr id="13315" name="Content Placeholder 2"/>
          <p:cNvSpPr>
            <a:spLocks noGrp="1"/>
          </p:cNvSpPr>
          <p:nvPr>
            <p:ph idx="1"/>
          </p:nvPr>
        </p:nvSpPr>
        <p:spPr>
          <a:xfrm>
            <a:off x="539750" y="1201003"/>
            <a:ext cx="8299450" cy="4974371"/>
          </a:xfrm>
        </p:spPr>
        <p:txBody>
          <a:bodyPr/>
          <a:lstStyle/>
          <a:p>
            <a:r>
              <a:rPr lang="en-US" sz="3200" dirty="0"/>
              <a:t>To reconstruct events that led to corruption of a system, create a timeline</a:t>
            </a:r>
          </a:p>
          <a:p>
            <a:r>
              <a:rPr lang="en-US" sz="3200" dirty="0"/>
              <a:t>Challenges with computers:</a:t>
            </a:r>
          </a:p>
          <a:p>
            <a:pPr lvl="1"/>
            <a:r>
              <a:rPr lang="en-US" sz="3000" dirty="0"/>
              <a:t>Clock drift</a:t>
            </a:r>
          </a:p>
          <a:p>
            <a:pPr lvl="1"/>
            <a:r>
              <a:rPr lang="en-US" sz="3000" dirty="0"/>
              <a:t>Delayed reporting</a:t>
            </a:r>
          </a:p>
          <a:p>
            <a:pPr lvl="1"/>
            <a:r>
              <a:rPr lang="en-US" sz="3000" dirty="0"/>
              <a:t>Different time zones</a:t>
            </a:r>
          </a:p>
          <a:p>
            <a:r>
              <a:rPr lang="en-US" sz="3200" dirty="0"/>
              <a:t>Never change clock on a suspect system</a:t>
            </a:r>
          </a:p>
          <a:p>
            <a:r>
              <a:rPr lang="en-US" sz="3200" dirty="0"/>
              <a:t>Record clock drift and time zone in use</a:t>
            </a:r>
          </a:p>
          <a:p>
            <a:endParaRPr lang="en-US" sz="3200" dirty="0"/>
          </a:p>
          <a:p>
            <a:endParaRPr lang="en-US" sz="3200" dirty="0"/>
          </a:p>
          <a:p>
            <a:endParaRPr lang="en-US" sz="3200" dirty="0"/>
          </a:p>
        </p:txBody>
      </p:sp>
    </p:spTree>
    <p:extLst>
      <p:ext uri="{BB962C8B-B14F-4D97-AF65-F5344CB8AC3E}">
        <p14:creationId xmlns:p14="http://schemas.microsoft.com/office/powerpoint/2010/main" val="202389364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t>Storage Formats</a:t>
            </a:r>
            <a:endParaRPr lang="en-US" sz="4000" dirty="0">
              <a:solidFill>
                <a:schemeClr val="tx2"/>
              </a:solidFill>
            </a:endParaRPr>
          </a:p>
        </p:txBody>
      </p:sp>
      <p:graphicFrame>
        <p:nvGraphicFramePr>
          <p:cNvPr id="7" name="Diagram 6"/>
          <p:cNvGraphicFramePr/>
          <p:nvPr>
            <p:extLst>
              <p:ext uri="{D42A27DB-BD31-4B8C-83A1-F6EECF244321}">
                <p14:modId xmlns:p14="http://schemas.microsoft.com/office/powerpoint/2010/main" val="3054149337"/>
              </p:ext>
            </p:extLst>
          </p:nvPr>
        </p:nvGraphicFramePr>
        <p:xfrm>
          <a:off x="1282892" y="1469057"/>
          <a:ext cx="6537490" cy="44251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784974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9750" y="304800"/>
            <a:ext cx="8299450" cy="476250"/>
          </a:xfrm>
        </p:spPr>
        <p:txBody>
          <a:bodyPr/>
          <a:lstStyle/>
          <a:p>
            <a:r>
              <a:rPr lang="en-US" sz="4000" dirty="0"/>
              <a:t>Storage Formats (cont.)</a:t>
            </a:r>
            <a:endParaRPr lang="en-US" sz="4000" dirty="0">
              <a:solidFill>
                <a:schemeClr val="tx2"/>
              </a:solidFill>
            </a:endParaRPr>
          </a:p>
        </p:txBody>
      </p:sp>
      <p:graphicFrame>
        <p:nvGraphicFramePr>
          <p:cNvPr id="7" name="Diagram 6"/>
          <p:cNvGraphicFramePr/>
          <p:nvPr>
            <p:extLst>
              <p:ext uri="{D42A27DB-BD31-4B8C-83A1-F6EECF244321}">
                <p14:modId xmlns:p14="http://schemas.microsoft.com/office/powerpoint/2010/main" val="2693132111"/>
              </p:ext>
            </p:extLst>
          </p:nvPr>
        </p:nvGraphicFramePr>
        <p:xfrm>
          <a:off x="1323832" y="1469057"/>
          <a:ext cx="6537490" cy="44251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782499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Magnetic and Solid State Drives</a:t>
            </a:r>
            <a:endParaRPr lang="en-US" sz="3200" dirty="0">
              <a:solidFill>
                <a:schemeClr val="tx2"/>
              </a:solidFill>
            </a:endParaRPr>
          </a:p>
        </p:txBody>
      </p:sp>
      <p:sp>
        <p:nvSpPr>
          <p:cNvPr id="13315" name="Content Placeholder 2"/>
          <p:cNvSpPr>
            <a:spLocks noGrp="1"/>
          </p:cNvSpPr>
          <p:nvPr>
            <p:ph idx="1"/>
          </p:nvPr>
        </p:nvSpPr>
        <p:spPr>
          <a:xfrm>
            <a:off x="539750" y="1296537"/>
            <a:ext cx="8299450" cy="4878837"/>
          </a:xfrm>
        </p:spPr>
        <p:txBody>
          <a:bodyPr/>
          <a:lstStyle/>
          <a:p>
            <a:r>
              <a:rPr lang="en-US" sz="3200" dirty="0"/>
              <a:t>Host protected area (HPA) or </a:t>
            </a:r>
            <a:br>
              <a:rPr lang="en-US" sz="3200" dirty="0"/>
            </a:br>
            <a:r>
              <a:rPr lang="en-US" sz="3200" dirty="0"/>
              <a:t>vendor-specific drive space</a:t>
            </a:r>
          </a:p>
          <a:p>
            <a:r>
              <a:rPr lang="en-US" sz="3200" dirty="0"/>
              <a:t>Master boot record (MBR) where empty drive sectors remain</a:t>
            </a:r>
          </a:p>
          <a:p>
            <a:r>
              <a:rPr lang="en-US" sz="3200" dirty="0"/>
              <a:t>Volume slack</a:t>
            </a:r>
          </a:p>
          <a:p>
            <a:r>
              <a:rPr lang="en-US" sz="3200" dirty="0"/>
              <a:t>Unallocated space</a:t>
            </a:r>
          </a:p>
          <a:p>
            <a:r>
              <a:rPr lang="en-US" sz="3200" dirty="0"/>
              <a:t>Good blocks marked as bad</a:t>
            </a:r>
          </a:p>
          <a:p>
            <a:r>
              <a:rPr lang="en-US" sz="3200" dirty="0"/>
              <a:t>File slack</a:t>
            </a:r>
          </a:p>
          <a:p>
            <a:endParaRPr lang="en-US" sz="3200" dirty="0"/>
          </a:p>
        </p:txBody>
      </p:sp>
    </p:spTree>
    <p:extLst>
      <p:ext uri="{BB962C8B-B14F-4D97-AF65-F5344CB8AC3E}">
        <p14:creationId xmlns:p14="http://schemas.microsoft.com/office/powerpoint/2010/main" val="16585955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9750" y="304800"/>
            <a:ext cx="8299450" cy="476250"/>
          </a:xfrm>
        </p:spPr>
        <p:txBody>
          <a:bodyPr/>
          <a:lstStyle/>
          <a:p>
            <a:r>
              <a:rPr lang="en-US" sz="4000" dirty="0">
                <a:solidFill>
                  <a:schemeClr val="tx2"/>
                </a:solidFill>
              </a:rPr>
              <a:t>File Formats</a:t>
            </a:r>
          </a:p>
        </p:txBody>
      </p:sp>
      <p:graphicFrame>
        <p:nvGraphicFramePr>
          <p:cNvPr id="4" name="Content Placeholder 3"/>
          <p:cNvGraphicFramePr>
            <a:graphicFrameLocks noGrp="1"/>
          </p:cNvGraphicFramePr>
          <p:nvPr>
            <p:ph idx="1"/>
          </p:nvPr>
        </p:nvGraphicFramePr>
        <p:xfrm>
          <a:off x="539750" y="1295400"/>
          <a:ext cx="829945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5344665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Forensic Imaging</a:t>
            </a:r>
            <a:endParaRPr lang="en-US" sz="3200" dirty="0">
              <a:solidFill>
                <a:schemeClr val="tx2"/>
              </a:solidFill>
            </a:endParaRPr>
          </a:p>
        </p:txBody>
      </p:sp>
      <p:sp>
        <p:nvSpPr>
          <p:cNvPr id="13315" name="Content Placeholder 2"/>
          <p:cNvSpPr>
            <a:spLocks noGrp="1"/>
          </p:cNvSpPr>
          <p:nvPr>
            <p:ph idx="1"/>
          </p:nvPr>
        </p:nvSpPr>
        <p:spPr>
          <a:xfrm>
            <a:off x="539750" y="1201003"/>
            <a:ext cx="8299450" cy="4974371"/>
          </a:xfrm>
        </p:spPr>
        <p:txBody>
          <a:bodyPr/>
          <a:lstStyle/>
          <a:p>
            <a:r>
              <a:rPr lang="en-US" sz="3200" dirty="0"/>
              <a:t>An image is an exact bit-by-bit copy of a disk</a:t>
            </a:r>
          </a:p>
          <a:p>
            <a:r>
              <a:rPr lang="en-US" sz="3200" dirty="0"/>
              <a:t>Used for evidence collection without altering original</a:t>
            </a:r>
          </a:p>
          <a:p>
            <a:pPr marL="0" indent="0">
              <a:buNone/>
            </a:pPr>
            <a:endParaRPr lang="en-US" sz="3200" dirty="0"/>
          </a:p>
          <a:p>
            <a:endParaRPr lang="en-US" sz="3200" dirty="0"/>
          </a:p>
          <a:p>
            <a:endParaRPr lang="en-US" sz="3200" dirty="0"/>
          </a:p>
        </p:txBody>
      </p:sp>
    </p:spTree>
    <p:extLst>
      <p:ext uri="{BB962C8B-B14F-4D97-AF65-F5344CB8AC3E}">
        <p14:creationId xmlns:p14="http://schemas.microsoft.com/office/powerpoint/2010/main" val="253879098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Imaging with </a:t>
            </a:r>
            <a:r>
              <a:rPr lang="en-US" sz="4000" i="1" dirty="0">
                <a:solidFill>
                  <a:schemeClr val="tx2"/>
                </a:solidFill>
              </a:rPr>
              <a:t>dd</a:t>
            </a:r>
            <a:r>
              <a:rPr lang="en-US" sz="4000" dirty="0">
                <a:solidFill>
                  <a:schemeClr val="tx2"/>
                </a:solidFill>
              </a:rPr>
              <a:t> and </a:t>
            </a:r>
            <a:r>
              <a:rPr lang="en-US" sz="4000" i="1" dirty="0">
                <a:solidFill>
                  <a:schemeClr val="tx2"/>
                </a:solidFill>
              </a:rPr>
              <a:t>netcat</a:t>
            </a:r>
            <a:endParaRPr lang="en-US" sz="3200" i="1" dirty="0">
              <a:solidFill>
                <a:schemeClr val="tx2"/>
              </a:solidFill>
            </a:endParaRPr>
          </a:p>
        </p:txBody>
      </p:sp>
      <p:sp>
        <p:nvSpPr>
          <p:cNvPr id="13315" name="Content Placeholder 2"/>
          <p:cNvSpPr>
            <a:spLocks noGrp="1"/>
          </p:cNvSpPr>
          <p:nvPr>
            <p:ph idx="1"/>
          </p:nvPr>
        </p:nvSpPr>
        <p:spPr>
          <a:xfrm>
            <a:off x="539750" y="1323833"/>
            <a:ext cx="8299450" cy="4851541"/>
          </a:xfrm>
        </p:spPr>
        <p:txBody>
          <a:bodyPr/>
          <a:lstStyle/>
          <a:p>
            <a:pPr marL="514350" indent="-514350">
              <a:buFont typeface="+mj-lt"/>
              <a:buAutoNum type="arabicPeriod"/>
            </a:pPr>
            <a:r>
              <a:rPr lang="en-US" sz="3200" dirty="0"/>
              <a:t>Forensically wipe the drive:</a:t>
            </a:r>
          </a:p>
          <a:p>
            <a:pPr marL="455613" lvl="1" indent="0">
              <a:buNone/>
            </a:pPr>
            <a:r>
              <a:rPr lang="en-US" sz="2600" dirty="0">
                <a:latin typeface="Courier New" panose="02070309020205020404" pitchFamily="49" charset="0"/>
                <a:cs typeface="Courier New" panose="02070309020205020404" pitchFamily="49" charset="0"/>
              </a:rPr>
              <a:t>dd if=/dev/zero of=/dev/hdb1 bs=2048</a:t>
            </a:r>
          </a:p>
          <a:p>
            <a:pPr marL="514350" indent="-514350">
              <a:buFont typeface="+mj-lt"/>
              <a:buAutoNum type="arabicPeriod"/>
            </a:pPr>
            <a:r>
              <a:rPr lang="en-US" sz="3200" dirty="0"/>
              <a:t>Use </a:t>
            </a:r>
            <a:r>
              <a:rPr lang="en-US" sz="3200" dirty="0">
                <a:latin typeface="Courier New" panose="02070309020205020404" pitchFamily="49" charset="0"/>
                <a:cs typeface="Courier New" panose="02070309020205020404" pitchFamily="49" charset="0"/>
              </a:rPr>
              <a:t>netcat</a:t>
            </a:r>
            <a:r>
              <a:rPr lang="en-US" sz="3200" dirty="0"/>
              <a:t> to set up the forensic server to listen:</a:t>
            </a:r>
          </a:p>
          <a:p>
            <a:pPr marL="455613" lvl="1" indent="0">
              <a:buNone/>
            </a:pPr>
            <a:r>
              <a:rPr lang="en-US" sz="2600" dirty="0">
                <a:latin typeface="Courier New" panose="02070309020205020404" pitchFamily="49" charset="0"/>
                <a:cs typeface="Courier New" panose="02070309020205020404" pitchFamily="49" charset="0"/>
              </a:rPr>
              <a:t># nc –l –p 8888 &gt; evidence.dd</a:t>
            </a:r>
          </a:p>
          <a:p>
            <a:pPr marL="514350" indent="-514350">
              <a:buFont typeface="+mj-lt"/>
              <a:buAutoNum type="arabicPeriod"/>
            </a:pPr>
            <a:r>
              <a:rPr lang="en-US" sz="3200" dirty="0"/>
              <a:t>Use the dd command to read the first partition:</a:t>
            </a:r>
          </a:p>
          <a:p>
            <a:pPr marL="455613" lvl="1" indent="0">
              <a:buNone/>
            </a:pPr>
            <a:r>
              <a:rPr lang="en-US" sz="2600" dirty="0">
                <a:latin typeface="Courier New" panose="02070309020205020404" pitchFamily="49" charset="0"/>
                <a:cs typeface="Courier New" panose="02070309020205020404" pitchFamily="49" charset="0"/>
              </a:rPr>
              <a:t># dd if=/dev/hda1 | nc 192.168.0.2 8888 –w 3</a:t>
            </a:r>
          </a:p>
          <a:p>
            <a:pPr marL="0" indent="0">
              <a:buNone/>
            </a:pPr>
            <a:endParaRPr lang="en-US" sz="3200" dirty="0"/>
          </a:p>
          <a:p>
            <a:endParaRPr lang="en-US" sz="3200" dirty="0"/>
          </a:p>
          <a:p>
            <a:endParaRPr lang="en-US" sz="3200" dirty="0"/>
          </a:p>
        </p:txBody>
      </p:sp>
    </p:spTree>
    <p:extLst>
      <p:ext uri="{BB962C8B-B14F-4D97-AF65-F5344CB8AC3E}">
        <p14:creationId xmlns:p14="http://schemas.microsoft.com/office/powerpoint/2010/main" val="300508787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Imaging with EnCase</a:t>
            </a:r>
            <a:endParaRPr lang="en-US" sz="3200" dirty="0">
              <a:solidFill>
                <a:schemeClr val="tx2"/>
              </a:solidFill>
            </a:endParaRPr>
          </a:p>
        </p:txBody>
      </p:sp>
      <p:sp>
        <p:nvSpPr>
          <p:cNvPr id="13315" name="Content Placeholder 2"/>
          <p:cNvSpPr>
            <a:spLocks noGrp="1"/>
          </p:cNvSpPr>
          <p:nvPr>
            <p:ph idx="1"/>
          </p:nvPr>
        </p:nvSpPr>
        <p:spPr>
          <a:xfrm>
            <a:off x="539750" y="1323833"/>
            <a:ext cx="8299450" cy="4851541"/>
          </a:xfrm>
        </p:spPr>
        <p:txBody>
          <a:bodyPr/>
          <a:lstStyle/>
          <a:p>
            <a:r>
              <a:rPr lang="en-US" sz="3200" dirty="0"/>
              <a:t>Makes bit-level images and then mounts them for analysis</a:t>
            </a:r>
          </a:p>
          <a:p>
            <a:r>
              <a:rPr lang="en-US" sz="3200" dirty="0"/>
              <a:t>Preview mode allows investigator to use a null modem cable or Ethernet connection to view data on the subject machine safely</a:t>
            </a:r>
          </a:p>
          <a:p>
            <a:r>
              <a:rPr lang="en-US" sz="3200" dirty="0"/>
              <a:t>Doesn't alter evidence</a:t>
            </a:r>
          </a:p>
          <a:p>
            <a:endParaRPr lang="en-US" sz="3200" dirty="0"/>
          </a:p>
          <a:p>
            <a:pPr marL="0" indent="0">
              <a:buNone/>
            </a:pPr>
            <a:endParaRPr lang="en-US" sz="3200" dirty="0"/>
          </a:p>
          <a:p>
            <a:endParaRPr lang="en-US" sz="3200" dirty="0"/>
          </a:p>
          <a:p>
            <a:endParaRPr lang="en-US" sz="3200" dirty="0"/>
          </a:p>
        </p:txBody>
      </p:sp>
    </p:spTree>
    <p:extLst>
      <p:ext uri="{BB962C8B-B14F-4D97-AF65-F5344CB8AC3E}">
        <p14:creationId xmlns:p14="http://schemas.microsoft.com/office/powerpoint/2010/main" val="418392051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Imaging with EnCase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84526" y="1123666"/>
            <a:ext cx="6400972" cy="4800729"/>
          </a:xfrm>
        </p:spPr>
      </p:pic>
      <p:sp>
        <p:nvSpPr>
          <p:cNvPr id="4" name="TextBox 3"/>
          <p:cNvSpPr txBox="1"/>
          <p:nvPr/>
        </p:nvSpPr>
        <p:spPr>
          <a:xfrm rot="5400000">
            <a:off x="6922742" y="4914343"/>
            <a:ext cx="2156344" cy="230832"/>
          </a:xfrm>
          <a:prstGeom prst="rect">
            <a:avLst/>
          </a:prstGeom>
          <a:noFill/>
        </p:spPr>
        <p:txBody>
          <a:bodyPr wrap="square" rtlCol="0">
            <a:spAutoFit/>
          </a:bodyPr>
          <a:lstStyle/>
          <a:p>
            <a:r>
              <a:rPr lang="en-US" sz="900" dirty="0">
                <a:solidFill>
                  <a:schemeClr val="bg1">
                    <a:lumMod val="75000"/>
                  </a:schemeClr>
                </a:solidFill>
              </a:rPr>
              <a:t>Courtesy of Guidance Software, Inc.</a:t>
            </a:r>
          </a:p>
        </p:txBody>
      </p:sp>
    </p:spTree>
    <p:extLst>
      <p:ext uri="{BB962C8B-B14F-4D97-AF65-F5344CB8AC3E}">
        <p14:creationId xmlns:p14="http://schemas.microsoft.com/office/powerpoint/2010/main" val="98600282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Imaging with EnCase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96685" y="1295400"/>
            <a:ext cx="6985580" cy="4648200"/>
          </a:xfrm>
        </p:spPr>
      </p:pic>
      <p:sp>
        <p:nvSpPr>
          <p:cNvPr id="4" name="TextBox 3"/>
          <p:cNvSpPr txBox="1"/>
          <p:nvPr/>
        </p:nvSpPr>
        <p:spPr>
          <a:xfrm rot="5400000">
            <a:off x="7219509" y="4916262"/>
            <a:ext cx="2156344" cy="230832"/>
          </a:xfrm>
          <a:prstGeom prst="rect">
            <a:avLst/>
          </a:prstGeom>
          <a:noFill/>
        </p:spPr>
        <p:txBody>
          <a:bodyPr wrap="square" rtlCol="0">
            <a:spAutoFit/>
          </a:bodyPr>
          <a:lstStyle/>
          <a:p>
            <a:r>
              <a:rPr lang="en-US" sz="900" dirty="0">
                <a:solidFill>
                  <a:schemeClr val="bg1">
                    <a:lumMod val="75000"/>
                  </a:schemeClr>
                </a:solidFill>
              </a:rPr>
              <a:t>Courtesy of Guidance Software, Inc.</a:t>
            </a:r>
          </a:p>
        </p:txBody>
      </p:sp>
    </p:spTree>
    <p:extLst>
      <p:ext uri="{BB962C8B-B14F-4D97-AF65-F5344CB8AC3E}">
        <p14:creationId xmlns:p14="http://schemas.microsoft.com/office/powerpoint/2010/main" val="4286750590"/>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Imaging EnCase</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26189" y="1155464"/>
            <a:ext cx="4756509" cy="5006194"/>
          </a:xfrm>
        </p:spPr>
      </p:pic>
      <p:sp>
        <p:nvSpPr>
          <p:cNvPr id="4" name="TextBox 3"/>
          <p:cNvSpPr txBox="1"/>
          <p:nvPr/>
        </p:nvSpPr>
        <p:spPr>
          <a:xfrm rot="5400000">
            <a:off x="6019942" y="5169945"/>
            <a:ext cx="2156344" cy="230832"/>
          </a:xfrm>
          <a:prstGeom prst="rect">
            <a:avLst/>
          </a:prstGeom>
          <a:noFill/>
        </p:spPr>
        <p:txBody>
          <a:bodyPr wrap="square" rtlCol="0">
            <a:spAutoFit/>
          </a:bodyPr>
          <a:lstStyle/>
          <a:p>
            <a:r>
              <a:rPr lang="en-US" sz="900" dirty="0">
                <a:solidFill>
                  <a:schemeClr val="bg1">
                    <a:lumMod val="75000"/>
                  </a:schemeClr>
                </a:solidFill>
              </a:rPr>
              <a:t>Courtesy of Guidance Software, Inc.</a:t>
            </a:r>
          </a:p>
        </p:txBody>
      </p:sp>
    </p:spTree>
    <p:extLst>
      <p:ext uri="{BB962C8B-B14F-4D97-AF65-F5344CB8AC3E}">
        <p14:creationId xmlns:p14="http://schemas.microsoft.com/office/powerpoint/2010/main" val="31495511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Imaging with Forensic Toolkit (FTK)</a:t>
            </a:r>
            <a:endParaRPr lang="en-US" sz="3200" dirty="0">
              <a:solidFill>
                <a:schemeClr val="tx2"/>
              </a:solidFill>
            </a:endParaRPr>
          </a:p>
        </p:txBody>
      </p:sp>
      <p:sp>
        <p:nvSpPr>
          <p:cNvPr id="13315" name="Content Placeholder 2"/>
          <p:cNvSpPr>
            <a:spLocks noGrp="1"/>
          </p:cNvSpPr>
          <p:nvPr>
            <p:ph idx="1"/>
          </p:nvPr>
        </p:nvSpPr>
        <p:spPr>
          <a:xfrm>
            <a:off x="539750" y="1733266"/>
            <a:ext cx="8299450" cy="4442108"/>
          </a:xfrm>
        </p:spPr>
        <p:txBody>
          <a:bodyPr/>
          <a:lstStyle/>
          <a:p>
            <a:r>
              <a:rPr lang="en-US" sz="3200" dirty="0"/>
              <a:t>Takes snapshot of entire disk, makes bit-level copy for analysis</a:t>
            </a:r>
          </a:p>
          <a:p>
            <a:r>
              <a:rPr lang="en-US" sz="3200" dirty="0"/>
              <a:t>Inexpensive, easy to use, good all-in-one forensic tool</a:t>
            </a:r>
          </a:p>
          <a:p>
            <a:r>
              <a:rPr lang="en-US" sz="3200" dirty="0"/>
              <a:t>Offers Registry viewing, in-depth logging, standalone disk imaging, direct email and zip file analysis</a:t>
            </a:r>
          </a:p>
          <a:p>
            <a:endParaRPr lang="en-US" sz="3200" dirty="0"/>
          </a:p>
          <a:p>
            <a:endParaRPr lang="en-US" sz="3200" dirty="0"/>
          </a:p>
        </p:txBody>
      </p:sp>
    </p:spTree>
    <p:extLst>
      <p:ext uri="{BB962C8B-B14F-4D97-AF65-F5344CB8AC3E}">
        <p14:creationId xmlns:p14="http://schemas.microsoft.com/office/powerpoint/2010/main" val="211973006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Imaging with FTK</a:t>
            </a:r>
          </a:p>
        </p:txBody>
      </p:sp>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3652" y="1441369"/>
            <a:ext cx="8063981" cy="4074432"/>
          </a:xfrm>
        </p:spPr>
      </p:pic>
    </p:spTree>
    <p:extLst>
      <p:ext uri="{BB962C8B-B14F-4D97-AF65-F5344CB8AC3E}">
        <p14:creationId xmlns:p14="http://schemas.microsoft.com/office/powerpoint/2010/main" val="76847675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Imaging with FTK</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90008" y="1327086"/>
            <a:ext cx="8228505" cy="4210878"/>
          </a:xfrm>
        </p:spPr>
      </p:pic>
    </p:spTree>
    <p:extLst>
      <p:ext uri="{BB962C8B-B14F-4D97-AF65-F5344CB8AC3E}">
        <p14:creationId xmlns:p14="http://schemas.microsoft.com/office/powerpoint/2010/main" val="265980873"/>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750" y="1536905"/>
            <a:ext cx="8299450" cy="4165189"/>
          </a:xfrm>
        </p:spPr>
      </p:pic>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Imaging with FTK</a:t>
            </a:r>
          </a:p>
        </p:txBody>
      </p:sp>
    </p:spTree>
    <p:extLst>
      <p:ext uri="{BB962C8B-B14F-4D97-AF65-F5344CB8AC3E}">
        <p14:creationId xmlns:p14="http://schemas.microsoft.com/office/powerpoint/2010/main" val="52413110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Imaging with OSForensics</a:t>
            </a:r>
            <a:endParaRPr lang="en-US" sz="3200" dirty="0">
              <a:solidFill>
                <a:schemeClr val="tx2"/>
              </a:solidFill>
            </a:endParaRPr>
          </a:p>
        </p:txBody>
      </p:sp>
      <p:sp>
        <p:nvSpPr>
          <p:cNvPr id="13315" name="Content Placeholder 2"/>
          <p:cNvSpPr>
            <a:spLocks noGrp="1"/>
          </p:cNvSpPr>
          <p:nvPr>
            <p:ph idx="1"/>
          </p:nvPr>
        </p:nvSpPr>
        <p:spPr>
          <a:xfrm>
            <a:off x="539750" y="1733266"/>
            <a:ext cx="8299450" cy="4442108"/>
          </a:xfrm>
        </p:spPr>
        <p:txBody>
          <a:bodyPr/>
          <a:lstStyle/>
          <a:p>
            <a:r>
              <a:rPr lang="en-US" sz="3200" dirty="0"/>
              <a:t>Allows you to mount images created with other tools</a:t>
            </a:r>
          </a:p>
          <a:p>
            <a:r>
              <a:rPr lang="en-US" sz="3200" dirty="0"/>
              <a:t>Also allows you to create an image</a:t>
            </a:r>
          </a:p>
          <a:p>
            <a:endParaRPr lang="en-US" sz="3200" dirty="0"/>
          </a:p>
          <a:p>
            <a:endParaRPr lang="en-US" sz="3200" dirty="0"/>
          </a:p>
        </p:txBody>
      </p:sp>
    </p:spTree>
    <p:extLst>
      <p:ext uri="{BB962C8B-B14F-4D97-AF65-F5344CB8AC3E}">
        <p14:creationId xmlns:p14="http://schemas.microsoft.com/office/powerpoint/2010/main" val="338742120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5057" y="1536905"/>
            <a:ext cx="4408835" cy="4165189"/>
          </a:xfrm>
        </p:spPr>
      </p:pic>
      <p:sp>
        <p:nvSpPr>
          <p:cNvPr id="12290" name="Title 1"/>
          <p:cNvSpPr>
            <a:spLocks noGrp="1"/>
          </p:cNvSpPr>
          <p:nvPr>
            <p:ph type="title"/>
          </p:nvPr>
        </p:nvSpPr>
        <p:spPr>
          <a:xfrm>
            <a:off x="539750" y="304800"/>
            <a:ext cx="8299450" cy="1222375"/>
          </a:xfrm>
        </p:spPr>
        <p:txBody>
          <a:bodyPr/>
          <a:lstStyle/>
          <a:p>
            <a:r>
              <a:rPr lang="en-US" sz="4000" dirty="0">
                <a:solidFill>
                  <a:schemeClr val="tx2"/>
                </a:solidFill>
              </a:rPr>
              <a:t>Imaging with OSForensics</a:t>
            </a:r>
          </a:p>
        </p:txBody>
      </p:sp>
    </p:spTree>
    <p:extLst>
      <p:ext uri="{BB962C8B-B14F-4D97-AF65-F5344CB8AC3E}">
        <p14:creationId xmlns:p14="http://schemas.microsoft.com/office/powerpoint/2010/main" val="46501884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RAID Acquisitions</a:t>
            </a:r>
            <a:endParaRPr lang="en-US" sz="3200" dirty="0">
              <a:solidFill>
                <a:schemeClr val="tx2"/>
              </a:solidFill>
            </a:endParaRPr>
          </a:p>
        </p:txBody>
      </p:sp>
      <p:sp>
        <p:nvSpPr>
          <p:cNvPr id="13315" name="Content Placeholder 2"/>
          <p:cNvSpPr>
            <a:spLocks noGrp="1"/>
          </p:cNvSpPr>
          <p:nvPr>
            <p:ph idx="1"/>
          </p:nvPr>
        </p:nvSpPr>
        <p:spPr>
          <a:xfrm>
            <a:off x="539750" y="1296537"/>
            <a:ext cx="8299450" cy="4878837"/>
          </a:xfrm>
        </p:spPr>
        <p:txBody>
          <a:bodyPr/>
          <a:lstStyle/>
          <a:p>
            <a:r>
              <a:rPr lang="en-US" sz="3200" dirty="0"/>
              <a:t>RAID 0, 1, 3, 4, 5, 6, 1+0</a:t>
            </a:r>
          </a:p>
          <a:p>
            <a:endParaRPr lang="en-US" sz="3200" dirty="0"/>
          </a:p>
          <a:p>
            <a:r>
              <a:rPr lang="en-US" sz="3200" dirty="0"/>
              <a:t>Can acquire RAID 1 disks separately</a:t>
            </a:r>
          </a:p>
          <a:p>
            <a:r>
              <a:rPr lang="en-US" sz="3200" dirty="0"/>
              <a:t>RAID 0, 3, 4, 5, and 6 use data striping across multiple disks</a:t>
            </a:r>
          </a:p>
          <a:p>
            <a:pPr lvl="1"/>
            <a:r>
              <a:rPr lang="en-US" sz="3000" dirty="0"/>
              <a:t>Make a forensic image of the entire RAID array</a:t>
            </a:r>
          </a:p>
          <a:p>
            <a:endParaRPr lang="en-US" sz="3200" dirty="0"/>
          </a:p>
          <a:p>
            <a:endParaRPr lang="en-US" sz="3200" dirty="0"/>
          </a:p>
        </p:txBody>
      </p:sp>
    </p:spTree>
    <p:extLst>
      <p:ext uri="{BB962C8B-B14F-4D97-AF65-F5344CB8AC3E}">
        <p14:creationId xmlns:p14="http://schemas.microsoft.com/office/powerpoint/2010/main" val="73792488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Redundant Array of Independent Disks (RAID)</a:t>
            </a:r>
            <a:endParaRPr lang="en-US" sz="3200" dirty="0">
              <a:solidFill>
                <a:schemeClr val="tx2"/>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670830168"/>
              </p:ext>
            </p:extLst>
          </p:nvPr>
        </p:nvGraphicFramePr>
        <p:xfrm>
          <a:off x="539750" y="1342899"/>
          <a:ext cx="8299450" cy="49391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898826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539750" y="304800"/>
            <a:ext cx="8299450" cy="1222375"/>
          </a:xfrm>
        </p:spPr>
        <p:txBody>
          <a:bodyPr/>
          <a:lstStyle/>
          <a:p>
            <a:r>
              <a:rPr lang="en-US" sz="4000" dirty="0">
                <a:solidFill>
                  <a:schemeClr val="tx2"/>
                </a:solidFill>
              </a:rPr>
              <a:t>Redundant Array of Independent Disks (RAID)</a:t>
            </a:r>
            <a:endParaRPr lang="en-US" sz="3200" dirty="0">
              <a:solidFill>
                <a:schemeClr val="tx2"/>
              </a:solidFill>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194235654"/>
              </p:ext>
            </p:extLst>
          </p:nvPr>
        </p:nvGraphicFramePr>
        <p:xfrm>
          <a:off x="1679781" y="2006929"/>
          <a:ext cx="5801673" cy="38713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214919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3"/>
          <p:cNvSpPr>
            <a:spLocks noGrp="1"/>
          </p:cNvSpPr>
          <p:nvPr>
            <p:ph type="title"/>
          </p:nvPr>
        </p:nvSpPr>
        <p:spPr>
          <a:xfrm>
            <a:off x="539750" y="301625"/>
            <a:ext cx="8299450" cy="990600"/>
          </a:xfrm>
        </p:spPr>
        <p:txBody>
          <a:bodyPr/>
          <a:lstStyle/>
          <a:p>
            <a:r>
              <a:rPr lang="en-US" sz="4000" dirty="0">
                <a:ea typeface="MS PGothic" pitchFamily="34" charset="-128"/>
              </a:rPr>
              <a:t>Summary</a:t>
            </a:r>
          </a:p>
        </p:txBody>
      </p:sp>
      <p:sp>
        <p:nvSpPr>
          <p:cNvPr id="27651" name="Content Placeholder 4"/>
          <p:cNvSpPr>
            <a:spLocks/>
          </p:cNvSpPr>
          <p:nvPr/>
        </p:nvSpPr>
        <p:spPr bwMode="auto">
          <a:xfrm>
            <a:off x="539750" y="1292225"/>
            <a:ext cx="8299450" cy="4425950"/>
          </a:xfrm>
          <a:prstGeom prst="rect">
            <a:avLst/>
          </a:prstGeom>
          <a:noFill/>
          <a:ln w="9525">
            <a:noFill/>
            <a:miter lim="800000"/>
            <a:headEnd/>
            <a:tailEnd/>
          </a:ln>
        </p:spPr>
        <p:txBody>
          <a:bodyPr/>
          <a:lstStyle/>
          <a:p>
            <a:pPr marL="233363" indent="-233363" eaLnBrk="0" hangingPunct="0">
              <a:spcBef>
                <a:spcPct val="20000"/>
              </a:spcBef>
              <a:buClr>
                <a:srgbClr val="ED6E2E"/>
              </a:buClr>
              <a:buFont typeface="Wingdings" pitchFamily="2" charset="2"/>
              <a:buChar char="§"/>
            </a:pPr>
            <a:r>
              <a:rPr lang="en-US" sz="3200" dirty="0"/>
              <a:t>Proper forensic procedure</a:t>
            </a:r>
          </a:p>
          <a:p>
            <a:pPr marL="233363" indent="-233363" eaLnBrk="0" hangingPunct="0">
              <a:spcBef>
                <a:spcPct val="20000"/>
              </a:spcBef>
              <a:buClr>
                <a:srgbClr val="ED6E2E"/>
              </a:buClr>
              <a:buFont typeface="Wingdings" pitchFamily="2" charset="2"/>
              <a:buChar char="§"/>
            </a:pPr>
            <a:r>
              <a:rPr lang="en-US" sz="3200" dirty="0"/>
              <a:t>Evidence handling </a:t>
            </a:r>
          </a:p>
          <a:p>
            <a:pPr marL="233363" indent="-233363" eaLnBrk="0" hangingPunct="0">
              <a:spcBef>
                <a:spcPct val="20000"/>
              </a:spcBef>
              <a:buClr>
                <a:srgbClr val="ED6E2E"/>
              </a:buClr>
              <a:buFont typeface="Wingdings" pitchFamily="2" charset="2"/>
              <a:buChar char="§"/>
            </a:pPr>
            <a:r>
              <a:rPr lang="en-US" sz="3200" dirty="0"/>
              <a:t>Storage formats</a:t>
            </a:r>
          </a:p>
          <a:p>
            <a:pPr marL="233363" indent="-233363" eaLnBrk="0" hangingPunct="0">
              <a:spcBef>
                <a:spcPct val="20000"/>
              </a:spcBef>
              <a:buClr>
                <a:srgbClr val="ED6E2E"/>
              </a:buClr>
              <a:buFont typeface="Wingdings" pitchFamily="2" charset="2"/>
              <a:buChar char="§"/>
            </a:pPr>
            <a:r>
              <a:rPr lang="en-US" sz="3200" dirty="0"/>
              <a:t>Forensically imaging a drive</a:t>
            </a:r>
          </a:p>
          <a:p>
            <a:pPr marL="233363" indent="-233363" eaLnBrk="0" hangingPunct="0">
              <a:spcBef>
                <a:spcPct val="20000"/>
              </a:spcBef>
              <a:buClr>
                <a:srgbClr val="ED6E2E"/>
              </a:buClr>
              <a:buFont typeface="Wingdings" pitchFamily="2" charset="2"/>
              <a:buChar char="§"/>
            </a:pPr>
            <a:r>
              <a:rPr lang="en-US" sz="3200" dirty="0"/>
              <a:t>RAID acquisitions </a:t>
            </a:r>
          </a:p>
          <a:p>
            <a:pPr marL="233363" indent="-233363" eaLnBrk="0" hangingPunct="0">
              <a:spcBef>
                <a:spcPct val="20000"/>
              </a:spcBef>
              <a:buClr>
                <a:srgbClr val="ED6E2E"/>
              </a:buClr>
              <a:buFont typeface="Wingdings" pitchFamily="2" charset="2"/>
              <a:buChar char="§"/>
            </a:pPr>
            <a:endParaRPr lang="en-US" sz="32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PROPS" val="doc-id:164124"/>
  <p:tag name="PRESENTATION_PLAYLIST_COUNT" val="0"/>
  <p:tag name="PRESENTATION_PRESENTER_SLIDE_LEVEL" val="0"/>
  <p:tag name="ART_ENCODE_TYPE" val="0"/>
  <p:tag name="ART_ENCODE_INDEX" val="1"/>
  <p:tag name="PUBLISH_TITLE" val="PM 2006"/>
  <p:tag name="ARTICULATE_PUBLISH_PATH" val="C:\Documents and Settings\Josh Bersin\My Documents\_Bersin Files\_PRESENTATIONS\2006_05_PMLAUNCH\PM 2006"/>
  <p:tag name="ARTICULATE_LOGO" val="Bersin-Logo2.gif"/>
  <p:tag name="ARTICULATE_PRESENTER" val="Josh Bersin"/>
  <p:tag name="ARTICULATE_PRESENTER_GUID" val="AF8D0DB1-D4D4-4749-BE26-AB8CCB5FD1C7"/>
  <p:tag name="ARTICULATE_LMS" val="0"/>
  <p:tag name="LMS_PUBLISH" val="No"/>
  <p:tag name="PLAYERLOGOHEIGHT" val="94"/>
  <p:tag name="PLAYERLOGOWIDTH" val="244"/>
  <p:tag name="LAUNCHINNEWWINDOW" val="1"/>
  <p:tag name="LASTPUBLISHED" val="C:\Documents and Settings\Josh Bersin\My Documents\_Bersin Files\_PRESENTATIONS\2006_05_PMLAUNCH\PM 2006\PM 2006\launcher.html"/>
  <p:tag name="MMPROD_NEXTUNIQUEID" val="10009"/>
  <p:tag name="MMPROD_UIDATA" val="&lt;database version=&quot;7.0&quot;&gt;&lt;object type=&quot;1&quot; unique_id=&quot;10001&quot;&gt;&lt;property id=&quot;20141&quot; value=&quot;PM 2006&quot;/&gt;&lt;object type=&quot;8&quot; unique_id=&quot;10002&quot;&gt;&lt;/object&gt;&lt;object type=&quot;2&quot; unique_id=&quot;10003&quot;&gt;&lt;object type=&quot;3&quot; unique_id=&quot;10004&quot;&gt;&lt;property id=&quot;20148&quot; value=&quot;5&quot;/&gt;&lt;property id=&quot;20300&quot; value=&quot;Slide 1 - &amp;quot;Cummins Presentation&amp;#x0D;&amp;#x0A;High-Impact Learning Organizations &amp;#x0D;&amp;#x0A;&amp;#x0D;&amp;#x0A;WhatWorks® In the Management, Governance, and Operations &quot;/&gt;&lt;property id=&quot;20302&quot; value=&quot;0&quot;/&gt;&lt;property id=&quot;20307&quot; value=&quot;1507&quot;/&gt;&lt;/object&gt;&lt;object type=&quot;3&quot; unique_id=&quot;10006&quot;&gt;&lt;property id=&quot;20148&quot; value=&quot;5&quot;/&gt;&lt;property id=&quot;20300&quot; value=&quot;Slide 2 - &amp;quot;Bersin WhatWorks® Methodology&amp;quot;&quot;/&gt;&lt;property id=&quot;20302&quot; value=&quot;0&quot;/&gt;&lt;property id=&quot;20307&quot; value=&quot;1509&quot;/&gt;&lt;/object&gt;&lt;object type=&quot;3&quot; unique_id=&quot;10008&quot;&gt;&lt;property id=&quot;20148&quot; value=&quot;5&quot;/&gt;&lt;property id=&quot;20300&quot; value=&quot;Slide 6 - &amp;quot;The Corporate L&amp;amp;D Marketplace&amp;quot;&quot;/&gt;&lt;property id=&quot;20302&quot; value=&quot;0&quot;/&gt;&lt;property id=&quot;20307&quot; value=&quot;1486&quot;/&gt;&lt;/object&gt;&lt;object type=&quot;3&quot; unique_id=&quot;10011&quot;&gt;&lt;property id=&quot;20148&quot; value=&quot;5&quot;/&gt;&lt;property id=&quot;20300&quot; value=&quot;Slide 7 - &amp;quot;Current Workforce Demographics&amp;quot;&quot;/&gt;&lt;property id=&quot;20302&quot; value=&quot;0&quot;/&gt;&lt;property id=&quot;20307&quot; value=&quot;1513&quot;/&gt;&lt;/object&gt;&lt;object type=&quot;3&quot; unique_id=&quot;10013&quot;&gt;&lt;property id=&quot;20148&quot; value=&quot;5&quot;/&gt;&lt;property id=&quot;20300&quot; value=&quot;Slide 8 - &amp;quot;Today’s Worker&amp;quot;&quot;/&gt;&lt;property id=&quot;20302&quot; value=&quot;0&quot;/&gt;&lt;property id=&quot;20307&quot; value=&quot;1520&quot;/&gt;&lt;/object&gt;&lt;object type=&quot;3&quot; unique_id=&quot;10015&quot;&gt;&lt;property id=&quot;20148&quot; value=&quot;5&quot;/&gt;&lt;property id=&quot;20300&quot; value=&quot;Slide 9 - &amp;quot;Forces for Change in Corporate L&amp;amp;D&amp;quot;&quot;/&gt;&lt;property id=&quot;20302&quot; value=&quot;0&quot;/&gt;&lt;property id=&quot;20307&quot; value=&quot;1479&quot;/&gt;&lt;/object&gt;&lt;object type=&quot;3&quot; unique_id=&quot;10018&quot;&gt;&lt;property id=&quot;20148&quot; value=&quot;5&quot;/&gt;&lt;property id=&quot;20300&quot; value=&quot;Slide 10 - &amp;quot;High Impact Learning Organization&amp;#x0D;&amp;#x0A;How we create business impact&amp;quot;&quot;/&gt;&lt;property id=&quot;20302&quot; value=&quot;0&quot;/&gt;&lt;property id=&quot;20307&quot; value=&quot;1485&quot;/&gt;&lt;/object&gt;&lt;object type=&quot;3&quot; unique_id=&quot;10030&quot;&gt;&lt;property id=&quot;20148&quot; value=&quot;5&quot;/&gt;&lt;property id=&quot;20300&quot; value=&quot;Slide 11 - &amp;quot;High Impact Governance&amp;quot;&quot;/&gt;&lt;property id=&quot;20302&quot; value=&quot;0&quot;/&gt;&lt;property id=&quot;20307&quot; value=&quot;1523&quot;/&gt;&lt;/object&gt;&lt;object type=&quot;3&quot; unique_id=&quot;10031&quot;&gt;&lt;property id=&quot;20148&quot; value=&quot;5&quot;/&gt;&lt;property id=&quot;20300&quot; value=&quot;Slide 12 - &amp;quot;High Impact Governance Process&amp;quot;&quot;/&gt;&lt;property id=&quot;20302&quot; value=&quot;0&quot;/&gt;&lt;property id=&quot;20307&quot; value=&quot;1527&quot;/&gt;&lt;/object&gt;&lt;object type=&quot;3&quot; unique_id=&quot;10033&quot;&gt;&lt;property id=&quot;20148&quot; value=&quot;5&quot;/&gt;&lt;property id=&quot;20300&quot; value=&quot;Slide 13 - &amp;quot;Strategy Alignment Process&amp;quot;&quot;/&gt;&lt;property id=&quot;20302&quot; value=&quot;0&quot;/&gt;&lt;property id=&quot;20307&quot; value=&quot;1572&quot;/&gt;&lt;/object&gt;&lt;object type=&quot;3&quot; unique_id=&quot;10036&quot;&gt;&lt;property id=&quot;20148&quot; value=&quot;5&quot;/&gt;&lt;property id=&quot;20300&quot; value=&quot;Slide 14 - &amp;quot;A Working Federated Model&amp;quot;&quot;/&gt;&lt;property id=&quot;20302&quot; value=&quot;0&quot;/&gt;&lt;property id=&quot;20307&quot; value=&quot;1528&quot;/&gt;&lt;/object&gt;&lt;object type=&quot;3&quot; unique_id=&quot;10970&quot;&gt;&lt;property id=&quot;20148&quot; value=&quot;5&quot;/&gt;&lt;property id=&quot;20300&quot; value=&quot;Slide 3&quot;/&gt;&lt;property id=&quot;20307&quot; value=&quot;1573&quot;/&gt;&lt;/object&gt;&lt;object type=&quot;3&quot; unique_id=&quot;10971&quot;&gt;&lt;property id=&quot;20148&quot; value=&quot;5&quot;/&gt;&lt;property id=&quot;20300&quot; value=&quot;Slide 4 - &amp;quot;Business Needs Leading to Training Requirements&amp;quot;&quot;/&gt;&lt;property id=&quot;20307&quot; value=&quot;1574&quot;/&gt;&lt;/object&gt;&lt;object type=&quot;3&quot; unique_id=&quot;10972&quot;&gt;&lt;property id=&quot;20148&quot; value=&quot;5&quot;/&gt;&lt;property id=&quot;20300&quot; value=&quot;Slide 5 - &amp;quot;Context - Training &amp;amp; Development: &amp;#x0D;&amp;#x0A;Sample Interventions&amp;quot;&quot;/&gt;&lt;property id=&quot;20307&quot; value=&quot;1575&quot;/&gt;&lt;/object&gt;&lt;/object&gt;&lt;object type=&quot;4&quot; unique_id=&quot;10310&quot;&gt;&lt;property id=&quot;28&quot; value=&quot;1000&quot;/&gt;&lt;object type=&quot;5&quot; unique_id=&quot;1001&quot;&gt;&lt;/object&gt;&lt;/object&gt;&lt;/object&gt;&lt;/database&gt;"/>
  <p:tag name="SECTOMILLISECCONVERTED" val="1"/>
</p:tagLst>
</file>

<file path=ppt/theme/theme1.xml><?xml version="1.0" encoding="utf-8"?>
<a:theme xmlns:a="http://schemas.openxmlformats.org/drawingml/2006/main" name="Blank Presentation">
  <a:themeElements>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204F91"/>
        </a:dk2>
        <a:lt2>
          <a:srgbClr val="A1A8AD"/>
        </a:lt2>
        <a:accent1>
          <a:srgbClr val="38629C"/>
        </a:accent1>
        <a:accent2>
          <a:srgbClr val="FE9901"/>
        </a:accent2>
        <a:accent3>
          <a:srgbClr val="FFFFFF"/>
        </a:accent3>
        <a:accent4>
          <a:srgbClr val="000000"/>
        </a:accent4>
        <a:accent5>
          <a:srgbClr val="AEB7CB"/>
        </a:accent5>
        <a:accent6>
          <a:srgbClr val="E68A01"/>
        </a:accent6>
        <a:hlink>
          <a:srgbClr val="7DBA00"/>
        </a:hlink>
        <a:folHlink>
          <a:srgbClr val="9C1F2E"/>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3366"/>
        </a:dk2>
        <a:lt2>
          <a:srgbClr val="A1A8AD"/>
        </a:lt2>
        <a:accent1>
          <a:srgbClr val="A8C77F"/>
        </a:accent1>
        <a:accent2>
          <a:srgbClr val="547933"/>
        </a:accent2>
        <a:accent3>
          <a:srgbClr val="FFFFFF"/>
        </a:accent3>
        <a:accent4>
          <a:srgbClr val="000000"/>
        </a:accent4>
        <a:accent5>
          <a:srgbClr val="D1E0C0"/>
        </a:accent5>
        <a:accent6>
          <a:srgbClr val="4B6D2D"/>
        </a:accent6>
        <a:hlink>
          <a:srgbClr val="E6851A"/>
        </a:hlink>
        <a:folHlink>
          <a:srgbClr val="9C1F2E"/>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4D7D35"/>
        </a:dk2>
        <a:lt2>
          <a:srgbClr val="91B3BD"/>
        </a:lt2>
        <a:accent1>
          <a:srgbClr val="49699D"/>
        </a:accent1>
        <a:accent2>
          <a:srgbClr val="D2E0BA"/>
        </a:accent2>
        <a:accent3>
          <a:srgbClr val="FFFFFF"/>
        </a:accent3>
        <a:accent4>
          <a:srgbClr val="000000"/>
        </a:accent4>
        <a:accent5>
          <a:srgbClr val="B1B9CC"/>
        </a:accent5>
        <a:accent6>
          <a:srgbClr val="BECBA8"/>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4D7D35"/>
        </a:dk2>
        <a:lt2>
          <a:srgbClr val="91B3BD"/>
        </a:lt2>
        <a:accent1>
          <a:srgbClr val="49699D"/>
        </a:accent1>
        <a:accent2>
          <a:srgbClr val="C57F21"/>
        </a:accent2>
        <a:accent3>
          <a:srgbClr val="FFFFFF"/>
        </a:accent3>
        <a:accent4>
          <a:srgbClr val="000000"/>
        </a:accent4>
        <a:accent5>
          <a:srgbClr val="B1B9CC"/>
        </a:accent5>
        <a:accent6>
          <a:srgbClr val="B2721D"/>
        </a:accent6>
        <a:hlink>
          <a:srgbClr val="704A6E"/>
        </a:hlink>
        <a:folHlink>
          <a:srgbClr val="948092"/>
        </a:folHlink>
      </a:clrScheme>
      <a:clrMap bg1="lt1" tx1="dk1" bg2="lt2" tx2="dk2" accent1="accent1" accent2="accent2" accent3="accent3" accent4="accent4" accent5="accent5" accent6="accent6" hlink="hlink" folHlink="folHlink"/>
    </a:extraClrScheme>
    <a:extraClrScheme>
      <a:clrScheme name="Blank Presentation 6">
        <a:dk1>
          <a:srgbClr val="003366"/>
        </a:dk1>
        <a:lt1>
          <a:srgbClr val="FFFFFF"/>
        </a:lt1>
        <a:dk2>
          <a:srgbClr val="204F91"/>
        </a:dk2>
        <a:lt2>
          <a:srgbClr val="A1A8AD"/>
        </a:lt2>
        <a:accent1>
          <a:srgbClr val="73B244"/>
        </a:accent1>
        <a:accent2>
          <a:srgbClr val="932121"/>
        </a:accent2>
        <a:accent3>
          <a:srgbClr val="FFFFFF"/>
        </a:accent3>
        <a:accent4>
          <a:srgbClr val="002A56"/>
        </a:accent4>
        <a:accent5>
          <a:srgbClr val="BCD5B0"/>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7">
        <a:dk1>
          <a:srgbClr val="003366"/>
        </a:dk1>
        <a:lt1>
          <a:srgbClr val="FFFFFF"/>
        </a:lt1>
        <a:dk2>
          <a:srgbClr val="204F91"/>
        </a:dk2>
        <a:lt2>
          <a:srgbClr val="A1A8AD"/>
        </a:lt2>
        <a:accent1>
          <a:srgbClr val="D7D214"/>
        </a:accent1>
        <a:accent2>
          <a:srgbClr val="932121"/>
        </a:accent2>
        <a:accent3>
          <a:srgbClr val="FFFFFF"/>
        </a:accent3>
        <a:accent4>
          <a:srgbClr val="002A56"/>
        </a:accent4>
        <a:accent5>
          <a:srgbClr val="E8E5AA"/>
        </a:accent5>
        <a:accent6>
          <a:srgbClr val="851D1D"/>
        </a:accent6>
        <a:hlink>
          <a:srgbClr val="67983A"/>
        </a:hlink>
        <a:folHlink>
          <a:srgbClr val="315C22"/>
        </a:folHlink>
      </a:clrScheme>
      <a:clrMap bg1="lt1" tx1="dk1" bg2="lt2" tx2="dk2" accent1="accent1" accent2="accent2" accent3="accent3" accent4="accent4" accent5="accent5" accent6="accent6" hlink="hlink" folHlink="folHlink"/>
    </a:extraClrScheme>
    <a:extraClrScheme>
      <a:clrScheme name="Blank Presentation 8">
        <a:dk1>
          <a:srgbClr val="000000"/>
        </a:dk1>
        <a:lt1>
          <a:srgbClr val="FFFFFF"/>
        </a:lt1>
        <a:dk2>
          <a:srgbClr val="4D7D35"/>
        </a:dk2>
        <a:lt2>
          <a:srgbClr val="91B3BD"/>
        </a:lt2>
        <a:accent1>
          <a:srgbClr val="49699D"/>
        </a:accent1>
        <a:accent2>
          <a:srgbClr val="DD9043"/>
        </a:accent2>
        <a:accent3>
          <a:srgbClr val="FFFFFF"/>
        </a:accent3>
        <a:accent4>
          <a:srgbClr val="000000"/>
        </a:accent4>
        <a:accent5>
          <a:srgbClr val="B1B9CC"/>
        </a:accent5>
        <a:accent6>
          <a:srgbClr val="C8823C"/>
        </a:accent6>
        <a:hlink>
          <a:srgbClr val="704A6E"/>
        </a:hlink>
        <a:folHlink>
          <a:srgbClr val="94809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24820</TotalTime>
  <Words>4392</Words>
  <Application>Microsoft Office PowerPoint</Application>
  <PresentationFormat>On-screen Show (4:3)</PresentationFormat>
  <Paragraphs>487</Paragraphs>
  <Slides>43</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MS PGothic</vt:lpstr>
      <vt:lpstr>Arial</vt:lpstr>
      <vt:lpstr>Courier New</vt:lpstr>
      <vt:lpstr>Times</vt:lpstr>
      <vt:lpstr>Times New Roman</vt:lpstr>
      <vt:lpstr>Wingdings</vt:lpstr>
      <vt:lpstr>Blank Presentation</vt:lpstr>
      <vt:lpstr>PowerPoint Presentation</vt:lpstr>
      <vt:lpstr>Learning Objective</vt:lpstr>
      <vt:lpstr>Key Concepts</vt:lpstr>
      <vt:lpstr>Proper Procedure Overview</vt:lpstr>
      <vt:lpstr>Shutting Down the Computer</vt:lpstr>
      <vt:lpstr>Task Manager Running Processes</vt:lpstr>
      <vt:lpstr>netstat Command</vt:lpstr>
      <vt:lpstr>net sessions Command</vt:lpstr>
      <vt:lpstr>openfiles Command</vt:lpstr>
      <vt:lpstr>System Memory with OSForensics</vt:lpstr>
      <vt:lpstr>Transporting the Computer</vt:lpstr>
      <vt:lpstr>Preparing the System</vt:lpstr>
      <vt:lpstr>Evidence Form</vt:lpstr>
      <vt:lpstr>Chain of Custody Form</vt:lpstr>
      <vt:lpstr>Documenting the Hardware Configuration of the System</vt:lpstr>
      <vt:lpstr>Mathematically Authenticating Data on All Storage Devices</vt:lpstr>
      <vt:lpstr>Handling Evidence</vt:lpstr>
      <vt:lpstr>Collecting Data</vt:lpstr>
      <vt:lpstr>Documenting Filenames, Dates, and Times</vt:lpstr>
      <vt:lpstr>Identifying File, Program, and Storage Anomalies</vt:lpstr>
      <vt:lpstr>Evidence-Gathering Measures</vt:lpstr>
      <vt:lpstr>Physical and Logical Analysis</vt:lpstr>
      <vt:lpstr>Creating a Timeline</vt:lpstr>
      <vt:lpstr>Storage Formats</vt:lpstr>
      <vt:lpstr>Storage Formats (cont.)</vt:lpstr>
      <vt:lpstr>Magnetic and Solid State Drives</vt:lpstr>
      <vt:lpstr>File Formats</vt:lpstr>
      <vt:lpstr>Forensic Imaging</vt:lpstr>
      <vt:lpstr>Imaging with dd and netcat</vt:lpstr>
      <vt:lpstr>Imaging with EnCase</vt:lpstr>
      <vt:lpstr>Imaging with EnCase</vt:lpstr>
      <vt:lpstr>Imaging with EnCase</vt:lpstr>
      <vt:lpstr>Imaging EnCase</vt:lpstr>
      <vt:lpstr>Imaging with Forensic Toolkit (FTK)</vt:lpstr>
      <vt:lpstr>Imaging with FTK</vt:lpstr>
      <vt:lpstr>Imaging with FTK</vt:lpstr>
      <vt:lpstr>Imaging with FTK</vt:lpstr>
      <vt:lpstr>Imaging with OSForensics</vt:lpstr>
      <vt:lpstr>Imaging with OSForensics</vt:lpstr>
      <vt:lpstr>RAID Acquisitions</vt:lpstr>
      <vt:lpstr>Redundant Array of Independent Disks (RAID)</vt:lpstr>
      <vt:lpstr>Redundant Array of Independent Disks (RAID)</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E-Learning</dc:title>
  <dc:creator>Kim</dc:creator>
  <cp:lastModifiedBy>Dr.Mohammed Tawfik</cp:lastModifiedBy>
  <cp:revision>3239</cp:revision>
  <cp:lastPrinted>2008-07-07T18:08:55Z</cp:lastPrinted>
  <dcterms:created xsi:type="dcterms:W3CDTF">2010-11-23T16:40:46Z</dcterms:created>
  <dcterms:modified xsi:type="dcterms:W3CDTF">2025-11-07T13:49:26Z</dcterms:modified>
</cp:coreProperties>
</file>