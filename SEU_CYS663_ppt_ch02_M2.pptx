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Lst>
  <p:notesMasterIdLst>
    <p:notesMasterId r:id="rId54"/>
  </p:notesMasterIdLst>
  <p:handoutMasterIdLst>
    <p:handoutMasterId r:id="rId55"/>
  </p:handoutMasterIdLst>
  <p:sldIdLst>
    <p:sldId id="1570" r:id="rId6"/>
    <p:sldId id="1569" r:id="rId7"/>
    <p:sldId id="1574" r:id="rId8"/>
    <p:sldId id="1611" r:id="rId9"/>
    <p:sldId id="1612" r:id="rId10"/>
    <p:sldId id="1614" r:id="rId11"/>
    <p:sldId id="1615" r:id="rId12"/>
    <p:sldId id="1573" r:id="rId13"/>
    <p:sldId id="1648" r:id="rId14"/>
    <p:sldId id="1639" r:id="rId15"/>
    <p:sldId id="1652" r:id="rId16"/>
    <p:sldId id="1649" r:id="rId17"/>
    <p:sldId id="1650" r:id="rId18"/>
    <p:sldId id="1632" r:id="rId19"/>
    <p:sldId id="1634" r:id="rId20"/>
    <p:sldId id="1653" r:id="rId21"/>
    <p:sldId id="1640" r:id="rId22"/>
    <p:sldId id="1633" r:id="rId23"/>
    <p:sldId id="1644" r:id="rId24"/>
    <p:sldId id="1643" r:id="rId25"/>
    <p:sldId id="1651" r:id="rId26"/>
    <p:sldId id="1635" r:id="rId27"/>
    <p:sldId id="1641" r:id="rId28"/>
    <p:sldId id="1654" r:id="rId29"/>
    <p:sldId id="1655" r:id="rId30"/>
    <p:sldId id="1645" r:id="rId31"/>
    <p:sldId id="1642" r:id="rId32"/>
    <p:sldId id="1582" r:id="rId33"/>
    <p:sldId id="1629" r:id="rId34"/>
    <p:sldId id="1630" r:id="rId35"/>
    <p:sldId id="1625" r:id="rId36"/>
    <p:sldId id="1626" r:id="rId37"/>
    <p:sldId id="1585" r:id="rId38"/>
    <p:sldId id="1586" r:id="rId39"/>
    <p:sldId id="1627" r:id="rId40"/>
    <p:sldId id="1628" r:id="rId41"/>
    <p:sldId id="1591" r:id="rId42"/>
    <p:sldId id="1592" r:id="rId43"/>
    <p:sldId id="1593" r:id="rId44"/>
    <p:sldId id="1594" r:id="rId45"/>
    <p:sldId id="1595" r:id="rId46"/>
    <p:sldId id="1596" r:id="rId47"/>
    <p:sldId id="1597" r:id="rId48"/>
    <p:sldId id="1598" r:id="rId49"/>
    <p:sldId id="1599" r:id="rId50"/>
    <p:sldId id="1600" r:id="rId51"/>
    <p:sldId id="1602" r:id="rId52"/>
    <p:sldId id="1603" r:id="rId53"/>
  </p:sldIdLst>
  <p:sldSz cx="9144000" cy="6858000" type="screen4x3"/>
  <p:notesSz cx="7010400" cy="9296400"/>
  <p:custDataLst>
    <p:tags r:id="rId56"/>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5" autoAdjust="0"/>
    <p:restoredTop sz="90775" autoAdjust="0"/>
  </p:normalViewPr>
  <p:slideViewPr>
    <p:cSldViewPr snapToGrid="0" snapToObjects="1">
      <p:cViewPr varScale="1">
        <p:scale>
          <a:sx n="75" d="100"/>
          <a:sy n="75" d="100"/>
        </p:scale>
        <p:origin x="1498" y="48"/>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93" d="100"/>
          <a:sy n="93" d="100"/>
        </p:scale>
        <p:origin x="-2532" y="-12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1.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384111-47EB-42BB-A3BB-9E8BF1E9968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EA36F9E-8E7B-44CE-A37B-1C7C3327B68D}">
      <dgm:prSet phldrT="[Text]"/>
      <dgm:spPr/>
      <dgm:t>
        <a:bodyPr/>
        <a:lstStyle/>
        <a:p>
          <a:r>
            <a:rPr lang="en-US" dirty="0"/>
            <a:t>Target</a:t>
          </a:r>
        </a:p>
      </dgm:t>
    </dgm:pt>
    <dgm:pt modelId="{F16CE232-D7A2-4A37-A5DF-47867C38DAA0}" type="parTrans" cxnId="{8F3A8823-0F15-4BC3-95F3-488089ECD377}">
      <dgm:prSet/>
      <dgm:spPr/>
      <dgm:t>
        <a:bodyPr/>
        <a:lstStyle/>
        <a:p>
          <a:endParaRPr lang="en-US"/>
        </a:p>
      </dgm:t>
    </dgm:pt>
    <dgm:pt modelId="{2CEF17C8-A1A7-4424-854D-934540A5F2B6}" type="sibTrans" cxnId="{8F3A8823-0F15-4BC3-95F3-488089ECD377}">
      <dgm:prSet/>
      <dgm:spPr/>
      <dgm:t>
        <a:bodyPr/>
        <a:lstStyle/>
        <a:p>
          <a:endParaRPr lang="en-US"/>
        </a:p>
      </dgm:t>
    </dgm:pt>
    <dgm:pt modelId="{18A304FC-E95F-49BE-905E-5434ABF72B95}">
      <dgm:prSet phldrT="[Text]"/>
      <dgm:spPr/>
      <dgm:t>
        <a:bodyPr/>
        <a:lstStyle/>
        <a:p>
          <a:r>
            <a:rPr lang="en-US" dirty="0"/>
            <a:t>Instrument</a:t>
          </a:r>
        </a:p>
      </dgm:t>
    </dgm:pt>
    <dgm:pt modelId="{403B8A84-A9C8-4B1A-A757-5019BAC5A4A2}" type="parTrans" cxnId="{EDA85B03-E5B2-49C3-BC60-42EB58DF27B3}">
      <dgm:prSet/>
      <dgm:spPr/>
      <dgm:t>
        <a:bodyPr/>
        <a:lstStyle/>
        <a:p>
          <a:endParaRPr lang="en-US"/>
        </a:p>
      </dgm:t>
    </dgm:pt>
    <dgm:pt modelId="{FBEDC3AB-5878-4713-8C58-FC044AD9BD17}" type="sibTrans" cxnId="{EDA85B03-E5B2-49C3-BC60-42EB58DF27B3}">
      <dgm:prSet/>
      <dgm:spPr/>
      <dgm:t>
        <a:bodyPr/>
        <a:lstStyle/>
        <a:p>
          <a:endParaRPr lang="en-US"/>
        </a:p>
      </dgm:t>
    </dgm:pt>
    <dgm:pt modelId="{04044DE0-B917-4526-936C-114BB2F8C1AF}">
      <dgm:prSet phldrT="[Text]"/>
      <dgm:spPr/>
      <dgm:t>
        <a:bodyPr/>
        <a:lstStyle/>
        <a:p>
          <a:r>
            <a:rPr lang="en-US" dirty="0"/>
            <a:t>Evidence Repository</a:t>
          </a:r>
        </a:p>
      </dgm:t>
    </dgm:pt>
    <dgm:pt modelId="{D78CD9C5-6D2E-4148-B77A-C958E0AA6278}" type="parTrans" cxnId="{7F5B1107-029A-4D0E-86F0-9D43445DD864}">
      <dgm:prSet/>
      <dgm:spPr/>
      <dgm:t>
        <a:bodyPr/>
        <a:lstStyle/>
        <a:p>
          <a:endParaRPr lang="en-US"/>
        </a:p>
      </dgm:t>
    </dgm:pt>
    <dgm:pt modelId="{871DC329-3411-4E79-835D-AB1503A40B06}" type="sibTrans" cxnId="{7F5B1107-029A-4D0E-86F0-9D43445DD864}">
      <dgm:prSet/>
      <dgm:spPr/>
      <dgm:t>
        <a:bodyPr/>
        <a:lstStyle/>
        <a:p>
          <a:endParaRPr lang="en-US"/>
        </a:p>
      </dgm:t>
    </dgm:pt>
    <dgm:pt modelId="{DAB9E609-6FF1-47AF-B935-B84C3AFFF4AC}" type="pres">
      <dgm:prSet presAssocID="{AC384111-47EB-42BB-A3BB-9E8BF1E9968F}" presName="linear" presStyleCnt="0">
        <dgm:presLayoutVars>
          <dgm:dir/>
          <dgm:animLvl val="lvl"/>
          <dgm:resizeHandles val="exact"/>
        </dgm:presLayoutVars>
      </dgm:prSet>
      <dgm:spPr/>
    </dgm:pt>
    <dgm:pt modelId="{CC67C82D-D91E-445B-949D-C7B7D480B97D}" type="pres">
      <dgm:prSet presAssocID="{FEA36F9E-8E7B-44CE-A37B-1C7C3327B68D}" presName="parentLin" presStyleCnt="0"/>
      <dgm:spPr/>
    </dgm:pt>
    <dgm:pt modelId="{7DF9E5AC-D54F-4E36-85B0-126AEBF0493B}" type="pres">
      <dgm:prSet presAssocID="{FEA36F9E-8E7B-44CE-A37B-1C7C3327B68D}" presName="parentLeftMargin" presStyleLbl="node1" presStyleIdx="0" presStyleCnt="3"/>
      <dgm:spPr/>
    </dgm:pt>
    <dgm:pt modelId="{B183F146-D7F9-45F2-8608-3ED137E3B070}" type="pres">
      <dgm:prSet presAssocID="{FEA36F9E-8E7B-44CE-A37B-1C7C3327B68D}" presName="parentText" presStyleLbl="node1" presStyleIdx="0" presStyleCnt="3">
        <dgm:presLayoutVars>
          <dgm:chMax val="0"/>
          <dgm:bulletEnabled val="1"/>
        </dgm:presLayoutVars>
      </dgm:prSet>
      <dgm:spPr/>
    </dgm:pt>
    <dgm:pt modelId="{051112CC-0DB0-464A-833C-35153ABE91B8}" type="pres">
      <dgm:prSet presAssocID="{FEA36F9E-8E7B-44CE-A37B-1C7C3327B68D}" presName="negativeSpace" presStyleCnt="0"/>
      <dgm:spPr/>
    </dgm:pt>
    <dgm:pt modelId="{B187D75C-D29D-45AF-8EB8-DE6B19783D65}" type="pres">
      <dgm:prSet presAssocID="{FEA36F9E-8E7B-44CE-A37B-1C7C3327B68D}" presName="childText" presStyleLbl="conFgAcc1" presStyleIdx="0" presStyleCnt="3">
        <dgm:presLayoutVars>
          <dgm:bulletEnabled val="1"/>
        </dgm:presLayoutVars>
      </dgm:prSet>
      <dgm:spPr/>
    </dgm:pt>
    <dgm:pt modelId="{6DB22F75-9E46-4166-8D81-669450E162D1}" type="pres">
      <dgm:prSet presAssocID="{2CEF17C8-A1A7-4424-854D-934540A5F2B6}" presName="spaceBetweenRectangles" presStyleCnt="0"/>
      <dgm:spPr/>
    </dgm:pt>
    <dgm:pt modelId="{398BF3F8-7471-4991-BAFF-AC3CB105CAA5}" type="pres">
      <dgm:prSet presAssocID="{18A304FC-E95F-49BE-905E-5434ABF72B95}" presName="parentLin" presStyleCnt="0"/>
      <dgm:spPr/>
    </dgm:pt>
    <dgm:pt modelId="{FB15ABFE-AEEB-43A0-A8BE-3B755160CDA0}" type="pres">
      <dgm:prSet presAssocID="{18A304FC-E95F-49BE-905E-5434ABF72B95}" presName="parentLeftMargin" presStyleLbl="node1" presStyleIdx="0" presStyleCnt="3"/>
      <dgm:spPr/>
    </dgm:pt>
    <dgm:pt modelId="{03119836-F688-4E2C-AB9C-57E2F4FFCE90}" type="pres">
      <dgm:prSet presAssocID="{18A304FC-E95F-49BE-905E-5434ABF72B95}" presName="parentText" presStyleLbl="node1" presStyleIdx="1" presStyleCnt="3">
        <dgm:presLayoutVars>
          <dgm:chMax val="0"/>
          <dgm:bulletEnabled val="1"/>
        </dgm:presLayoutVars>
      </dgm:prSet>
      <dgm:spPr/>
    </dgm:pt>
    <dgm:pt modelId="{B49F1A3F-4DDB-41B0-BD9A-FDD1F745CA7C}" type="pres">
      <dgm:prSet presAssocID="{18A304FC-E95F-49BE-905E-5434ABF72B95}" presName="negativeSpace" presStyleCnt="0"/>
      <dgm:spPr/>
    </dgm:pt>
    <dgm:pt modelId="{65F38DE2-CA47-4326-840D-04FEBA9C267B}" type="pres">
      <dgm:prSet presAssocID="{18A304FC-E95F-49BE-905E-5434ABF72B95}" presName="childText" presStyleLbl="conFgAcc1" presStyleIdx="1" presStyleCnt="3" custLinFactNeighborY="16304">
        <dgm:presLayoutVars>
          <dgm:bulletEnabled val="1"/>
        </dgm:presLayoutVars>
      </dgm:prSet>
      <dgm:spPr/>
    </dgm:pt>
    <dgm:pt modelId="{DCE01550-FFD7-4C4C-A6E2-172A4D1D4494}" type="pres">
      <dgm:prSet presAssocID="{FBEDC3AB-5878-4713-8C58-FC044AD9BD17}" presName="spaceBetweenRectangles" presStyleCnt="0"/>
      <dgm:spPr/>
    </dgm:pt>
    <dgm:pt modelId="{84BBE30F-801E-4B08-8FA4-A528BF21AB54}" type="pres">
      <dgm:prSet presAssocID="{04044DE0-B917-4526-936C-114BB2F8C1AF}" presName="parentLin" presStyleCnt="0"/>
      <dgm:spPr/>
    </dgm:pt>
    <dgm:pt modelId="{D28A8FB9-1CCA-49E9-8233-083D7BDAE7F8}" type="pres">
      <dgm:prSet presAssocID="{04044DE0-B917-4526-936C-114BB2F8C1AF}" presName="parentLeftMargin" presStyleLbl="node1" presStyleIdx="1" presStyleCnt="3"/>
      <dgm:spPr/>
    </dgm:pt>
    <dgm:pt modelId="{9C78D89E-C599-48B5-B0E8-B87D09EFAB1C}" type="pres">
      <dgm:prSet presAssocID="{04044DE0-B917-4526-936C-114BB2F8C1AF}" presName="parentText" presStyleLbl="node1" presStyleIdx="2" presStyleCnt="3">
        <dgm:presLayoutVars>
          <dgm:chMax val="0"/>
          <dgm:bulletEnabled val="1"/>
        </dgm:presLayoutVars>
      </dgm:prSet>
      <dgm:spPr/>
    </dgm:pt>
    <dgm:pt modelId="{575357B6-D911-40F8-9172-FA3265321C72}" type="pres">
      <dgm:prSet presAssocID="{04044DE0-B917-4526-936C-114BB2F8C1AF}" presName="negativeSpace" presStyleCnt="0"/>
      <dgm:spPr/>
    </dgm:pt>
    <dgm:pt modelId="{7A5DDEF2-1442-4420-9D9A-9D06D8667A17}" type="pres">
      <dgm:prSet presAssocID="{04044DE0-B917-4526-936C-114BB2F8C1AF}" presName="childText" presStyleLbl="conFgAcc1" presStyleIdx="2" presStyleCnt="3">
        <dgm:presLayoutVars>
          <dgm:bulletEnabled val="1"/>
        </dgm:presLayoutVars>
      </dgm:prSet>
      <dgm:spPr/>
    </dgm:pt>
  </dgm:ptLst>
  <dgm:cxnLst>
    <dgm:cxn modelId="{EDA85B03-E5B2-49C3-BC60-42EB58DF27B3}" srcId="{AC384111-47EB-42BB-A3BB-9E8BF1E9968F}" destId="{18A304FC-E95F-49BE-905E-5434ABF72B95}" srcOrd="1" destOrd="0" parTransId="{403B8A84-A9C8-4B1A-A757-5019BAC5A4A2}" sibTransId="{FBEDC3AB-5878-4713-8C58-FC044AD9BD17}"/>
    <dgm:cxn modelId="{7F5B1107-029A-4D0E-86F0-9D43445DD864}" srcId="{AC384111-47EB-42BB-A3BB-9E8BF1E9968F}" destId="{04044DE0-B917-4526-936C-114BB2F8C1AF}" srcOrd="2" destOrd="0" parTransId="{D78CD9C5-6D2E-4148-B77A-C958E0AA6278}" sibTransId="{871DC329-3411-4E79-835D-AB1503A40B06}"/>
    <dgm:cxn modelId="{93DDE210-15C2-4C44-95D2-73107D039D1A}" type="presOf" srcId="{FEA36F9E-8E7B-44CE-A37B-1C7C3327B68D}" destId="{7DF9E5AC-D54F-4E36-85B0-126AEBF0493B}" srcOrd="0" destOrd="0" presId="urn:microsoft.com/office/officeart/2005/8/layout/list1"/>
    <dgm:cxn modelId="{8F3A8823-0F15-4BC3-95F3-488089ECD377}" srcId="{AC384111-47EB-42BB-A3BB-9E8BF1E9968F}" destId="{FEA36F9E-8E7B-44CE-A37B-1C7C3327B68D}" srcOrd="0" destOrd="0" parTransId="{F16CE232-D7A2-4A37-A5DF-47867C38DAA0}" sibTransId="{2CEF17C8-A1A7-4424-854D-934540A5F2B6}"/>
    <dgm:cxn modelId="{EAFC5F6C-DAF2-413D-852F-D3337F7C6718}" type="presOf" srcId="{18A304FC-E95F-49BE-905E-5434ABF72B95}" destId="{FB15ABFE-AEEB-43A0-A8BE-3B755160CDA0}" srcOrd="0" destOrd="0" presId="urn:microsoft.com/office/officeart/2005/8/layout/list1"/>
    <dgm:cxn modelId="{ECD2C286-0D6C-4CD0-9AB5-18C75E219A6F}" type="presOf" srcId="{04044DE0-B917-4526-936C-114BB2F8C1AF}" destId="{D28A8FB9-1CCA-49E9-8233-083D7BDAE7F8}" srcOrd="0" destOrd="0" presId="urn:microsoft.com/office/officeart/2005/8/layout/list1"/>
    <dgm:cxn modelId="{041B99B5-F259-48D5-9359-1339486F04F3}" type="presOf" srcId="{18A304FC-E95F-49BE-905E-5434ABF72B95}" destId="{03119836-F688-4E2C-AB9C-57E2F4FFCE90}" srcOrd="1" destOrd="0" presId="urn:microsoft.com/office/officeart/2005/8/layout/list1"/>
    <dgm:cxn modelId="{6922ACC5-75D7-45DB-B3A6-0FADA064522E}" type="presOf" srcId="{04044DE0-B917-4526-936C-114BB2F8C1AF}" destId="{9C78D89E-C599-48B5-B0E8-B87D09EFAB1C}" srcOrd="1" destOrd="0" presId="urn:microsoft.com/office/officeart/2005/8/layout/list1"/>
    <dgm:cxn modelId="{FD64F3D4-E6D7-4E88-AA3D-84674FA19704}" type="presOf" srcId="{FEA36F9E-8E7B-44CE-A37B-1C7C3327B68D}" destId="{B183F146-D7F9-45F2-8608-3ED137E3B070}" srcOrd="1" destOrd="0" presId="urn:microsoft.com/office/officeart/2005/8/layout/list1"/>
    <dgm:cxn modelId="{EA3FC4F0-2E4E-4DF7-B37B-373AA1D2EBE5}" type="presOf" srcId="{AC384111-47EB-42BB-A3BB-9E8BF1E9968F}" destId="{DAB9E609-6FF1-47AF-B935-B84C3AFFF4AC}" srcOrd="0" destOrd="0" presId="urn:microsoft.com/office/officeart/2005/8/layout/list1"/>
    <dgm:cxn modelId="{5FF56EFD-7F4B-439F-9E00-90F2CB62B6FE}" type="presParOf" srcId="{DAB9E609-6FF1-47AF-B935-B84C3AFFF4AC}" destId="{CC67C82D-D91E-445B-949D-C7B7D480B97D}" srcOrd="0" destOrd="0" presId="urn:microsoft.com/office/officeart/2005/8/layout/list1"/>
    <dgm:cxn modelId="{FC0FFB87-57D8-4E31-830F-395E4BEB0F03}" type="presParOf" srcId="{CC67C82D-D91E-445B-949D-C7B7D480B97D}" destId="{7DF9E5AC-D54F-4E36-85B0-126AEBF0493B}" srcOrd="0" destOrd="0" presId="urn:microsoft.com/office/officeart/2005/8/layout/list1"/>
    <dgm:cxn modelId="{3E67B15F-5C53-4CB8-A4EE-6206DAA0AAF1}" type="presParOf" srcId="{CC67C82D-D91E-445B-949D-C7B7D480B97D}" destId="{B183F146-D7F9-45F2-8608-3ED137E3B070}" srcOrd="1" destOrd="0" presId="urn:microsoft.com/office/officeart/2005/8/layout/list1"/>
    <dgm:cxn modelId="{2E3423A1-EA0B-47C6-812A-42AF9988D712}" type="presParOf" srcId="{DAB9E609-6FF1-47AF-B935-B84C3AFFF4AC}" destId="{051112CC-0DB0-464A-833C-35153ABE91B8}" srcOrd="1" destOrd="0" presId="urn:microsoft.com/office/officeart/2005/8/layout/list1"/>
    <dgm:cxn modelId="{DFCBD002-77D5-490C-8257-65571D462B7F}" type="presParOf" srcId="{DAB9E609-6FF1-47AF-B935-B84C3AFFF4AC}" destId="{B187D75C-D29D-45AF-8EB8-DE6B19783D65}" srcOrd="2" destOrd="0" presId="urn:microsoft.com/office/officeart/2005/8/layout/list1"/>
    <dgm:cxn modelId="{4BB4FC4E-063B-4035-B0CD-02097C1B4ECD}" type="presParOf" srcId="{DAB9E609-6FF1-47AF-B935-B84C3AFFF4AC}" destId="{6DB22F75-9E46-4166-8D81-669450E162D1}" srcOrd="3" destOrd="0" presId="urn:microsoft.com/office/officeart/2005/8/layout/list1"/>
    <dgm:cxn modelId="{1CECA73D-0C87-42A6-B9E3-655F6C8CFB98}" type="presParOf" srcId="{DAB9E609-6FF1-47AF-B935-B84C3AFFF4AC}" destId="{398BF3F8-7471-4991-BAFF-AC3CB105CAA5}" srcOrd="4" destOrd="0" presId="urn:microsoft.com/office/officeart/2005/8/layout/list1"/>
    <dgm:cxn modelId="{2D0B8A6D-094C-47F8-BFAE-C367C7E3C057}" type="presParOf" srcId="{398BF3F8-7471-4991-BAFF-AC3CB105CAA5}" destId="{FB15ABFE-AEEB-43A0-A8BE-3B755160CDA0}" srcOrd="0" destOrd="0" presId="urn:microsoft.com/office/officeart/2005/8/layout/list1"/>
    <dgm:cxn modelId="{5DECE54E-7CE7-4664-81DE-D9FDF52AC41E}" type="presParOf" srcId="{398BF3F8-7471-4991-BAFF-AC3CB105CAA5}" destId="{03119836-F688-4E2C-AB9C-57E2F4FFCE90}" srcOrd="1" destOrd="0" presId="urn:microsoft.com/office/officeart/2005/8/layout/list1"/>
    <dgm:cxn modelId="{9AA78FE8-9564-4B02-8715-02C38CDF8E6C}" type="presParOf" srcId="{DAB9E609-6FF1-47AF-B935-B84C3AFFF4AC}" destId="{B49F1A3F-4DDB-41B0-BD9A-FDD1F745CA7C}" srcOrd="5" destOrd="0" presId="urn:microsoft.com/office/officeart/2005/8/layout/list1"/>
    <dgm:cxn modelId="{88EC0DB4-F97E-4C78-8BC2-18A4ACF7E335}" type="presParOf" srcId="{DAB9E609-6FF1-47AF-B935-B84C3AFFF4AC}" destId="{65F38DE2-CA47-4326-840D-04FEBA9C267B}" srcOrd="6" destOrd="0" presId="urn:microsoft.com/office/officeart/2005/8/layout/list1"/>
    <dgm:cxn modelId="{C323FE3C-831A-40C8-8945-34A4ED735567}" type="presParOf" srcId="{DAB9E609-6FF1-47AF-B935-B84C3AFFF4AC}" destId="{DCE01550-FFD7-4C4C-A6E2-172A4D1D4494}" srcOrd="7" destOrd="0" presId="urn:microsoft.com/office/officeart/2005/8/layout/list1"/>
    <dgm:cxn modelId="{1EF939D0-5BDC-48DC-8C3D-8DC7C35D0975}" type="presParOf" srcId="{DAB9E609-6FF1-47AF-B935-B84C3AFFF4AC}" destId="{84BBE30F-801E-4B08-8FA4-A528BF21AB54}" srcOrd="8" destOrd="0" presId="urn:microsoft.com/office/officeart/2005/8/layout/list1"/>
    <dgm:cxn modelId="{A06EEF35-0A03-4472-A338-6C7925FEF7DB}" type="presParOf" srcId="{84BBE30F-801E-4B08-8FA4-A528BF21AB54}" destId="{D28A8FB9-1CCA-49E9-8233-083D7BDAE7F8}" srcOrd="0" destOrd="0" presId="urn:microsoft.com/office/officeart/2005/8/layout/list1"/>
    <dgm:cxn modelId="{3F9E4BA4-D510-4C4D-AFF9-00B373AD3606}" type="presParOf" srcId="{84BBE30F-801E-4B08-8FA4-A528BF21AB54}" destId="{9C78D89E-C599-48B5-B0E8-B87D09EFAB1C}" srcOrd="1" destOrd="0" presId="urn:microsoft.com/office/officeart/2005/8/layout/list1"/>
    <dgm:cxn modelId="{4308F450-D1A8-4BB1-92AB-22B120460F2F}" type="presParOf" srcId="{DAB9E609-6FF1-47AF-B935-B84C3AFFF4AC}" destId="{575357B6-D911-40F8-9172-FA3265321C72}" srcOrd="9" destOrd="0" presId="urn:microsoft.com/office/officeart/2005/8/layout/list1"/>
    <dgm:cxn modelId="{9DE7B057-EF6A-44AE-BA70-F2591037973C}" type="presParOf" srcId="{DAB9E609-6FF1-47AF-B935-B84C3AFFF4AC}" destId="{7A5DDEF2-1442-4420-9D9A-9D06D8667A1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7EEBDB-2B3E-415E-9D3D-92AF8738FF9E}" type="doc">
      <dgm:prSet loTypeId="urn:microsoft.com/office/officeart/2009/layout/ReverseList" loCatId="relationship" qsTypeId="urn:microsoft.com/office/officeart/2005/8/quickstyle/simple1" qsCatId="simple" csTypeId="urn:microsoft.com/office/officeart/2005/8/colors/accent1_2" csCatId="accent1" phldr="1"/>
      <dgm:spPr/>
      <dgm:t>
        <a:bodyPr/>
        <a:lstStyle/>
        <a:p>
          <a:endParaRPr lang="en-US"/>
        </a:p>
      </dgm:t>
    </dgm:pt>
    <dgm:pt modelId="{AB656762-56BE-4296-9002-36FB8D94D732}">
      <dgm:prSet phldrT="[Text]" custT="1"/>
      <dgm:spPr/>
      <dgm:t>
        <a:bodyPr/>
        <a:lstStyle/>
        <a:p>
          <a:endParaRPr lang="en-US" sz="3500" dirty="0"/>
        </a:p>
        <a:p>
          <a:r>
            <a:rPr lang="en-US" sz="3200" dirty="0"/>
            <a:t>Instrument</a:t>
          </a:r>
        </a:p>
      </dgm:t>
    </dgm:pt>
    <dgm:pt modelId="{501CB8EC-F0FA-40E6-BA65-6A767300BE84}" type="parTrans" cxnId="{57D9924E-596B-4DB8-B7C4-428C2FFD87C5}">
      <dgm:prSet/>
      <dgm:spPr/>
      <dgm:t>
        <a:bodyPr/>
        <a:lstStyle/>
        <a:p>
          <a:endParaRPr lang="en-US"/>
        </a:p>
      </dgm:t>
    </dgm:pt>
    <dgm:pt modelId="{076CBAA0-6140-4B44-BB87-5ED83CC11E65}" type="sibTrans" cxnId="{57D9924E-596B-4DB8-B7C4-428C2FFD87C5}">
      <dgm:prSet/>
      <dgm:spPr/>
      <dgm:t>
        <a:bodyPr/>
        <a:lstStyle/>
        <a:p>
          <a:endParaRPr lang="en-US"/>
        </a:p>
      </dgm:t>
    </dgm:pt>
    <dgm:pt modelId="{CE41CA76-CA51-4FD9-91CA-70F73144BAF8}">
      <dgm:prSet phldrT="[Text]" custT="1"/>
      <dgm:spPr/>
      <dgm:t>
        <a:bodyPr/>
        <a:lstStyle/>
        <a:p>
          <a:endParaRPr lang="en-US" sz="3200" dirty="0"/>
        </a:p>
        <a:p>
          <a:r>
            <a:rPr lang="en-US" sz="3200" dirty="0"/>
            <a:t>Evidence Repository</a:t>
          </a:r>
        </a:p>
      </dgm:t>
    </dgm:pt>
    <dgm:pt modelId="{8ADB95DB-8201-4AE4-B6BC-1640229B6283}" type="parTrans" cxnId="{1D798778-2319-4EE8-B634-9E728E29D783}">
      <dgm:prSet/>
      <dgm:spPr/>
      <dgm:t>
        <a:bodyPr/>
        <a:lstStyle/>
        <a:p>
          <a:endParaRPr lang="en-US"/>
        </a:p>
      </dgm:t>
    </dgm:pt>
    <dgm:pt modelId="{5E7CE35A-0F91-409B-AF2E-28BE7F67D977}" type="sibTrans" cxnId="{1D798778-2319-4EE8-B634-9E728E29D783}">
      <dgm:prSet/>
      <dgm:spPr/>
      <dgm:t>
        <a:bodyPr/>
        <a:lstStyle/>
        <a:p>
          <a:endParaRPr lang="en-US"/>
        </a:p>
      </dgm:t>
    </dgm:pt>
    <dgm:pt modelId="{D0B27451-D892-45D8-8DC3-33C6910BB747}" type="pres">
      <dgm:prSet presAssocID="{3C7EEBDB-2B3E-415E-9D3D-92AF8738FF9E}" presName="Name0" presStyleCnt="0">
        <dgm:presLayoutVars>
          <dgm:chMax val="2"/>
          <dgm:chPref val="2"/>
          <dgm:animLvl val="lvl"/>
        </dgm:presLayoutVars>
      </dgm:prSet>
      <dgm:spPr/>
    </dgm:pt>
    <dgm:pt modelId="{F93B8022-DB75-4F41-B7B5-3A4A230F4E08}" type="pres">
      <dgm:prSet presAssocID="{3C7EEBDB-2B3E-415E-9D3D-92AF8738FF9E}" presName="LeftText" presStyleLbl="revTx" presStyleIdx="0" presStyleCnt="0">
        <dgm:presLayoutVars>
          <dgm:bulletEnabled val="1"/>
        </dgm:presLayoutVars>
      </dgm:prSet>
      <dgm:spPr/>
    </dgm:pt>
    <dgm:pt modelId="{104E1437-80F4-4323-A8BE-BD7DE2C46BE6}" type="pres">
      <dgm:prSet presAssocID="{3C7EEBDB-2B3E-415E-9D3D-92AF8738FF9E}" presName="LeftNode" presStyleLbl="bgImgPlace1" presStyleIdx="0" presStyleCnt="2" custScaleX="318929">
        <dgm:presLayoutVars>
          <dgm:chMax val="2"/>
          <dgm:chPref val="2"/>
        </dgm:presLayoutVars>
      </dgm:prSet>
      <dgm:spPr/>
    </dgm:pt>
    <dgm:pt modelId="{142A78CB-FED1-4144-AC39-1F1C631E1F9F}" type="pres">
      <dgm:prSet presAssocID="{3C7EEBDB-2B3E-415E-9D3D-92AF8738FF9E}" presName="RightText" presStyleLbl="revTx" presStyleIdx="0" presStyleCnt="0">
        <dgm:presLayoutVars>
          <dgm:bulletEnabled val="1"/>
        </dgm:presLayoutVars>
      </dgm:prSet>
      <dgm:spPr/>
    </dgm:pt>
    <dgm:pt modelId="{3C338862-D43F-4A71-9D7B-CDD3D29640CD}" type="pres">
      <dgm:prSet presAssocID="{3C7EEBDB-2B3E-415E-9D3D-92AF8738FF9E}" presName="RightNode" presStyleLbl="bgImgPlace1" presStyleIdx="1" presStyleCnt="2" custScaleX="169188">
        <dgm:presLayoutVars>
          <dgm:chMax val="0"/>
          <dgm:chPref val="0"/>
        </dgm:presLayoutVars>
      </dgm:prSet>
      <dgm:spPr/>
    </dgm:pt>
    <dgm:pt modelId="{D1D96487-2634-45E9-9856-E33E276D4B08}" type="pres">
      <dgm:prSet presAssocID="{3C7EEBDB-2B3E-415E-9D3D-92AF8738FF9E}" presName="TopArrow" presStyleLbl="node1" presStyleIdx="0" presStyleCnt="2"/>
      <dgm:spPr/>
    </dgm:pt>
    <dgm:pt modelId="{03E2955B-1975-402F-9F78-A2B166C213C4}" type="pres">
      <dgm:prSet presAssocID="{3C7EEBDB-2B3E-415E-9D3D-92AF8738FF9E}" presName="BottomArrow" presStyleLbl="node1" presStyleIdx="1" presStyleCnt="2"/>
      <dgm:spPr/>
    </dgm:pt>
  </dgm:ptLst>
  <dgm:cxnLst>
    <dgm:cxn modelId="{EAD9D403-EEA6-486A-AF4E-330AA1366700}" type="presOf" srcId="{CE41CA76-CA51-4FD9-91CA-70F73144BAF8}" destId="{3C338862-D43F-4A71-9D7B-CDD3D29640CD}" srcOrd="1" destOrd="0" presId="urn:microsoft.com/office/officeart/2009/layout/ReverseList"/>
    <dgm:cxn modelId="{712AC93F-6841-4246-8E12-9750EEA28EAA}" type="presOf" srcId="{AB656762-56BE-4296-9002-36FB8D94D732}" destId="{F93B8022-DB75-4F41-B7B5-3A4A230F4E08}" srcOrd="0" destOrd="0" presId="urn:microsoft.com/office/officeart/2009/layout/ReverseList"/>
    <dgm:cxn modelId="{20C54464-D538-4BCB-83F2-C0565929C998}" type="presOf" srcId="{AB656762-56BE-4296-9002-36FB8D94D732}" destId="{104E1437-80F4-4323-A8BE-BD7DE2C46BE6}" srcOrd="1" destOrd="0" presId="urn:microsoft.com/office/officeart/2009/layout/ReverseList"/>
    <dgm:cxn modelId="{801BC045-B78A-414D-8F0F-530570763356}" type="presOf" srcId="{3C7EEBDB-2B3E-415E-9D3D-92AF8738FF9E}" destId="{D0B27451-D892-45D8-8DC3-33C6910BB747}" srcOrd="0" destOrd="0" presId="urn:microsoft.com/office/officeart/2009/layout/ReverseList"/>
    <dgm:cxn modelId="{AB985849-A004-4D8C-A735-2942448F6037}" type="presOf" srcId="{CE41CA76-CA51-4FD9-91CA-70F73144BAF8}" destId="{142A78CB-FED1-4144-AC39-1F1C631E1F9F}" srcOrd="0" destOrd="0" presId="urn:microsoft.com/office/officeart/2009/layout/ReverseList"/>
    <dgm:cxn modelId="{57D9924E-596B-4DB8-B7C4-428C2FFD87C5}" srcId="{3C7EEBDB-2B3E-415E-9D3D-92AF8738FF9E}" destId="{AB656762-56BE-4296-9002-36FB8D94D732}" srcOrd="0" destOrd="0" parTransId="{501CB8EC-F0FA-40E6-BA65-6A767300BE84}" sibTransId="{076CBAA0-6140-4B44-BB87-5ED83CC11E65}"/>
    <dgm:cxn modelId="{1D798778-2319-4EE8-B634-9E728E29D783}" srcId="{3C7EEBDB-2B3E-415E-9D3D-92AF8738FF9E}" destId="{CE41CA76-CA51-4FD9-91CA-70F73144BAF8}" srcOrd="1" destOrd="0" parTransId="{8ADB95DB-8201-4AE4-B6BC-1640229B6283}" sibTransId="{5E7CE35A-0F91-409B-AF2E-28BE7F67D977}"/>
    <dgm:cxn modelId="{90EA3B69-DDF3-4283-9AD0-F90EC27F28BD}" type="presParOf" srcId="{D0B27451-D892-45D8-8DC3-33C6910BB747}" destId="{F93B8022-DB75-4F41-B7B5-3A4A230F4E08}" srcOrd="0" destOrd="0" presId="urn:microsoft.com/office/officeart/2009/layout/ReverseList"/>
    <dgm:cxn modelId="{4C189490-5883-462F-972F-117BD58AECC7}" type="presParOf" srcId="{D0B27451-D892-45D8-8DC3-33C6910BB747}" destId="{104E1437-80F4-4323-A8BE-BD7DE2C46BE6}" srcOrd="1" destOrd="0" presId="urn:microsoft.com/office/officeart/2009/layout/ReverseList"/>
    <dgm:cxn modelId="{20B9EF6D-7587-41DD-9034-8846F638278D}" type="presParOf" srcId="{D0B27451-D892-45D8-8DC3-33C6910BB747}" destId="{142A78CB-FED1-4144-AC39-1F1C631E1F9F}" srcOrd="2" destOrd="0" presId="urn:microsoft.com/office/officeart/2009/layout/ReverseList"/>
    <dgm:cxn modelId="{076FBA8B-6DA9-4AE0-8F5F-66024C096A89}" type="presParOf" srcId="{D0B27451-D892-45D8-8DC3-33C6910BB747}" destId="{3C338862-D43F-4A71-9D7B-CDD3D29640CD}" srcOrd="3" destOrd="0" presId="urn:microsoft.com/office/officeart/2009/layout/ReverseList"/>
    <dgm:cxn modelId="{3C2E756D-F3A3-42FC-BA30-A03B1C928005}" type="presParOf" srcId="{D0B27451-D892-45D8-8DC3-33C6910BB747}" destId="{D1D96487-2634-45E9-9856-E33E276D4B08}" srcOrd="4" destOrd="0" presId="urn:microsoft.com/office/officeart/2009/layout/ReverseList"/>
    <dgm:cxn modelId="{F6E2B1B1-6641-4310-B312-D6E76740C14F}" type="presParOf" srcId="{D0B27451-D892-45D8-8DC3-33C6910BB747}" destId="{03E2955B-1975-402F-9F78-A2B166C213C4}" srcOrd="5" destOrd="0" presId="urn:microsoft.com/office/officeart/2009/layout/Revers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D1D7BA-4E7A-47E0-A694-587604F33BA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1B7BA29-126E-4A09-B599-E67EF0A1D347}">
      <dgm:prSet phldrT="[Text]"/>
      <dgm:spPr/>
      <dgm:t>
        <a:bodyPr/>
        <a:lstStyle/>
        <a:p>
          <a:r>
            <a:rPr lang="en-US" dirty="0"/>
            <a:t>Use of another person’s identity</a:t>
          </a:r>
        </a:p>
      </dgm:t>
    </dgm:pt>
    <dgm:pt modelId="{0CD5D529-E576-468C-84EF-92B099AE8F18}" type="parTrans" cxnId="{1B405217-AA2F-4DD6-9013-574648744F59}">
      <dgm:prSet/>
      <dgm:spPr/>
      <dgm:t>
        <a:bodyPr/>
        <a:lstStyle/>
        <a:p>
          <a:endParaRPr lang="en-US"/>
        </a:p>
      </dgm:t>
    </dgm:pt>
    <dgm:pt modelId="{EF0A9B1E-09C7-45E1-9BDD-5DEE0D98AD54}" type="sibTrans" cxnId="{1B405217-AA2F-4DD6-9013-574648744F59}">
      <dgm:prSet/>
      <dgm:spPr/>
      <dgm:t>
        <a:bodyPr/>
        <a:lstStyle/>
        <a:p>
          <a:endParaRPr lang="en-US"/>
        </a:p>
      </dgm:t>
    </dgm:pt>
    <dgm:pt modelId="{66A17FD2-91EC-4627-AB09-5989C8A37D64}">
      <dgm:prSet phldrT="[Text]"/>
      <dgm:spPr/>
      <dgm:t>
        <a:bodyPr/>
        <a:lstStyle/>
        <a:p>
          <a:r>
            <a:rPr lang="en-US" dirty="0"/>
            <a:t>Typically performed for economic gain</a:t>
          </a:r>
        </a:p>
      </dgm:t>
    </dgm:pt>
    <dgm:pt modelId="{C41AA804-F130-48EE-A11C-91726F90BEC9}" type="parTrans" cxnId="{39B7A506-7916-4A83-9B76-EF80F44AC609}">
      <dgm:prSet/>
      <dgm:spPr/>
      <dgm:t>
        <a:bodyPr/>
        <a:lstStyle/>
        <a:p>
          <a:endParaRPr lang="en-US"/>
        </a:p>
      </dgm:t>
    </dgm:pt>
    <dgm:pt modelId="{BDEBBF71-D772-4884-9927-27869083CF33}" type="sibTrans" cxnId="{39B7A506-7916-4A83-9B76-EF80F44AC609}">
      <dgm:prSet/>
      <dgm:spPr/>
      <dgm:t>
        <a:bodyPr/>
        <a:lstStyle/>
        <a:p>
          <a:endParaRPr lang="en-US"/>
        </a:p>
      </dgm:t>
    </dgm:pt>
    <dgm:pt modelId="{CF7E689A-DB4F-49CE-8AC7-C3C56D6DC927}">
      <dgm:prSet phldrT="[Text]"/>
      <dgm:spPr/>
      <dgm:t>
        <a:bodyPr/>
        <a:lstStyle/>
        <a:p>
          <a:r>
            <a:rPr lang="en-US" dirty="0"/>
            <a:t>Methods include phishing, spyware, and discarded information</a:t>
          </a:r>
        </a:p>
      </dgm:t>
    </dgm:pt>
    <dgm:pt modelId="{EDFB4E61-7949-4456-9DAE-4897CA6C480B}" type="parTrans" cxnId="{60D11EFC-A834-47DD-9D1B-4F17A2289EDF}">
      <dgm:prSet/>
      <dgm:spPr/>
      <dgm:t>
        <a:bodyPr/>
        <a:lstStyle/>
        <a:p>
          <a:endParaRPr lang="en-US"/>
        </a:p>
      </dgm:t>
    </dgm:pt>
    <dgm:pt modelId="{DC1F2240-A612-4271-A430-FAB6A4C0E927}" type="sibTrans" cxnId="{60D11EFC-A834-47DD-9D1B-4F17A2289EDF}">
      <dgm:prSet/>
      <dgm:spPr/>
      <dgm:t>
        <a:bodyPr/>
        <a:lstStyle/>
        <a:p>
          <a:endParaRPr lang="en-US"/>
        </a:p>
      </dgm:t>
    </dgm:pt>
    <dgm:pt modelId="{C1DB5476-3F80-4EEC-9519-83D14776EBAD}" type="pres">
      <dgm:prSet presAssocID="{84D1D7BA-4E7A-47E0-A694-587604F33BAA}" presName="linear" presStyleCnt="0">
        <dgm:presLayoutVars>
          <dgm:dir/>
          <dgm:animLvl val="lvl"/>
          <dgm:resizeHandles val="exact"/>
        </dgm:presLayoutVars>
      </dgm:prSet>
      <dgm:spPr/>
    </dgm:pt>
    <dgm:pt modelId="{6948D876-C681-4E88-A42F-FB158AD41025}" type="pres">
      <dgm:prSet presAssocID="{A1B7BA29-126E-4A09-B599-E67EF0A1D347}" presName="parentLin" presStyleCnt="0"/>
      <dgm:spPr/>
    </dgm:pt>
    <dgm:pt modelId="{71FDF1C9-D460-41BC-8EF2-6276E05507AF}" type="pres">
      <dgm:prSet presAssocID="{A1B7BA29-126E-4A09-B599-E67EF0A1D347}" presName="parentLeftMargin" presStyleLbl="node1" presStyleIdx="0" presStyleCnt="3"/>
      <dgm:spPr/>
    </dgm:pt>
    <dgm:pt modelId="{85DC9C28-92F8-4FED-8FD7-46352496F5D2}" type="pres">
      <dgm:prSet presAssocID="{A1B7BA29-126E-4A09-B599-E67EF0A1D347}" presName="parentText" presStyleLbl="node1" presStyleIdx="0" presStyleCnt="3" custScaleX="125915">
        <dgm:presLayoutVars>
          <dgm:chMax val="0"/>
          <dgm:bulletEnabled val="1"/>
        </dgm:presLayoutVars>
      </dgm:prSet>
      <dgm:spPr/>
    </dgm:pt>
    <dgm:pt modelId="{79D832C9-E69D-4D3F-B98E-D652064E77D1}" type="pres">
      <dgm:prSet presAssocID="{A1B7BA29-126E-4A09-B599-E67EF0A1D347}" presName="negativeSpace" presStyleCnt="0"/>
      <dgm:spPr/>
    </dgm:pt>
    <dgm:pt modelId="{A2A97B8E-6A9D-45AE-9193-AA6B744B72B0}" type="pres">
      <dgm:prSet presAssocID="{A1B7BA29-126E-4A09-B599-E67EF0A1D347}" presName="childText" presStyleLbl="conFgAcc1" presStyleIdx="0" presStyleCnt="3">
        <dgm:presLayoutVars>
          <dgm:bulletEnabled val="1"/>
        </dgm:presLayoutVars>
      </dgm:prSet>
      <dgm:spPr/>
    </dgm:pt>
    <dgm:pt modelId="{00A1C334-E770-4CFD-A7DE-8D2F364BBB89}" type="pres">
      <dgm:prSet presAssocID="{EF0A9B1E-09C7-45E1-9BDD-5DEE0D98AD54}" presName="spaceBetweenRectangles" presStyleCnt="0"/>
      <dgm:spPr/>
    </dgm:pt>
    <dgm:pt modelId="{17A62CF3-601F-466C-80C0-925FB7464A2B}" type="pres">
      <dgm:prSet presAssocID="{66A17FD2-91EC-4627-AB09-5989C8A37D64}" presName="parentLin" presStyleCnt="0"/>
      <dgm:spPr/>
    </dgm:pt>
    <dgm:pt modelId="{4735A24A-CFDF-41AB-9CB4-0A629172DB6C}" type="pres">
      <dgm:prSet presAssocID="{66A17FD2-91EC-4627-AB09-5989C8A37D64}" presName="parentLeftMargin" presStyleLbl="node1" presStyleIdx="0" presStyleCnt="3"/>
      <dgm:spPr/>
    </dgm:pt>
    <dgm:pt modelId="{96954251-3861-4575-AADA-8DB566FCBA0C}" type="pres">
      <dgm:prSet presAssocID="{66A17FD2-91EC-4627-AB09-5989C8A37D64}" presName="parentText" presStyleLbl="node1" presStyleIdx="1" presStyleCnt="3" custScaleX="125915">
        <dgm:presLayoutVars>
          <dgm:chMax val="0"/>
          <dgm:bulletEnabled val="1"/>
        </dgm:presLayoutVars>
      </dgm:prSet>
      <dgm:spPr/>
    </dgm:pt>
    <dgm:pt modelId="{1747FDA9-1AAD-42BD-8F03-0F2DC1C20D1F}" type="pres">
      <dgm:prSet presAssocID="{66A17FD2-91EC-4627-AB09-5989C8A37D64}" presName="negativeSpace" presStyleCnt="0"/>
      <dgm:spPr/>
    </dgm:pt>
    <dgm:pt modelId="{5F0AA253-41F8-404D-90B3-18BF263DCC91}" type="pres">
      <dgm:prSet presAssocID="{66A17FD2-91EC-4627-AB09-5989C8A37D64}" presName="childText" presStyleLbl="conFgAcc1" presStyleIdx="1" presStyleCnt="3">
        <dgm:presLayoutVars>
          <dgm:bulletEnabled val="1"/>
        </dgm:presLayoutVars>
      </dgm:prSet>
      <dgm:spPr/>
    </dgm:pt>
    <dgm:pt modelId="{58C2DA20-BC7F-4588-BDB8-2303E732299A}" type="pres">
      <dgm:prSet presAssocID="{BDEBBF71-D772-4884-9927-27869083CF33}" presName="spaceBetweenRectangles" presStyleCnt="0"/>
      <dgm:spPr/>
    </dgm:pt>
    <dgm:pt modelId="{9C90AF2B-9F95-44BA-81B9-3E68E8369CCB}" type="pres">
      <dgm:prSet presAssocID="{CF7E689A-DB4F-49CE-8AC7-C3C56D6DC927}" presName="parentLin" presStyleCnt="0"/>
      <dgm:spPr/>
    </dgm:pt>
    <dgm:pt modelId="{AE084E09-CD70-4813-8963-159369185AFE}" type="pres">
      <dgm:prSet presAssocID="{CF7E689A-DB4F-49CE-8AC7-C3C56D6DC927}" presName="parentLeftMargin" presStyleLbl="node1" presStyleIdx="1" presStyleCnt="3"/>
      <dgm:spPr/>
    </dgm:pt>
    <dgm:pt modelId="{984FDFBD-0ED4-4386-9769-EE70F8A76838}" type="pres">
      <dgm:prSet presAssocID="{CF7E689A-DB4F-49CE-8AC7-C3C56D6DC927}" presName="parentText" presStyleLbl="node1" presStyleIdx="2" presStyleCnt="3" custScaleX="125915">
        <dgm:presLayoutVars>
          <dgm:chMax val="0"/>
          <dgm:bulletEnabled val="1"/>
        </dgm:presLayoutVars>
      </dgm:prSet>
      <dgm:spPr/>
    </dgm:pt>
    <dgm:pt modelId="{D60B17E8-4F11-40DB-B05D-393647C7BB8F}" type="pres">
      <dgm:prSet presAssocID="{CF7E689A-DB4F-49CE-8AC7-C3C56D6DC927}" presName="negativeSpace" presStyleCnt="0"/>
      <dgm:spPr/>
    </dgm:pt>
    <dgm:pt modelId="{8DE30473-E19D-4768-8124-B64125FCE5F6}" type="pres">
      <dgm:prSet presAssocID="{CF7E689A-DB4F-49CE-8AC7-C3C56D6DC927}" presName="childText" presStyleLbl="conFgAcc1" presStyleIdx="2" presStyleCnt="3">
        <dgm:presLayoutVars>
          <dgm:bulletEnabled val="1"/>
        </dgm:presLayoutVars>
      </dgm:prSet>
      <dgm:spPr/>
    </dgm:pt>
  </dgm:ptLst>
  <dgm:cxnLst>
    <dgm:cxn modelId="{39B7A506-7916-4A83-9B76-EF80F44AC609}" srcId="{84D1D7BA-4E7A-47E0-A694-587604F33BAA}" destId="{66A17FD2-91EC-4627-AB09-5989C8A37D64}" srcOrd="1" destOrd="0" parTransId="{C41AA804-F130-48EE-A11C-91726F90BEC9}" sibTransId="{BDEBBF71-D772-4884-9927-27869083CF33}"/>
    <dgm:cxn modelId="{1B405217-AA2F-4DD6-9013-574648744F59}" srcId="{84D1D7BA-4E7A-47E0-A694-587604F33BAA}" destId="{A1B7BA29-126E-4A09-B599-E67EF0A1D347}" srcOrd="0" destOrd="0" parTransId="{0CD5D529-E576-468C-84EF-92B099AE8F18}" sibTransId="{EF0A9B1E-09C7-45E1-9BDD-5DEE0D98AD54}"/>
    <dgm:cxn modelId="{FEA82E27-F6BE-4E25-B34C-2F2F2F64901E}" type="presOf" srcId="{66A17FD2-91EC-4627-AB09-5989C8A37D64}" destId="{96954251-3861-4575-AADA-8DB566FCBA0C}" srcOrd="1" destOrd="0" presId="urn:microsoft.com/office/officeart/2005/8/layout/list1"/>
    <dgm:cxn modelId="{63837D72-584A-42F5-826D-F9F530E94A8E}" type="presOf" srcId="{66A17FD2-91EC-4627-AB09-5989C8A37D64}" destId="{4735A24A-CFDF-41AB-9CB4-0A629172DB6C}" srcOrd="0" destOrd="0" presId="urn:microsoft.com/office/officeart/2005/8/layout/list1"/>
    <dgm:cxn modelId="{D930267E-86D2-40DA-8981-5ECD028006D2}" type="presOf" srcId="{CF7E689A-DB4F-49CE-8AC7-C3C56D6DC927}" destId="{984FDFBD-0ED4-4386-9769-EE70F8A76838}" srcOrd="1" destOrd="0" presId="urn:microsoft.com/office/officeart/2005/8/layout/list1"/>
    <dgm:cxn modelId="{0E61EF88-3148-46EF-8051-76389DEDB082}" type="presOf" srcId="{CF7E689A-DB4F-49CE-8AC7-C3C56D6DC927}" destId="{AE084E09-CD70-4813-8963-159369185AFE}" srcOrd="0" destOrd="0" presId="urn:microsoft.com/office/officeart/2005/8/layout/list1"/>
    <dgm:cxn modelId="{8F414C99-52B2-418D-BCA4-4F2C94684E29}" type="presOf" srcId="{A1B7BA29-126E-4A09-B599-E67EF0A1D347}" destId="{85DC9C28-92F8-4FED-8FD7-46352496F5D2}" srcOrd="1" destOrd="0" presId="urn:microsoft.com/office/officeart/2005/8/layout/list1"/>
    <dgm:cxn modelId="{A04856CC-D2B2-4655-BD4E-D0322C9DE297}" type="presOf" srcId="{A1B7BA29-126E-4A09-B599-E67EF0A1D347}" destId="{71FDF1C9-D460-41BC-8EF2-6276E05507AF}" srcOrd="0" destOrd="0" presId="urn:microsoft.com/office/officeart/2005/8/layout/list1"/>
    <dgm:cxn modelId="{A3A54AD1-751F-4ED9-A98B-7853E70885B0}" type="presOf" srcId="{84D1D7BA-4E7A-47E0-A694-587604F33BAA}" destId="{C1DB5476-3F80-4EEC-9519-83D14776EBAD}" srcOrd="0" destOrd="0" presId="urn:microsoft.com/office/officeart/2005/8/layout/list1"/>
    <dgm:cxn modelId="{60D11EFC-A834-47DD-9D1B-4F17A2289EDF}" srcId="{84D1D7BA-4E7A-47E0-A694-587604F33BAA}" destId="{CF7E689A-DB4F-49CE-8AC7-C3C56D6DC927}" srcOrd="2" destOrd="0" parTransId="{EDFB4E61-7949-4456-9DAE-4897CA6C480B}" sibTransId="{DC1F2240-A612-4271-A430-FAB6A4C0E927}"/>
    <dgm:cxn modelId="{A379495D-48FB-4E5D-AF76-38604EBDC087}" type="presParOf" srcId="{C1DB5476-3F80-4EEC-9519-83D14776EBAD}" destId="{6948D876-C681-4E88-A42F-FB158AD41025}" srcOrd="0" destOrd="0" presId="urn:microsoft.com/office/officeart/2005/8/layout/list1"/>
    <dgm:cxn modelId="{E838D759-C086-4EFE-911A-10EDCBD9EF93}" type="presParOf" srcId="{6948D876-C681-4E88-A42F-FB158AD41025}" destId="{71FDF1C9-D460-41BC-8EF2-6276E05507AF}" srcOrd="0" destOrd="0" presId="urn:microsoft.com/office/officeart/2005/8/layout/list1"/>
    <dgm:cxn modelId="{FB67BE26-A33D-4A8B-AE2F-19A0065C087A}" type="presParOf" srcId="{6948D876-C681-4E88-A42F-FB158AD41025}" destId="{85DC9C28-92F8-4FED-8FD7-46352496F5D2}" srcOrd="1" destOrd="0" presId="urn:microsoft.com/office/officeart/2005/8/layout/list1"/>
    <dgm:cxn modelId="{9D8BDD04-F193-4091-A2D8-400264B97071}" type="presParOf" srcId="{C1DB5476-3F80-4EEC-9519-83D14776EBAD}" destId="{79D832C9-E69D-4D3F-B98E-D652064E77D1}" srcOrd="1" destOrd="0" presId="urn:microsoft.com/office/officeart/2005/8/layout/list1"/>
    <dgm:cxn modelId="{7807E6E3-60BB-475C-99F4-3A7BC37BC445}" type="presParOf" srcId="{C1DB5476-3F80-4EEC-9519-83D14776EBAD}" destId="{A2A97B8E-6A9D-45AE-9193-AA6B744B72B0}" srcOrd="2" destOrd="0" presId="urn:microsoft.com/office/officeart/2005/8/layout/list1"/>
    <dgm:cxn modelId="{E58AC8FA-1C02-499A-8BD7-BEB0EAA5C9CA}" type="presParOf" srcId="{C1DB5476-3F80-4EEC-9519-83D14776EBAD}" destId="{00A1C334-E770-4CFD-A7DE-8D2F364BBB89}" srcOrd="3" destOrd="0" presId="urn:microsoft.com/office/officeart/2005/8/layout/list1"/>
    <dgm:cxn modelId="{F126106D-BCBD-4F1E-9739-58555CBCA980}" type="presParOf" srcId="{C1DB5476-3F80-4EEC-9519-83D14776EBAD}" destId="{17A62CF3-601F-466C-80C0-925FB7464A2B}" srcOrd="4" destOrd="0" presId="urn:microsoft.com/office/officeart/2005/8/layout/list1"/>
    <dgm:cxn modelId="{94749AD8-5D6A-4700-B790-379CDC3E9D24}" type="presParOf" srcId="{17A62CF3-601F-466C-80C0-925FB7464A2B}" destId="{4735A24A-CFDF-41AB-9CB4-0A629172DB6C}" srcOrd="0" destOrd="0" presId="urn:microsoft.com/office/officeart/2005/8/layout/list1"/>
    <dgm:cxn modelId="{01411064-CB05-42BE-8C9B-48BB6EEDBC9D}" type="presParOf" srcId="{17A62CF3-601F-466C-80C0-925FB7464A2B}" destId="{96954251-3861-4575-AADA-8DB566FCBA0C}" srcOrd="1" destOrd="0" presId="urn:microsoft.com/office/officeart/2005/8/layout/list1"/>
    <dgm:cxn modelId="{142625B1-0CD1-4C2A-A993-E4D959F6B675}" type="presParOf" srcId="{C1DB5476-3F80-4EEC-9519-83D14776EBAD}" destId="{1747FDA9-1AAD-42BD-8F03-0F2DC1C20D1F}" srcOrd="5" destOrd="0" presId="urn:microsoft.com/office/officeart/2005/8/layout/list1"/>
    <dgm:cxn modelId="{8AA383BB-C4EA-4E71-9084-DB93E77C3622}" type="presParOf" srcId="{C1DB5476-3F80-4EEC-9519-83D14776EBAD}" destId="{5F0AA253-41F8-404D-90B3-18BF263DCC91}" srcOrd="6" destOrd="0" presId="urn:microsoft.com/office/officeart/2005/8/layout/list1"/>
    <dgm:cxn modelId="{7D25FD61-6D02-4738-B66D-6A2B74777A9A}" type="presParOf" srcId="{C1DB5476-3F80-4EEC-9519-83D14776EBAD}" destId="{58C2DA20-BC7F-4588-BDB8-2303E732299A}" srcOrd="7" destOrd="0" presId="urn:microsoft.com/office/officeart/2005/8/layout/list1"/>
    <dgm:cxn modelId="{BE6FAE92-75BE-4449-AB7B-C7F9B7B563C1}" type="presParOf" srcId="{C1DB5476-3F80-4EEC-9519-83D14776EBAD}" destId="{9C90AF2B-9F95-44BA-81B9-3E68E8369CCB}" srcOrd="8" destOrd="0" presId="urn:microsoft.com/office/officeart/2005/8/layout/list1"/>
    <dgm:cxn modelId="{45DAA1B6-FD0B-4482-BD41-A1FA145CCBCE}" type="presParOf" srcId="{9C90AF2B-9F95-44BA-81B9-3E68E8369CCB}" destId="{AE084E09-CD70-4813-8963-159369185AFE}" srcOrd="0" destOrd="0" presId="urn:microsoft.com/office/officeart/2005/8/layout/list1"/>
    <dgm:cxn modelId="{2705B9F0-FC95-4670-80A4-ED98B9EB6F38}" type="presParOf" srcId="{9C90AF2B-9F95-44BA-81B9-3E68E8369CCB}" destId="{984FDFBD-0ED4-4386-9769-EE70F8A76838}" srcOrd="1" destOrd="0" presId="urn:microsoft.com/office/officeart/2005/8/layout/list1"/>
    <dgm:cxn modelId="{29D7902C-45EA-4372-BA89-516DC2727B0A}" type="presParOf" srcId="{C1DB5476-3F80-4EEC-9519-83D14776EBAD}" destId="{D60B17E8-4F11-40DB-B05D-393647C7BB8F}" srcOrd="9" destOrd="0" presId="urn:microsoft.com/office/officeart/2005/8/layout/list1"/>
    <dgm:cxn modelId="{92950667-54B1-4867-9DA8-A9735425D94C}" type="presParOf" srcId="{C1DB5476-3F80-4EEC-9519-83D14776EBAD}" destId="{8DE30473-E19D-4768-8124-B64125FCE5F6}"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063AA4-47DB-49D8-94F5-772D8A661267}"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C5A3418F-F345-4EF7-AC15-2DC5A6D76658}">
      <dgm:prSet phldrT="[Text]"/>
      <dgm:spPr/>
      <dgm:t>
        <a:bodyPr/>
        <a:lstStyle/>
        <a:p>
          <a:r>
            <a:rPr lang="en-US" dirty="0"/>
            <a:t>Subclasses of fraud</a:t>
          </a:r>
        </a:p>
      </dgm:t>
    </dgm:pt>
    <dgm:pt modelId="{C37CD54E-46EE-47AD-95ED-7409CC29A6BD}" type="parTrans" cxnId="{89D8D085-13AA-4238-A0BC-FC7C1D7BD909}">
      <dgm:prSet/>
      <dgm:spPr/>
      <dgm:t>
        <a:bodyPr/>
        <a:lstStyle/>
        <a:p>
          <a:endParaRPr lang="en-US"/>
        </a:p>
      </dgm:t>
    </dgm:pt>
    <dgm:pt modelId="{64CEEDD2-3752-47C9-9BA5-86DC25EB4465}" type="sibTrans" cxnId="{89D8D085-13AA-4238-A0BC-FC7C1D7BD909}">
      <dgm:prSet/>
      <dgm:spPr/>
      <dgm:t>
        <a:bodyPr/>
        <a:lstStyle/>
        <a:p>
          <a:endParaRPr lang="en-US"/>
        </a:p>
      </dgm:t>
    </dgm:pt>
    <dgm:pt modelId="{3D84D3D7-709A-460E-9FE3-FE73736F6020}">
      <dgm:prSet phldrT="[Text]"/>
      <dgm:spPr/>
      <dgm:t>
        <a:bodyPr/>
        <a:lstStyle/>
        <a:p>
          <a:r>
            <a:rPr lang="en-US" dirty="0"/>
            <a:t>Investment offers</a:t>
          </a:r>
        </a:p>
      </dgm:t>
    </dgm:pt>
    <dgm:pt modelId="{8BB5C4D0-D77A-427E-9331-A253F745DBB1}" type="parTrans" cxnId="{45A98C46-74F0-4EDC-8054-5FDC5BD712E4}">
      <dgm:prSet/>
      <dgm:spPr/>
      <dgm:t>
        <a:bodyPr/>
        <a:lstStyle/>
        <a:p>
          <a:endParaRPr lang="en-US"/>
        </a:p>
      </dgm:t>
    </dgm:pt>
    <dgm:pt modelId="{5239CE98-40A3-42C5-94C8-9EE213A4AE64}" type="sibTrans" cxnId="{45A98C46-74F0-4EDC-8054-5FDC5BD712E4}">
      <dgm:prSet/>
      <dgm:spPr/>
      <dgm:t>
        <a:bodyPr/>
        <a:lstStyle/>
        <a:p>
          <a:endParaRPr lang="en-US"/>
        </a:p>
      </dgm:t>
    </dgm:pt>
    <dgm:pt modelId="{DE5A8B2F-2F27-4BDD-AF9C-D4DDD128DE25}">
      <dgm:prSet phldrT="[Text]"/>
      <dgm:spPr/>
      <dgm:t>
        <a:bodyPr/>
        <a:lstStyle/>
        <a:p>
          <a:r>
            <a:rPr lang="en-US" dirty="0"/>
            <a:t>Data piracy</a:t>
          </a:r>
        </a:p>
      </dgm:t>
    </dgm:pt>
    <dgm:pt modelId="{68D33FD3-7D8B-4C5F-8FAB-CA42A39352FA}" type="parTrans" cxnId="{88814F62-8B54-4D85-9424-1D266D7F0BE3}">
      <dgm:prSet/>
      <dgm:spPr/>
      <dgm:t>
        <a:bodyPr/>
        <a:lstStyle/>
        <a:p>
          <a:endParaRPr lang="en-US"/>
        </a:p>
      </dgm:t>
    </dgm:pt>
    <dgm:pt modelId="{D0CC761A-4A4E-4BDA-B404-B500EB62DAF8}" type="sibTrans" cxnId="{88814F62-8B54-4D85-9424-1D266D7F0BE3}">
      <dgm:prSet/>
      <dgm:spPr/>
      <dgm:t>
        <a:bodyPr/>
        <a:lstStyle/>
        <a:p>
          <a:endParaRPr lang="en-US"/>
        </a:p>
      </dgm:t>
    </dgm:pt>
    <dgm:pt modelId="{3F5F28CA-A4E9-4479-BFC4-49B5DBD16025}" type="pres">
      <dgm:prSet presAssocID="{99063AA4-47DB-49D8-94F5-772D8A661267}" presName="diagram" presStyleCnt="0">
        <dgm:presLayoutVars>
          <dgm:chPref val="1"/>
          <dgm:dir/>
          <dgm:animOne val="branch"/>
          <dgm:animLvl val="lvl"/>
          <dgm:resizeHandles/>
        </dgm:presLayoutVars>
      </dgm:prSet>
      <dgm:spPr/>
    </dgm:pt>
    <dgm:pt modelId="{7BC11495-B99E-476D-9301-81B781A601B1}" type="pres">
      <dgm:prSet presAssocID="{C5A3418F-F345-4EF7-AC15-2DC5A6D76658}" presName="root" presStyleCnt="0"/>
      <dgm:spPr/>
    </dgm:pt>
    <dgm:pt modelId="{0E88E9F7-B28D-4A11-981A-5E593B931DAD}" type="pres">
      <dgm:prSet presAssocID="{C5A3418F-F345-4EF7-AC15-2DC5A6D76658}" presName="rootComposite" presStyleCnt="0"/>
      <dgm:spPr/>
    </dgm:pt>
    <dgm:pt modelId="{45D52A7B-9D6B-453E-A4FA-FC6E2B048254}" type="pres">
      <dgm:prSet presAssocID="{C5A3418F-F345-4EF7-AC15-2DC5A6D76658}" presName="rootText" presStyleLbl="node1" presStyleIdx="0" presStyleCnt="1"/>
      <dgm:spPr/>
    </dgm:pt>
    <dgm:pt modelId="{45BEC10C-D294-4329-8D81-2AB5E8550811}" type="pres">
      <dgm:prSet presAssocID="{C5A3418F-F345-4EF7-AC15-2DC5A6D76658}" presName="rootConnector" presStyleLbl="node1" presStyleIdx="0" presStyleCnt="1"/>
      <dgm:spPr/>
    </dgm:pt>
    <dgm:pt modelId="{BCF73085-C0F8-458A-B777-1C556CADBC34}" type="pres">
      <dgm:prSet presAssocID="{C5A3418F-F345-4EF7-AC15-2DC5A6D76658}" presName="childShape" presStyleCnt="0"/>
      <dgm:spPr/>
    </dgm:pt>
    <dgm:pt modelId="{3C4851C8-FD5D-452F-B8C5-4E7A02165401}" type="pres">
      <dgm:prSet presAssocID="{8BB5C4D0-D77A-427E-9331-A253F745DBB1}" presName="Name13" presStyleLbl="parChTrans1D2" presStyleIdx="0" presStyleCnt="2"/>
      <dgm:spPr/>
    </dgm:pt>
    <dgm:pt modelId="{737731EE-4DBF-4216-A544-3413B4105E6F}" type="pres">
      <dgm:prSet presAssocID="{3D84D3D7-709A-460E-9FE3-FE73736F6020}" presName="childText" presStyleLbl="bgAcc1" presStyleIdx="0" presStyleCnt="2">
        <dgm:presLayoutVars>
          <dgm:bulletEnabled val="1"/>
        </dgm:presLayoutVars>
      </dgm:prSet>
      <dgm:spPr/>
    </dgm:pt>
    <dgm:pt modelId="{1620A4EA-B7C7-451F-878F-D26474116027}" type="pres">
      <dgm:prSet presAssocID="{68D33FD3-7D8B-4C5F-8FAB-CA42A39352FA}" presName="Name13" presStyleLbl="parChTrans1D2" presStyleIdx="1" presStyleCnt="2"/>
      <dgm:spPr/>
    </dgm:pt>
    <dgm:pt modelId="{3B2AF2DE-4660-4D97-A5C7-B8370626BDD5}" type="pres">
      <dgm:prSet presAssocID="{DE5A8B2F-2F27-4BDD-AF9C-D4DDD128DE25}" presName="childText" presStyleLbl="bgAcc1" presStyleIdx="1" presStyleCnt="2">
        <dgm:presLayoutVars>
          <dgm:bulletEnabled val="1"/>
        </dgm:presLayoutVars>
      </dgm:prSet>
      <dgm:spPr/>
    </dgm:pt>
  </dgm:ptLst>
  <dgm:cxnLst>
    <dgm:cxn modelId="{6834E92C-16F6-49EC-8E08-15EAAEFAF594}" type="presOf" srcId="{8BB5C4D0-D77A-427E-9331-A253F745DBB1}" destId="{3C4851C8-FD5D-452F-B8C5-4E7A02165401}" srcOrd="0" destOrd="0" presId="urn:microsoft.com/office/officeart/2005/8/layout/hierarchy3"/>
    <dgm:cxn modelId="{58070D3F-9B7B-46F5-9DC4-761A0996012F}" type="presOf" srcId="{99063AA4-47DB-49D8-94F5-772D8A661267}" destId="{3F5F28CA-A4E9-4479-BFC4-49B5DBD16025}" srcOrd="0" destOrd="0" presId="urn:microsoft.com/office/officeart/2005/8/layout/hierarchy3"/>
    <dgm:cxn modelId="{88814F62-8B54-4D85-9424-1D266D7F0BE3}" srcId="{C5A3418F-F345-4EF7-AC15-2DC5A6D76658}" destId="{DE5A8B2F-2F27-4BDD-AF9C-D4DDD128DE25}" srcOrd="1" destOrd="0" parTransId="{68D33FD3-7D8B-4C5F-8FAB-CA42A39352FA}" sibTransId="{D0CC761A-4A4E-4BDA-B404-B500EB62DAF8}"/>
    <dgm:cxn modelId="{6C00B363-AD56-4C84-AE8F-A3D6FF16BA9A}" type="presOf" srcId="{3D84D3D7-709A-460E-9FE3-FE73736F6020}" destId="{737731EE-4DBF-4216-A544-3413B4105E6F}" srcOrd="0" destOrd="0" presId="urn:microsoft.com/office/officeart/2005/8/layout/hierarchy3"/>
    <dgm:cxn modelId="{45A98C46-74F0-4EDC-8054-5FDC5BD712E4}" srcId="{C5A3418F-F345-4EF7-AC15-2DC5A6D76658}" destId="{3D84D3D7-709A-460E-9FE3-FE73736F6020}" srcOrd="0" destOrd="0" parTransId="{8BB5C4D0-D77A-427E-9331-A253F745DBB1}" sibTransId="{5239CE98-40A3-42C5-94C8-9EE213A4AE64}"/>
    <dgm:cxn modelId="{1BDB9055-0267-4DCF-AA9A-132D5E43D471}" type="presOf" srcId="{DE5A8B2F-2F27-4BDD-AF9C-D4DDD128DE25}" destId="{3B2AF2DE-4660-4D97-A5C7-B8370626BDD5}" srcOrd="0" destOrd="0" presId="urn:microsoft.com/office/officeart/2005/8/layout/hierarchy3"/>
    <dgm:cxn modelId="{ECC1F579-5249-4B27-B42C-FC21C0E6F0C3}" type="presOf" srcId="{68D33FD3-7D8B-4C5F-8FAB-CA42A39352FA}" destId="{1620A4EA-B7C7-451F-878F-D26474116027}" srcOrd="0" destOrd="0" presId="urn:microsoft.com/office/officeart/2005/8/layout/hierarchy3"/>
    <dgm:cxn modelId="{0B4F6C82-9067-449F-B7AE-D12424D7A301}" type="presOf" srcId="{C5A3418F-F345-4EF7-AC15-2DC5A6D76658}" destId="{45D52A7B-9D6B-453E-A4FA-FC6E2B048254}" srcOrd="0" destOrd="0" presId="urn:microsoft.com/office/officeart/2005/8/layout/hierarchy3"/>
    <dgm:cxn modelId="{89D8D085-13AA-4238-A0BC-FC7C1D7BD909}" srcId="{99063AA4-47DB-49D8-94F5-772D8A661267}" destId="{C5A3418F-F345-4EF7-AC15-2DC5A6D76658}" srcOrd="0" destOrd="0" parTransId="{C37CD54E-46EE-47AD-95ED-7409CC29A6BD}" sibTransId="{64CEEDD2-3752-47C9-9BA5-86DC25EB4465}"/>
    <dgm:cxn modelId="{A6C6F7D2-9F4F-4E0C-80B1-91FC72EF277F}" type="presOf" srcId="{C5A3418F-F345-4EF7-AC15-2DC5A6D76658}" destId="{45BEC10C-D294-4329-8D81-2AB5E8550811}" srcOrd="1" destOrd="0" presId="urn:microsoft.com/office/officeart/2005/8/layout/hierarchy3"/>
    <dgm:cxn modelId="{80419830-4D1D-41B5-BAE6-F93455A7BD43}" type="presParOf" srcId="{3F5F28CA-A4E9-4479-BFC4-49B5DBD16025}" destId="{7BC11495-B99E-476D-9301-81B781A601B1}" srcOrd="0" destOrd="0" presId="urn:microsoft.com/office/officeart/2005/8/layout/hierarchy3"/>
    <dgm:cxn modelId="{B34B2A7D-FFB2-4E6C-A84A-072632766BC8}" type="presParOf" srcId="{7BC11495-B99E-476D-9301-81B781A601B1}" destId="{0E88E9F7-B28D-4A11-981A-5E593B931DAD}" srcOrd="0" destOrd="0" presId="urn:microsoft.com/office/officeart/2005/8/layout/hierarchy3"/>
    <dgm:cxn modelId="{04D814C7-3EB1-4227-897A-2B5056A49B13}" type="presParOf" srcId="{0E88E9F7-B28D-4A11-981A-5E593B931DAD}" destId="{45D52A7B-9D6B-453E-A4FA-FC6E2B048254}" srcOrd="0" destOrd="0" presId="urn:microsoft.com/office/officeart/2005/8/layout/hierarchy3"/>
    <dgm:cxn modelId="{ABC709BB-01B0-4EDD-AE01-B12E4210C99A}" type="presParOf" srcId="{0E88E9F7-B28D-4A11-981A-5E593B931DAD}" destId="{45BEC10C-D294-4329-8D81-2AB5E8550811}" srcOrd="1" destOrd="0" presId="urn:microsoft.com/office/officeart/2005/8/layout/hierarchy3"/>
    <dgm:cxn modelId="{7404B703-E894-40D3-881A-4CF379A8B5D3}" type="presParOf" srcId="{7BC11495-B99E-476D-9301-81B781A601B1}" destId="{BCF73085-C0F8-458A-B777-1C556CADBC34}" srcOrd="1" destOrd="0" presId="urn:microsoft.com/office/officeart/2005/8/layout/hierarchy3"/>
    <dgm:cxn modelId="{66862D95-A01F-42B6-B067-20C6BC4A03CB}" type="presParOf" srcId="{BCF73085-C0F8-458A-B777-1C556CADBC34}" destId="{3C4851C8-FD5D-452F-B8C5-4E7A02165401}" srcOrd="0" destOrd="0" presId="urn:microsoft.com/office/officeart/2005/8/layout/hierarchy3"/>
    <dgm:cxn modelId="{C3E93E7E-3A5E-41DE-92BF-770346CE31A9}" type="presParOf" srcId="{BCF73085-C0F8-458A-B777-1C556CADBC34}" destId="{737731EE-4DBF-4216-A544-3413B4105E6F}" srcOrd="1" destOrd="0" presId="urn:microsoft.com/office/officeart/2005/8/layout/hierarchy3"/>
    <dgm:cxn modelId="{A0DE62E2-61E0-44A6-BE95-47E151AB3CD2}" type="presParOf" srcId="{BCF73085-C0F8-458A-B777-1C556CADBC34}" destId="{1620A4EA-B7C7-451F-878F-D26474116027}" srcOrd="2" destOrd="0" presId="urn:microsoft.com/office/officeart/2005/8/layout/hierarchy3"/>
    <dgm:cxn modelId="{87E55008-7917-4F71-83F6-85190A9DBE22}" type="presParOf" srcId="{BCF73085-C0F8-458A-B777-1C556CADBC34}" destId="{3B2AF2DE-4660-4D97-A5C7-B8370626BDD5}"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7D75C-D29D-45AF-8EB8-DE6B19783D65}">
      <dsp:nvSpPr>
        <dsp:cNvPr id="0" name=""/>
        <dsp:cNvSpPr/>
      </dsp:nvSpPr>
      <dsp:spPr>
        <a:xfrm>
          <a:off x="0" y="519199"/>
          <a:ext cx="6579476"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83F146-D7F9-45F2-8608-3ED137E3B070}">
      <dsp:nvSpPr>
        <dsp:cNvPr id="0" name=""/>
        <dsp:cNvSpPr/>
      </dsp:nvSpPr>
      <dsp:spPr>
        <a:xfrm>
          <a:off x="328973" y="61639"/>
          <a:ext cx="4605633"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82" tIns="0" rIns="174082" bIns="0" numCol="1" spcCol="1270" anchor="ctr" anchorCtr="0">
          <a:noAutofit/>
        </a:bodyPr>
        <a:lstStyle/>
        <a:p>
          <a:pPr marL="0" lvl="0" indent="0" algn="l" defTabSz="1377950">
            <a:lnSpc>
              <a:spcPct val="90000"/>
            </a:lnSpc>
            <a:spcBef>
              <a:spcPct val="0"/>
            </a:spcBef>
            <a:spcAft>
              <a:spcPct val="35000"/>
            </a:spcAft>
            <a:buNone/>
          </a:pPr>
          <a:r>
            <a:rPr lang="en-US" sz="3100" kern="1200" dirty="0"/>
            <a:t>Target</a:t>
          </a:r>
        </a:p>
      </dsp:txBody>
      <dsp:txXfrm>
        <a:off x="373645" y="106311"/>
        <a:ext cx="4516289" cy="825776"/>
      </dsp:txXfrm>
    </dsp:sp>
    <dsp:sp modelId="{65F38DE2-CA47-4326-840D-04FEBA9C267B}">
      <dsp:nvSpPr>
        <dsp:cNvPr id="0" name=""/>
        <dsp:cNvSpPr/>
      </dsp:nvSpPr>
      <dsp:spPr>
        <a:xfrm>
          <a:off x="0" y="1952652"/>
          <a:ext cx="6579476"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119836-F688-4E2C-AB9C-57E2F4FFCE90}">
      <dsp:nvSpPr>
        <dsp:cNvPr id="0" name=""/>
        <dsp:cNvSpPr/>
      </dsp:nvSpPr>
      <dsp:spPr>
        <a:xfrm>
          <a:off x="328973" y="1467799"/>
          <a:ext cx="4605633"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82" tIns="0" rIns="174082" bIns="0" numCol="1" spcCol="1270" anchor="ctr" anchorCtr="0">
          <a:noAutofit/>
        </a:bodyPr>
        <a:lstStyle/>
        <a:p>
          <a:pPr marL="0" lvl="0" indent="0" algn="l" defTabSz="1377950">
            <a:lnSpc>
              <a:spcPct val="90000"/>
            </a:lnSpc>
            <a:spcBef>
              <a:spcPct val="0"/>
            </a:spcBef>
            <a:spcAft>
              <a:spcPct val="35000"/>
            </a:spcAft>
            <a:buNone/>
          </a:pPr>
          <a:r>
            <a:rPr lang="en-US" sz="3100" kern="1200" dirty="0"/>
            <a:t>Instrument</a:t>
          </a:r>
        </a:p>
      </dsp:txBody>
      <dsp:txXfrm>
        <a:off x="373645" y="1512471"/>
        <a:ext cx="4516289" cy="825776"/>
      </dsp:txXfrm>
    </dsp:sp>
    <dsp:sp modelId="{7A5DDEF2-1442-4420-9D9A-9D06D8667A17}">
      <dsp:nvSpPr>
        <dsp:cNvPr id="0" name=""/>
        <dsp:cNvSpPr/>
      </dsp:nvSpPr>
      <dsp:spPr>
        <a:xfrm>
          <a:off x="0" y="3331519"/>
          <a:ext cx="6579476"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8D89E-C599-48B5-B0E8-B87D09EFAB1C}">
      <dsp:nvSpPr>
        <dsp:cNvPr id="0" name=""/>
        <dsp:cNvSpPr/>
      </dsp:nvSpPr>
      <dsp:spPr>
        <a:xfrm>
          <a:off x="328973" y="2873959"/>
          <a:ext cx="4605633"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082" tIns="0" rIns="174082" bIns="0" numCol="1" spcCol="1270" anchor="ctr" anchorCtr="0">
          <a:noAutofit/>
        </a:bodyPr>
        <a:lstStyle/>
        <a:p>
          <a:pPr marL="0" lvl="0" indent="0" algn="l" defTabSz="1377950">
            <a:lnSpc>
              <a:spcPct val="90000"/>
            </a:lnSpc>
            <a:spcBef>
              <a:spcPct val="0"/>
            </a:spcBef>
            <a:spcAft>
              <a:spcPct val="35000"/>
            </a:spcAft>
            <a:buNone/>
          </a:pPr>
          <a:r>
            <a:rPr lang="en-US" sz="3100" kern="1200" dirty="0"/>
            <a:t>Evidence Repository</a:t>
          </a:r>
        </a:p>
      </dsp:txBody>
      <dsp:txXfrm>
        <a:off x="373645" y="2918631"/>
        <a:ext cx="4516289"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E1437-80F4-4323-A8BE-BD7DE2C46BE6}">
      <dsp:nvSpPr>
        <dsp:cNvPr id="0" name=""/>
        <dsp:cNvSpPr/>
      </dsp:nvSpPr>
      <dsp:spPr>
        <a:xfrm rot="16200000">
          <a:off x="2606484" y="-513909"/>
          <a:ext cx="2612745" cy="5092226"/>
        </a:xfrm>
        <a:prstGeom prst="round2SameRect">
          <a:avLst>
            <a:gd name="adj1" fmla="val 1667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222250" rIns="200025" bIns="222250" numCol="1" spcCol="1270" anchor="t" anchorCtr="0">
          <a:noAutofit/>
        </a:bodyPr>
        <a:lstStyle/>
        <a:p>
          <a:pPr marL="0" lvl="0" indent="0" algn="l" defTabSz="1555750">
            <a:lnSpc>
              <a:spcPct val="90000"/>
            </a:lnSpc>
            <a:spcBef>
              <a:spcPct val="0"/>
            </a:spcBef>
            <a:spcAft>
              <a:spcPct val="35000"/>
            </a:spcAft>
            <a:buNone/>
          </a:pPr>
          <a:endParaRPr lang="en-US" sz="3500" kern="1200" dirty="0"/>
        </a:p>
        <a:p>
          <a:pPr marL="0" lvl="0" indent="0" algn="l" defTabSz="1555750">
            <a:lnSpc>
              <a:spcPct val="90000"/>
            </a:lnSpc>
            <a:spcBef>
              <a:spcPct val="0"/>
            </a:spcBef>
            <a:spcAft>
              <a:spcPct val="35000"/>
            </a:spcAft>
            <a:buNone/>
          </a:pPr>
          <a:r>
            <a:rPr lang="en-US" sz="3200" kern="1200" dirty="0"/>
            <a:t>Instrument</a:t>
          </a:r>
        </a:p>
      </dsp:txBody>
      <dsp:txXfrm rot="5400000">
        <a:off x="1494311" y="853398"/>
        <a:ext cx="4964659" cy="2357611"/>
      </dsp:txXfrm>
    </dsp:sp>
    <dsp:sp modelId="{3C338862-D43F-4A71-9D7B-CDD3D29640CD}">
      <dsp:nvSpPr>
        <dsp:cNvPr id="0" name=""/>
        <dsp:cNvSpPr/>
      </dsp:nvSpPr>
      <dsp:spPr>
        <a:xfrm rot="5400000">
          <a:off x="4275650" y="681520"/>
          <a:ext cx="2612745" cy="2701364"/>
        </a:xfrm>
        <a:prstGeom prst="round2SameRect">
          <a:avLst>
            <a:gd name="adj1" fmla="val 1667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203200" rIns="121920" bIns="203200" numCol="1" spcCol="1270" anchor="t" anchorCtr="0">
          <a:noAutofit/>
        </a:bodyPr>
        <a:lstStyle/>
        <a:p>
          <a:pPr marL="0" lvl="0" indent="0" algn="l" defTabSz="1422400">
            <a:lnSpc>
              <a:spcPct val="90000"/>
            </a:lnSpc>
            <a:spcBef>
              <a:spcPct val="0"/>
            </a:spcBef>
            <a:spcAft>
              <a:spcPct val="35000"/>
            </a:spcAft>
            <a:buNone/>
          </a:pPr>
          <a:endParaRPr lang="en-US" sz="3200" kern="1200" dirty="0"/>
        </a:p>
        <a:p>
          <a:pPr marL="0" lvl="0" indent="0" algn="l" defTabSz="1422400">
            <a:lnSpc>
              <a:spcPct val="90000"/>
            </a:lnSpc>
            <a:spcBef>
              <a:spcPct val="0"/>
            </a:spcBef>
            <a:spcAft>
              <a:spcPct val="35000"/>
            </a:spcAft>
            <a:buNone/>
          </a:pPr>
          <a:r>
            <a:rPr lang="en-US" sz="3200" kern="1200" dirty="0"/>
            <a:t>Evidence Repository</a:t>
          </a:r>
        </a:p>
      </dsp:txBody>
      <dsp:txXfrm rot="-5400000">
        <a:off x="4231341" y="853397"/>
        <a:ext cx="2573797" cy="2357611"/>
      </dsp:txXfrm>
    </dsp:sp>
    <dsp:sp modelId="{D1D96487-2634-45E9-9856-E33E276D4B08}">
      <dsp:nvSpPr>
        <dsp:cNvPr id="0" name=""/>
        <dsp:cNvSpPr/>
      </dsp:nvSpPr>
      <dsp:spPr>
        <a:xfrm>
          <a:off x="3912694" y="0"/>
          <a:ext cx="1669165" cy="1669084"/>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E2955B-1975-402F-9F78-A2B166C213C4}">
      <dsp:nvSpPr>
        <dsp:cNvPr id="0" name=""/>
        <dsp:cNvSpPr/>
      </dsp:nvSpPr>
      <dsp:spPr>
        <a:xfrm rot="10800000">
          <a:off x="3912694" y="2394915"/>
          <a:ext cx="1669165" cy="1669084"/>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A97B8E-6A9D-45AE-9193-AA6B744B72B0}">
      <dsp:nvSpPr>
        <dsp:cNvPr id="0" name=""/>
        <dsp:cNvSpPr/>
      </dsp:nvSpPr>
      <dsp:spPr>
        <a:xfrm>
          <a:off x="0" y="100902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DC9C28-92F8-4FED-8FD7-46352496F5D2}">
      <dsp:nvSpPr>
        <dsp:cNvPr id="0" name=""/>
        <dsp:cNvSpPr/>
      </dsp:nvSpPr>
      <dsp:spPr>
        <a:xfrm>
          <a:off x="414972" y="625260"/>
          <a:ext cx="7315176"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Use of another person’s identity</a:t>
          </a:r>
        </a:p>
      </dsp:txBody>
      <dsp:txXfrm>
        <a:off x="452439" y="662727"/>
        <a:ext cx="7240242" cy="692586"/>
      </dsp:txXfrm>
    </dsp:sp>
    <dsp:sp modelId="{5F0AA253-41F8-404D-90B3-18BF263DCC91}">
      <dsp:nvSpPr>
        <dsp:cNvPr id="0" name=""/>
        <dsp:cNvSpPr/>
      </dsp:nvSpPr>
      <dsp:spPr>
        <a:xfrm>
          <a:off x="0" y="218838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6954251-3861-4575-AADA-8DB566FCBA0C}">
      <dsp:nvSpPr>
        <dsp:cNvPr id="0" name=""/>
        <dsp:cNvSpPr/>
      </dsp:nvSpPr>
      <dsp:spPr>
        <a:xfrm>
          <a:off x="414972" y="1804620"/>
          <a:ext cx="7315176"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Typically performed for economic gain</a:t>
          </a:r>
        </a:p>
      </dsp:txBody>
      <dsp:txXfrm>
        <a:off x="452439" y="1842087"/>
        <a:ext cx="7240242" cy="692586"/>
      </dsp:txXfrm>
    </dsp:sp>
    <dsp:sp modelId="{8DE30473-E19D-4768-8124-B64125FCE5F6}">
      <dsp:nvSpPr>
        <dsp:cNvPr id="0" name=""/>
        <dsp:cNvSpPr/>
      </dsp:nvSpPr>
      <dsp:spPr>
        <a:xfrm>
          <a:off x="0" y="3367740"/>
          <a:ext cx="8299450"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4FDFBD-0ED4-4386-9769-EE70F8A76838}">
      <dsp:nvSpPr>
        <dsp:cNvPr id="0" name=""/>
        <dsp:cNvSpPr/>
      </dsp:nvSpPr>
      <dsp:spPr>
        <a:xfrm>
          <a:off x="414972" y="2983980"/>
          <a:ext cx="7315176"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155700">
            <a:lnSpc>
              <a:spcPct val="90000"/>
            </a:lnSpc>
            <a:spcBef>
              <a:spcPct val="0"/>
            </a:spcBef>
            <a:spcAft>
              <a:spcPct val="35000"/>
            </a:spcAft>
            <a:buNone/>
          </a:pPr>
          <a:r>
            <a:rPr lang="en-US" sz="2600" kern="1200" dirty="0"/>
            <a:t>Methods include phishing, spyware, and discarded information</a:t>
          </a:r>
        </a:p>
      </dsp:txBody>
      <dsp:txXfrm>
        <a:off x="452439" y="3021447"/>
        <a:ext cx="7240242" cy="692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52A7B-9D6B-453E-A4FA-FC6E2B048254}">
      <dsp:nvSpPr>
        <dsp:cNvPr id="0" name=""/>
        <dsp:cNvSpPr/>
      </dsp:nvSpPr>
      <dsp:spPr>
        <a:xfrm>
          <a:off x="1887140" y="496"/>
          <a:ext cx="2321718" cy="116085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Subclasses of fraud</a:t>
          </a:r>
        </a:p>
      </dsp:txBody>
      <dsp:txXfrm>
        <a:off x="1921140" y="34496"/>
        <a:ext cx="2253718" cy="1092859"/>
      </dsp:txXfrm>
    </dsp:sp>
    <dsp:sp modelId="{3C4851C8-FD5D-452F-B8C5-4E7A02165401}">
      <dsp:nvSpPr>
        <dsp:cNvPr id="0" name=""/>
        <dsp:cNvSpPr/>
      </dsp:nvSpPr>
      <dsp:spPr>
        <a:xfrm>
          <a:off x="2119312" y="1161355"/>
          <a:ext cx="232171" cy="870644"/>
        </a:xfrm>
        <a:custGeom>
          <a:avLst/>
          <a:gdLst/>
          <a:ahLst/>
          <a:cxnLst/>
          <a:rect l="0" t="0" r="0" b="0"/>
          <a:pathLst>
            <a:path>
              <a:moveTo>
                <a:pt x="0" y="0"/>
              </a:moveTo>
              <a:lnTo>
                <a:pt x="0" y="870644"/>
              </a:lnTo>
              <a:lnTo>
                <a:pt x="232171" y="8706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7731EE-4DBF-4216-A544-3413B4105E6F}">
      <dsp:nvSpPr>
        <dsp:cNvPr id="0" name=""/>
        <dsp:cNvSpPr/>
      </dsp:nvSpPr>
      <dsp:spPr>
        <a:xfrm>
          <a:off x="2351484" y="1451570"/>
          <a:ext cx="1857374" cy="116085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dirty="0"/>
            <a:t>Investment offers</a:t>
          </a:r>
        </a:p>
      </dsp:txBody>
      <dsp:txXfrm>
        <a:off x="2385484" y="1485570"/>
        <a:ext cx="1789374" cy="1092859"/>
      </dsp:txXfrm>
    </dsp:sp>
    <dsp:sp modelId="{1620A4EA-B7C7-451F-878F-D26474116027}">
      <dsp:nvSpPr>
        <dsp:cNvPr id="0" name=""/>
        <dsp:cNvSpPr/>
      </dsp:nvSpPr>
      <dsp:spPr>
        <a:xfrm>
          <a:off x="2119312" y="1161355"/>
          <a:ext cx="232171" cy="2321718"/>
        </a:xfrm>
        <a:custGeom>
          <a:avLst/>
          <a:gdLst/>
          <a:ahLst/>
          <a:cxnLst/>
          <a:rect l="0" t="0" r="0" b="0"/>
          <a:pathLst>
            <a:path>
              <a:moveTo>
                <a:pt x="0" y="0"/>
              </a:moveTo>
              <a:lnTo>
                <a:pt x="0" y="2321718"/>
              </a:lnTo>
              <a:lnTo>
                <a:pt x="232171" y="232171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2AF2DE-4660-4D97-A5C7-B8370626BDD5}">
      <dsp:nvSpPr>
        <dsp:cNvPr id="0" name=""/>
        <dsp:cNvSpPr/>
      </dsp:nvSpPr>
      <dsp:spPr>
        <a:xfrm>
          <a:off x="2351484" y="2902644"/>
          <a:ext cx="1857374" cy="116085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dirty="0"/>
            <a:t>Data piracy</a:t>
          </a:r>
        </a:p>
      </dsp:txBody>
      <dsp:txXfrm>
        <a:off x="2385484" y="2936644"/>
        <a:ext cx="1789374" cy="109285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4C56A03C-51F9-4FD5-8FCC-3F67852B9DED}" type="datetime1">
              <a:rPr lang="en-US"/>
              <a:pPr>
                <a:defRPr/>
              </a:pPr>
              <a:t>10/23/2025</a:t>
            </a:fld>
            <a:endParaRPr lang="en-US" dirty="0"/>
          </a:p>
        </p:txBody>
      </p:sp>
      <p:sp>
        <p:nvSpPr>
          <p:cNvPr id="50180" name="Rectangle 4"/>
          <p:cNvSpPr>
            <a:spLocks noGrp="1" noChangeArrowheads="1"/>
          </p:cNvSpPr>
          <p:nvPr>
            <p:ph type="ftr" sz="quarter" idx="2"/>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dirty="0"/>
              <a:t>(c) ITT Educational Services, Inc.</a:t>
            </a:r>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B35F354A-EA55-4F15-A69D-3380A9E77E53}" type="slidenum">
              <a:rPr lang="en-US"/>
              <a:pPr>
                <a:defRPr/>
              </a:pPr>
              <a:t>‹#›</a:t>
            </a:fld>
            <a:endParaRPr lang="en-US" dirty="0"/>
          </a:p>
        </p:txBody>
      </p:sp>
    </p:spTree>
    <p:extLst>
      <p:ext uri="{BB962C8B-B14F-4D97-AF65-F5344CB8AC3E}">
        <p14:creationId xmlns:p14="http://schemas.microsoft.com/office/powerpoint/2010/main" val="1804459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dirty="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8FB6DAC9-26BA-4C32-BC34-B656C44CC1A4}" type="datetime1">
              <a:rPr lang="en-US"/>
              <a:pPr>
                <a:defRPr/>
              </a:pPr>
              <a:t>10/23/2025</a:t>
            </a:fld>
            <a:endParaRPr lang="en-US" dirty="0"/>
          </a:p>
        </p:txBody>
      </p:sp>
      <p:sp>
        <p:nvSpPr>
          <p:cNvPr id="53252"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1887" eaLnBrk="1" hangingPunct="1">
              <a:defRPr sz="1300" dirty="0">
                <a:latin typeface="Times New Roman" pitchFamily="18" charset="0"/>
              </a:defRPr>
            </a:lvl1pPr>
          </a:lstStyle>
          <a:p>
            <a:pPr>
              <a:defRPr/>
            </a:pPr>
            <a:r>
              <a:rPr lang="en-US" dirty="0"/>
              <a:t>(c) ITT Educational Services, Inc.</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44A21F26-A09F-46DC-8957-33E445532C4D}" type="slidenum">
              <a:rPr lang="en-US"/>
              <a:pPr>
                <a:defRPr/>
              </a:pPr>
              <a:t>‹#›</a:t>
            </a:fld>
            <a:endParaRPr lang="en-US" dirty="0"/>
          </a:p>
        </p:txBody>
      </p:sp>
    </p:spTree>
    <p:extLst>
      <p:ext uri="{BB962C8B-B14F-4D97-AF65-F5344CB8AC3E}">
        <p14:creationId xmlns:p14="http://schemas.microsoft.com/office/powerpoint/2010/main" val="1572573759"/>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pPr defTabSz="931863"/>
            <a:fld id="{9D39645C-6160-485B-97B4-5CAD0D442CB7}" type="slidenum">
              <a:rPr lang="en-US" smtClean="0"/>
              <a:pPr defTabSz="931863"/>
              <a:t>1</a:t>
            </a:fld>
            <a:endParaRPr lang="en-US" dirty="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0781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a:latin typeface="Arial" pitchFamily="34" charset="0"/>
            </a:endParaRPr>
          </a:p>
        </p:txBody>
      </p:sp>
      <p:sp>
        <p:nvSpPr>
          <p:cNvPr id="55300" name="Slide Number Placeholder 3"/>
          <p:cNvSpPr>
            <a:spLocks noGrp="1"/>
          </p:cNvSpPr>
          <p:nvPr>
            <p:ph type="sldNum" sz="quarter" idx="5"/>
          </p:nvPr>
        </p:nvSpPr>
        <p:spPr>
          <a:noFill/>
        </p:spPr>
        <p:txBody>
          <a:bodyPr/>
          <a:lstStyle/>
          <a:p>
            <a:pPr defTabSz="931863"/>
            <a:fld id="{649A437B-09A0-48A7-9A25-5C1D3D3C0D7E}"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1852945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dirty="0">
              <a:latin typeface="Arial" pitchFamily="34" charset="0"/>
            </a:endParaRPr>
          </a:p>
        </p:txBody>
      </p:sp>
      <p:sp>
        <p:nvSpPr>
          <p:cNvPr id="56324" name="Slide Number Placeholder 3"/>
          <p:cNvSpPr>
            <a:spLocks noGrp="1"/>
          </p:cNvSpPr>
          <p:nvPr>
            <p:ph type="sldNum" sz="quarter" idx="5"/>
          </p:nvPr>
        </p:nvSpPr>
        <p:spPr>
          <a:noFill/>
        </p:spPr>
        <p:txBody>
          <a:bodyPr/>
          <a:lstStyle/>
          <a:p>
            <a:pPr defTabSz="931863"/>
            <a:fld id="{1434938B-559B-4794-AA20-99F5A6230B77}"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392945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r>
              <a:rPr lang="en-US" dirty="0"/>
              <a:t>A computer or another device can play one of three roles in a computer crime:</a:t>
            </a:r>
          </a:p>
          <a:p>
            <a:r>
              <a:rPr lang="en-US" dirty="0"/>
              <a:t>• It can be the target of the crime.</a:t>
            </a:r>
          </a:p>
          <a:p>
            <a:r>
              <a:rPr lang="en-US" dirty="0"/>
              <a:t>• It can be the instrument of the crime.</a:t>
            </a:r>
          </a:p>
          <a:p>
            <a:r>
              <a:rPr lang="en-US" dirty="0"/>
              <a:t>• It can be an evidence repository that stores valuable information about the crime.</a:t>
            </a:r>
          </a:p>
        </p:txBody>
      </p:sp>
      <p:sp>
        <p:nvSpPr>
          <p:cNvPr id="73732" name="Date Placeholder 3"/>
          <p:cNvSpPr>
            <a:spLocks noGrp="1"/>
          </p:cNvSpPr>
          <p:nvPr>
            <p:ph type="dt" sz="quarter" idx="1"/>
          </p:nvPr>
        </p:nvSpPr>
        <p:spPr>
          <a:noFill/>
        </p:spPr>
        <p:txBody>
          <a:bodyPr/>
          <a:lstStyle/>
          <a:p>
            <a:pPr defTabSz="931863"/>
            <a:fld id="{76C94381-768D-4094-B404-73556DE54B23}" type="datetime1">
              <a:rPr lang="en-US" smtClean="0"/>
              <a:pPr defTabSz="931863"/>
              <a:t>10/23/2025</a:t>
            </a:fld>
            <a:endParaRPr lang="en-US" dirty="0"/>
          </a:p>
        </p:txBody>
      </p:sp>
      <p:sp>
        <p:nvSpPr>
          <p:cNvPr id="73733" name="Footer Placeholder 4"/>
          <p:cNvSpPr>
            <a:spLocks noGrp="1"/>
          </p:cNvSpPr>
          <p:nvPr>
            <p:ph type="ftr" sz="quarter" idx="4"/>
          </p:nvPr>
        </p:nvSpPr>
        <p:spPr>
          <a:noFill/>
        </p:spPr>
        <p:txBody>
          <a:bodyPr/>
          <a:lstStyle/>
          <a:p>
            <a:pPr defTabSz="931863"/>
            <a:endParaRPr lang="en-US" dirty="0"/>
          </a:p>
        </p:txBody>
      </p:sp>
      <p:sp>
        <p:nvSpPr>
          <p:cNvPr id="73734" name="Slide Number Placeholder 5"/>
          <p:cNvSpPr>
            <a:spLocks noGrp="1"/>
          </p:cNvSpPr>
          <p:nvPr>
            <p:ph type="sldNum" sz="quarter" idx="5"/>
          </p:nvPr>
        </p:nvSpPr>
        <p:spPr>
          <a:noFill/>
        </p:spPr>
        <p:txBody>
          <a:bodyPr/>
          <a:lstStyle/>
          <a:p>
            <a:pPr defTabSz="931863"/>
            <a:fld id="{FAB5D62F-1F87-4759-90F4-20E2CFEF754E}" type="slidenum">
              <a:rPr lang="en-US" smtClean="0"/>
              <a:pPr defTabSz="931863"/>
              <a:t>4</a:t>
            </a:fld>
            <a:endParaRPr lang="en-US" dirty="0"/>
          </a:p>
        </p:txBody>
      </p:sp>
    </p:spTree>
    <p:extLst>
      <p:ext uri="{BB962C8B-B14F-4D97-AF65-F5344CB8AC3E}">
        <p14:creationId xmlns:p14="http://schemas.microsoft.com/office/powerpoint/2010/main" val="2758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r>
              <a:rPr lang="en-US" dirty="0"/>
              <a:t>In some cases, a computer can have multiple roles. It can be the instrument of a crime and also serve as a file cabinet that stores critical evidence. For example, an attacker may use a computer as a tool to break into another computer and steal files. The attacker may then store the stolen files on the computer used to perpetrate the theft. When investigating a case, it is important that the investigator know what roles a computer played in the crime and then tailor the investigative process to those roles.</a:t>
            </a:r>
          </a:p>
        </p:txBody>
      </p:sp>
      <p:sp>
        <p:nvSpPr>
          <p:cNvPr id="74756" name="Date Placeholder 3"/>
          <p:cNvSpPr>
            <a:spLocks noGrp="1"/>
          </p:cNvSpPr>
          <p:nvPr>
            <p:ph type="dt" sz="quarter" idx="1"/>
          </p:nvPr>
        </p:nvSpPr>
        <p:spPr>
          <a:noFill/>
        </p:spPr>
        <p:txBody>
          <a:bodyPr/>
          <a:lstStyle/>
          <a:p>
            <a:pPr defTabSz="931863"/>
            <a:fld id="{0313DB97-90E1-4A30-950E-13A9D7F8CB59}" type="datetime1">
              <a:rPr lang="en-US" smtClean="0"/>
              <a:pPr defTabSz="931863"/>
              <a:t>10/23/2025</a:t>
            </a:fld>
            <a:endParaRPr lang="en-US" dirty="0"/>
          </a:p>
        </p:txBody>
      </p:sp>
      <p:sp>
        <p:nvSpPr>
          <p:cNvPr id="74757" name="Footer Placeholder 4"/>
          <p:cNvSpPr>
            <a:spLocks noGrp="1"/>
          </p:cNvSpPr>
          <p:nvPr>
            <p:ph type="ftr" sz="quarter" idx="4"/>
          </p:nvPr>
        </p:nvSpPr>
        <p:spPr>
          <a:noFill/>
        </p:spPr>
        <p:txBody>
          <a:bodyPr/>
          <a:lstStyle/>
          <a:p>
            <a:pPr defTabSz="931863"/>
            <a:endParaRPr lang="en-US" dirty="0"/>
          </a:p>
        </p:txBody>
      </p:sp>
      <p:sp>
        <p:nvSpPr>
          <p:cNvPr id="74758" name="Slide Number Placeholder 5"/>
          <p:cNvSpPr>
            <a:spLocks noGrp="1"/>
          </p:cNvSpPr>
          <p:nvPr>
            <p:ph type="sldNum" sz="quarter" idx="5"/>
          </p:nvPr>
        </p:nvSpPr>
        <p:spPr>
          <a:noFill/>
        </p:spPr>
        <p:txBody>
          <a:bodyPr/>
          <a:lstStyle/>
          <a:p>
            <a:pPr defTabSz="931863"/>
            <a:fld id="{0CFDC9C8-8246-475B-BBBC-6A39F26C4736}" type="slidenum">
              <a:rPr lang="en-US" smtClean="0"/>
              <a:pPr defTabSz="931863"/>
              <a:t>5</a:t>
            </a:fld>
            <a:endParaRPr lang="en-US" dirty="0"/>
          </a:p>
        </p:txBody>
      </p:sp>
    </p:spTree>
    <p:extLst>
      <p:ext uri="{BB962C8B-B14F-4D97-AF65-F5344CB8AC3E}">
        <p14:creationId xmlns:p14="http://schemas.microsoft.com/office/powerpoint/2010/main" val="3686839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dirty="0"/>
          </a:p>
        </p:txBody>
      </p:sp>
      <p:sp>
        <p:nvSpPr>
          <p:cNvPr id="76804" name="Date Placeholder 3"/>
          <p:cNvSpPr>
            <a:spLocks noGrp="1"/>
          </p:cNvSpPr>
          <p:nvPr>
            <p:ph type="dt" sz="quarter" idx="1"/>
          </p:nvPr>
        </p:nvSpPr>
        <p:spPr>
          <a:noFill/>
        </p:spPr>
        <p:txBody>
          <a:bodyPr/>
          <a:lstStyle/>
          <a:p>
            <a:pPr defTabSz="931863"/>
            <a:fld id="{332A41A4-E044-4151-810F-1BE19849870D}" type="datetime1">
              <a:rPr lang="en-US" smtClean="0"/>
              <a:pPr defTabSz="931863"/>
              <a:t>10/23/2025</a:t>
            </a:fld>
            <a:endParaRPr lang="en-US" dirty="0"/>
          </a:p>
        </p:txBody>
      </p:sp>
      <p:sp>
        <p:nvSpPr>
          <p:cNvPr id="76805" name="Footer Placeholder 4"/>
          <p:cNvSpPr>
            <a:spLocks noGrp="1"/>
          </p:cNvSpPr>
          <p:nvPr>
            <p:ph type="ftr" sz="quarter" idx="4"/>
          </p:nvPr>
        </p:nvSpPr>
        <p:spPr>
          <a:noFill/>
        </p:spPr>
        <p:txBody>
          <a:bodyPr/>
          <a:lstStyle/>
          <a:p>
            <a:pPr defTabSz="931863"/>
            <a:r>
              <a:rPr lang="en-US" dirty="0"/>
              <a:t>(c) ITT Educational Services, Inc.</a:t>
            </a:r>
          </a:p>
        </p:txBody>
      </p:sp>
      <p:sp>
        <p:nvSpPr>
          <p:cNvPr id="76806" name="Slide Number Placeholder 5"/>
          <p:cNvSpPr>
            <a:spLocks noGrp="1"/>
          </p:cNvSpPr>
          <p:nvPr>
            <p:ph type="sldNum" sz="quarter" idx="5"/>
          </p:nvPr>
        </p:nvSpPr>
        <p:spPr>
          <a:noFill/>
        </p:spPr>
        <p:txBody>
          <a:bodyPr/>
          <a:lstStyle/>
          <a:p>
            <a:pPr defTabSz="931863"/>
            <a:fld id="{2A60D3BC-14CA-4CC4-974A-C9B2FFF41806}" type="slidenum">
              <a:rPr lang="en-US" smtClean="0"/>
              <a:pPr defTabSz="931863"/>
              <a:t>6</a:t>
            </a:fld>
            <a:endParaRPr lang="en-US" dirty="0"/>
          </a:p>
        </p:txBody>
      </p:sp>
    </p:spTree>
    <p:extLst>
      <p:ext uri="{BB962C8B-B14F-4D97-AF65-F5344CB8AC3E}">
        <p14:creationId xmlns:p14="http://schemas.microsoft.com/office/powerpoint/2010/main" val="1042996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r>
              <a:rPr lang="en-US" sz="1200" i="0" kern="1200" dirty="0">
                <a:solidFill>
                  <a:schemeClr val="tx1"/>
                </a:solidFill>
                <a:effectLst/>
                <a:latin typeface="Times New Roman" pitchFamily="18" charset="0"/>
                <a:ea typeface="+mn-ea"/>
                <a:cs typeface="+mn-cs"/>
              </a:rPr>
              <a:t>Identity theft </a:t>
            </a:r>
            <a:r>
              <a:rPr lang="en-US" sz="1200" kern="1200" dirty="0">
                <a:solidFill>
                  <a:schemeClr val="tx1"/>
                </a:solidFill>
                <a:effectLst/>
                <a:latin typeface="Times New Roman" pitchFamily="18" charset="0"/>
                <a:ea typeface="+mn-ea"/>
                <a:cs typeface="+mn-cs"/>
              </a:rPr>
              <a:t>is any use of another person’s identity. It is typically performed for economic gain, although it can be for other reasons as well. The simple act of wrongfully obtaining another person’s personal data is a crime, meaning that even unsuccessful identity theft is a crime. </a:t>
            </a:r>
          </a:p>
          <a:p>
            <a:endParaRPr lang="en-US" dirty="0"/>
          </a:p>
        </p:txBody>
      </p:sp>
      <p:sp>
        <p:nvSpPr>
          <p:cNvPr id="76804" name="Date Placeholder 3"/>
          <p:cNvSpPr>
            <a:spLocks noGrp="1"/>
          </p:cNvSpPr>
          <p:nvPr>
            <p:ph type="dt" sz="quarter" idx="1"/>
          </p:nvPr>
        </p:nvSpPr>
        <p:spPr>
          <a:noFill/>
        </p:spPr>
        <p:txBody>
          <a:bodyPr/>
          <a:lstStyle/>
          <a:p>
            <a:pPr defTabSz="931863"/>
            <a:fld id="{332A41A4-E044-4151-810F-1BE19849870D}" type="datetime1">
              <a:rPr lang="en-US" smtClean="0"/>
              <a:pPr defTabSz="931863"/>
              <a:t>10/23/2025</a:t>
            </a:fld>
            <a:endParaRPr lang="en-US" dirty="0"/>
          </a:p>
        </p:txBody>
      </p:sp>
      <p:sp>
        <p:nvSpPr>
          <p:cNvPr id="76805" name="Footer Placeholder 4"/>
          <p:cNvSpPr>
            <a:spLocks noGrp="1"/>
          </p:cNvSpPr>
          <p:nvPr>
            <p:ph type="ftr" sz="quarter" idx="4"/>
          </p:nvPr>
        </p:nvSpPr>
        <p:spPr>
          <a:noFill/>
        </p:spPr>
        <p:txBody>
          <a:bodyPr/>
          <a:lstStyle/>
          <a:p>
            <a:pPr defTabSz="931863"/>
            <a:r>
              <a:rPr lang="en-US" dirty="0"/>
              <a:t>(c) ITT Educational Services, Inc.</a:t>
            </a:r>
          </a:p>
        </p:txBody>
      </p:sp>
      <p:sp>
        <p:nvSpPr>
          <p:cNvPr id="76806" name="Slide Number Placeholder 5"/>
          <p:cNvSpPr>
            <a:spLocks noGrp="1"/>
          </p:cNvSpPr>
          <p:nvPr>
            <p:ph type="sldNum" sz="quarter" idx="5"/>
          </p:nvPr>
        </p:nvSpPr>
        <p:spPr>
          <a:noFill/>
        </p:spPr>
        <p:txBody>
          <a:bodyPr/>
          <a:lstStyle/>
          <a:p>
            <a:pPr defTabSz="931863"/>
            <a:fld id="{2A60D3BC-14CA-4CC4-974A-C9B2FFF41806}" type="slidenum">
              <a:rPr lang="en-US" smtClean="0"/>
              <a:pPr defTabSz="931863"/>
              <a:t>7</a:t>
            </a:fld>
            <a:endParaRPr lang="en-US" dirty="0"/>
          </a:p>
        </p:txBody>
      </p:sp>
    </p:spTree>
    <p:extLst>
      <p:ext uri="{BB962C8B-B14F-4D97-AF65-F5344CB8AC3E}">
        <p14:creationId xmlns:p14="http://schemas.microsoft.com/office/powerpoint/2010/main" val="251701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pPr marL="0" indent="0" eaLnBrk="0" hangingPunct="0">
              <a:spcBef>
                <a:spcPct val="20000"/>
              </a:spcBef>
              <a:buClr>
                <a:srgbClr val="ED6E2E"/>
              </a:buClr>
              <a:buFont typeface="Wingdings" pitchFamily="2" charset="2"/>
              <a:buNone/>
            </a:pPr>
            <a:r>
              <a:rPr lang="en-US" sz="1200" dirty="0"/>
              <a:t>In general, about as many people fall for scam emails as respond to other, legitimate, unsolicited bulk emails, or spam.</a:t>
            </a:r>
          </a:p>
          <a:p>
            <a:pPr marL="0" indent="0" eaLnBrk="0" hangingPunct="0">
              <a:spcBef>
                <a:spcPct val="20000"/>
              </a:spcBef>
              <a:buClr>
                <a:srgbClr val="ED6E2E"/>
              </a:buClr>
              <a:buFont typeface="Wingdings" pitchFamily="2" charset="2"/>
              <a:buNone/>
            </a:pPr>
            <a:r>
              <a:rPr lang="en-US" sz="1200" dirty="0"/>
              <a:t>A good fictitious email gets a 1–3 percent response rate, according to the Federal Bureau of Investigation (FBI).</a:t>
            </a:r>
            <a:endParaRPr lang="en-US" sz="1100" dirty="0"/>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8</a:t>
            </a:fld>
            <a:endParaRPr lang="en-US" dirty="0"/>
          </a:p>
        </p:txBody>
      </p:sp>
    </p:spTree>
    <p:extLst>
      <p:ext uri="{BB962C8B-B14F-4D97-AF65-F5344CB8AC3E}">
        <p14:creationId xmlns:p14="http://schemas.microsoft.com/office/powerpoint/2010/main" val="2093046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There are legal applications for monitoring another person’s computer usage including:</a:t>
            </a:r>
          </a:p>
          <a:p>
            <a:pPr lvl="0"/>
            <a:r>
              <a:rPr lang="en-US" sz="1200" kern="1200" dirty="0">
                <a:solidFill>
                  <a:schemeClr val="tx1"/>
                </a:solidFill>
                <a:effectLst/>
                <a:latin typeface="Times New Roman" pitchFamily="18" charset="0"/>
                <a:ea typeface="+mn-ea"/>
                <a:cs typeface="+mn-cs"/>
              </a:rPr>
              <a:t>- Parents monitoring their children’s computer activities</a:t>
            </a:r>
          </a:p>
          <a:p>
            <a:pPr lvl="0"/>
            <a:r>
              <a:rPr lang="en-US" sz="1200" kern="1200" dirty="0">
                <a:solidFill>
                  <a:schemeClr val="tx1"/>
                </a:solidFill>
                <a:effectLst/>
                <a:latin typeface="Times New Roman" pitchFamily="18" charset="0"/>
                <a:ea typeface="+mn-ea"/>
                <a:cs typeface="+mn-cs"/>
              </a:rPr>
              <a:t>- Companies monitoring their employees’ use of company-owned computers</a:t>
            </a:r>
          </a:p>
          <a:p>
            <a:endParaRPr lang="en-US" sz="1200" kern="1200" dirty="0">
              <a:solidFill>
                <a:schemeClr val="tx1"/>
              </a:solidFill>
              <a:effectLst/>
              <a:latin typeface="Times New Roman" pitchFamily="18" charset="0"/>
              <a:ea typeface="+mn-ea"/>
              <a:cs typeface="+mn-cs"/>
            </a:endParaRPr>
          </a:p>
          <a:p>
            <a:pPr marL="0" indent="0" eaLnBrk="0" hangingPunct="0">
              <a:spcBef>
                <a:spcPct val="20000"/>
              </a:spcBef>
              <a:buClr>
                <a:srgbClr val="ED6E2E"/>
              </a:buClr>
              <a:buFont typeface="Wingdings" pitchFamily="2" charset="2"/>
              <a:buNone/>
            </a:pPr>
            <a:r>
              <a:rPr lang="en-US" sz="3200" dirty="0"/>
              <a:t>Illegal applications:</a:t>
            </a:r>
          </a:p>
          <a:p>
            <a:pPr marL="0" lvl="0" indent="0" eaLnBrk="0" hangingPunct="0">
              <a:spcBef>
                <a:spcPct val="20000"/>
              </a:spcBef>
              <a:buClr>
                <a:srgbClr val="ED6E2E"/>
              </a:buClr>
              <a:buFont typeface="Arial" panose="020B0604020202020204" pitchFamily="34" charset="0"/>
              <a:buNone/>
            </a:pPr>
            <a:r>
              <a:rPr lang="en-US" sz="2800" dirty="0"/>
              <a:t>- Trojan horses</a:t>
            </a:r>
          </a:p>
          <a:p>
            <a:pPr marL="0" lvl="0" indent="0" eaLnBrk="0" hangingPunct="0">
              <a:spcBef>
                <a:spcPct val="20000"/>
              </a:spcBef>
              <a:buClr>
                <a:srgbClr val="ED6E2E"/>
              </a:buClr>
              <a:buFont typeface="Arial" panose="020B0604020202020204" pitchFamily="34" charset="0"/>
              <a:buNone/>
            </a:pPr>
            <a:r>
              <a:rPr lang="en-US" sz="2800" dirty="0"/>
              <a:t>- Viruses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Therefore, there are a number of spyware products that are inexpensive to obtain, or free, and perfectly legal to use. Unfortunately, criminals can use these same software programs for illicit purposes. The challenge for criminals is to get the spyware onto a target system. They can do this by:</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Trojan horses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Viruses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Physical installation</a:t>
            </a: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9</a:t>
            </a:fld>
            <a:endParaRPr lang="en-US" dirty="0"/>
          </a:p>
        </p:txBody>
      </p:sp>
    </p:spTree>
    <p:extLst>
      <p:ext uri="{BB962C8B-B14F-4D97-AF65-F5344CB8AC3E}">
        <p14:creationId xmlns:p14="http://schemas.microsoft.com/office/powerpoint/2010/main" val="2485048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Spyware can be placed on the target’s machine by tricking the user into opening an email attachment, which can have a virus, spyware, or Trojan horse.</a:t>
            </a: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10</a:t>
            </a:fld>
            <a:endParaRPr lang="en-US" dirty="0"/>
          </a:p>
        </p:txBody>
      </p:sp>
    </p:spTree>
    <p:extLst>
      <p:ext uri="{BB962C8B-B14F-4D97-AF65-F5344CB8AC3E}">
        <p14:creationId xmlns:p14="http://schemas.microsoft.com/office/powerpoint/2010/main" val="4165253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11</a:t>
            </a:fld>
            <a:endParaRPr lang="en-US" dirty="0"/>
          </a:p>
        </p:txBody>
      </p:sp>
    </p:spTree>
    <p:extLst>
      <p:ext uri="{BB962C8B-B14F-4D97-AF65-F5344CB8AC3E}">
        <p14:creationId xmlns:p14="http://schemas.microsoft.com/office/powerpoint/2010/main" val="764716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12</a:t>
            </a:fld>
            <a:endParaRPr lang="en-US" dirty="0"/>
          </a:p>
        </p:txBody>
      </p:sp>
    </p:spTree>
    <p:extLst>
      <p:ext uri="{BB962C8B-B14F-4D97-AF65-F5344CB8AC3E}">
        <p14:creationId xmlns:p14="http://schemas.microsoft.com/office/powerpoint/2010/main" val="3124651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13</a:t>
            </a:fld>
            <a:endParaRPr lang="en-US" dirty="0"/>
          </a:p>
        </p:txBody>
      </p:sp>
    </p:spTree>
    <p:extLst>
      <p:ext uri="{BB962C8B-B14F-4D97-AF65-F5344CB8AC3E}">
        <p14:creationId xmlns:p14="http://schemas.microsoft.com/office/powerpoint/2010/main" val="3414668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Many websites seem secure because they have logon screens that require the user to enter a username and password. A database is then checked to make sure the username and password match. All modern databases speak SQL. The SQL code is separated from the programming code with quotation marks. A typical SQL statement might look something like this:</a:t>
            </a:r>
          </a:p>
          <a:p>
            <a:r>
              <a:rPr lang="en-US" sz="1200" kern="1200" dirty="0">
                <a:solidFill>
                  <a:schemeClr val="tx1"/>
                </a:solidFill>
                <a:effectLst/>
                <a:latin typeface="Times New Roman" pitchFamily="18" charset="0"/>
                <a:ea typeface="+mn-ea"/>
                <a:cs typeface="+mn-cs"/>
              </a:rPr>
              <a:t>SELECT * FROM tblUsers WHERE USERNAME = ‘” + txtUsername.Text +’ AND PASSWORD = ‘” + txtPassword.Text +”’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If you enter username ‘thisuser’ and the password ‘letmein,’ this code produces the SQL command: </a:t>
            </a:r>
          </a:p>
          <a:p>
            <a:r>
              <a:rPr lang="en-US" sz="1200" kern="1200" dirty="0">
                <a:solidFill>
                  <a:schemeClr val="tx1"/>
                </a:solidFill>
                <a:effectLst/>
                <a:latin typeface="Times New Roman" pitchFamily="18" charset="0"/>
                <a:ea typeface="+mn-ea"/>
                <a:cs typeface="+mn-cs"/>
              </a:rPr>
              <a:t>SELECT * FROM tblUsers WHERE USERNAME = ‘thisuser’ AND PASSWORD = ‘letmein’</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If there is a match in the database, that means the username and password match. If no records are returned from the database, that means there was no match, and this is not a valid logon.</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SQL injection involves creating a statement that is always true. A simplified example is entering ‘’ or ‘1’ = ‘1’ into the username and password boxes. This causes the program to create this query:</a:t>
            </a:r>
          </a:p>
          <a:p>
            <a:r>
              <a:rPr lang="en-US" sz="1200" kern="1200" dirty="0">
                <a:solidFill>
                  <a:schemeClr val="tx1"/>
                </a:solidFill>
                <a:effectLst/>
                <a:latin typeface="Times New Roman" pitchFamily="18" charset="0"/>
                <a:ea typeface="+mn-ea"/>
                <a:cs typeface="+mn-cs"/>
              </a:rPr>
              <a:t>SELECT * FROM tblUsers WHERE USERNAME = ‘’ or ‘1’ = ‘1’ AND PASSWORD = ‘’ or ‘1’ = ‘1’.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All records are validated where the username and password are blank or if 1 = 1. Since 1 always equals 1, the intruder is able to log on to the website and do anything any authorized user can do. To prevent this from happening, the programmer should have written the logon to ignore or not allow the extra characters. </a:t>
            </a:r>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14</a:t>
            </a:fld>
            <a:endParaRPr lang="en-US" dirty="0"/>
          </a:p>
        </p:txBody>
      </p:sp>
    </p:spTree>
    <p:extLst>
      <p:ext uri="{BB962C8B-B14F-4D97-AF65-F5344CB8AC3E}">
        <p14:creationId xmlns:p14="http://schemas.microsoft.com/office/powerpoint/2010/main" val="3015542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15</a:t>
            </a:fld>
            <a:endParaRPr lang="en-US" dirty="0"/>
          </a:p>
        </p:txBody>
      </p:sp>
    </p:spTree>
    <p:extLst>
      <p:ext uri="{BB962C8B-B14F-4D97-AF65-F5344CB8AC3E}">
        <p14:creationId xmlns:p14="http://schemas.microsoft.com/office/powerpoint/2010/main" val="1367573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Windows passwords are hashed and stored in the SAM file. The hash of the password is not the actual password; it is created from the password using a hashing algorithm. When you log on to Windows, the system hashes your password and compares it to the hash in the SAM file. If there is an exact match, you are given access. A rainbow table contains every possible combination of keyboard characters and their associated hashed versions.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When Windows boots up, the system locks the SAM file so it cannot be copied or edited. However, a hacker can use Ophcrack, which boots to a Linux Live CD and then scans its rainbow table searching for matches. Ophcrack displays all of the passwords it finds. With a valid password, the hacker can log on to that computer.</a:t>
            </a: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16</a:t>
            </a:fld>
            <a:endParaRPr lang="en-US" dirty="0"/>
          </a:p>
        </p:txBody>
      </p:sp>
    </p:spTree>
    <p:extLst>
      <p:ext uri="{BB962C8B-B14F-4D97-AF65-F5344CB8AC3E}">
        <p14:creationId xmlns:p14="http://schemas.microsoft.com/office/powerpoint/2010/main" val="47590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Note: This screenshot was taken from a live machine, so all nonstandard user accounts and all passwords were redacted.</a:t>
            </a:r>
          </a:p>
          <a:p>
            <a:endParaRPr lang="en-US" dirty="0"/>
          </a:p>
          <a:p>
            <a:r>
              <a:rPr lang="en-US" dirty="0"/>
              <a:t>There’s a lot to know about hashes and cryptography, but for now you just need to know that a hash is one-way; you don’t “unhash” something. When you log on to Windows, the system hashes whatever you type in, and compares it with whatever hash is in the SAM file. If there is an exact match, then you are given access.</a:t>
            </a: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17</a:t>
            </a:fld>
            <a:endParaRPr lang="en-US" dirty="0"/>
          </a:p>
        </p:txBody>
      </p:sp>
    </p:spTree>
    <p:extLst>
      <p:ext uri="{BB962C8B-B14F-4D97-AF65-F5344CB8AC3E}">
        <p14:creationId xmlns:p14="http://schemas.microsoft.com/office/powerpoint/2010/main" val="3501932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18</a:t>
            </a:fld>
            <a:endParaRPr lang="en-US" dirty="0"/>
          </a:p>
        </p:txBody>
      </p:sp>
    </p:spTree>
    <p:extLst>
      <p:ext uri="{BB962C8B-B14F-4D97-AF65-F5344CB8AC3E}">
        <p14:creationId xmlns:p14="http://schemas.microsoft.com/office/powerpoint/2010/main" val="2771575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Fraud is a broad category of crime that can encompass many different illegal activities. Essentially, any attempt to gain financial reward through deception is fraud. </a:t>
            </a: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19</a:t>
            </a:fld>
            <a:endParaRPr lang="en-US" dirty="0"/>
          </a:p>
        </p:txBody>
      </p:sp>
    </p:spTree>
    <p:extLst>
      <p:ext uri="{BB962C8B-B14F-4D97-AF65-F5344CB8AC3E}">
        <p14:creationId xmlns:p14="http://schemas.microsoft.com/office/powerpoint/2010/main" val="263979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pPr marL="0" indent="0" eaLnBrk="0" hangingPunct="0">
              <a:spcBef>
                <a:spcPct val="20000"/>
              </a:spcBef>
              <a:buClr>
                <a:srgbClr val="ED6E2E"/>
              </a:buClr>
              <a:buFontTx/>
              <a:buNone/>
            </a:pPr>
            <a:r>
              <a:rPr lang="en-US" sz="1200" dirty="0"/>
              <a:t>DoS attacks are designed to render the target unreachable by legitimate users, not to provide the attacker access to the site.</a:t>
            </a:r>
          </a:p>
          <a:p>
            <a:pPr marL="0" indent="0" eaLnBrk="0" hangingPunct="0">
              <a:spcBef>
                <a:spcPct val="20000"/>
              </a:spcBef>
              <a:buClr>
                <a:srgbClr val="ED6E2E"/>
              </a:buClr>
              <a:buFontTx/>
              <a:buNone/>
            </a:pPr>
            <a:endParaRPr lang="en-US" sz="1200" dirty="0"/>
          </a:p>
          <a:p>
            <a:pPr marL="0" indent="0" eaLnBrk="0" hangingPunct="0">
              <a:spcBef>
                <a:spcPct val="20000"/>
              </a:spcBef>
              <a:buClr>
                <a:srgbClr val="ED6E2E"/>
              </a:buClr>
              <a:buFontTx/>
              <a:buNone/>
            </a:pPr>
            <a:r>
              <a:rPr lang="en-US" sz="1200" dirty="0"/>
              <a:t>A virus or logic bomb does not require the attacker to attempt to hack into the target network. </a:t>
            </a:r>
          </a:p>
          <a:p>
            <a:pPr>
              <a:buFontTx/>
              <a:buNone/>
            </a:pPr>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20</a:t>
            </a:fld>
            <a:endParaRPr lang="en-US" dirty="0"/>
          </a:p>
        </p:txBody>
      </p:sp>
    </p:spTree>
    <p:extLst>
      <p:ext uri="{BB962C8B-B14F-4D97-AF65-F5344CB8AC3E}">
        <p14:creationId xmlns:p14="http://schemas.microsoft.com/office/powerpoint/2010/main" val="3436645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goal of a denial of service attack is to render a target system unusable. One of the most basic denial of service attacks is a SYN flood, which begins with a client machine sending a TCP packet to the server with a synchronize (SYN) flag turned on. The server sets aside enough resources to handle the connection and acknowledges the request to synchronize by sending back a TCP packet with two flags turned on: the acknowledgment (ACK) flag and the SYN flag. The client is supposed to respond with a single ACK flag and communications begin. This is called the</a:t>
            </a:r>
            <a:r>
              <a:rPr lang="en-US" sz="1200" b="1" kern="1200" dirty="0">
                <a:solidFill>
                  <a:schemeClr val="tx1"/>
                </a:solidFill>
                <a:effectLst/>
                <a:latin typeface="Times New Roman" pitchFamily="18" charset="0"/>
                <a:ea typeface="+mn-ea"/>
                <a:cs typeface="+mn-cs"/>
              </a:rPr>
              <a:t> three-way handshake</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In the SYN flood attack, the attacker keeps sending SYN packets but never responds to the SYN/ACK it receives from the server. Eventually, the server has opened up a number of connections for a client that never fully connects and can no longer respond to legitimate users.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Examples of tools to create denial of service attacks include:</a:t>
            </a:r>
          </a:p>
          <a:p>
            <a:pPr lvl="0"/>
            <a:r>
              <a:rPr lang="en-US" sz="1200" kern="1200" dirty="0">
                <a:solidFill>
                  <a:schemeClr val="tx1"/>
                </a:solidFill>
                <a:effectLst/>
                <a:latin typeface="Times New Roman" pitchFamily="18" charset="0"/>
                <a:ea typeface="+mn-ea"/>
                <a:cs typeface="+mn-cs"/>
              </a:rPr>
              <a:t>The Tribe Flood Network and its new version TFN2K</a:t>
            </a:r>
          </a:p>
          <a:p>
            <a:pPr lvl="0"/>
            <a:r>
              <a:rPr lang="en-US" sz="1200" kern="1200" dirty="0">
                <a:solidFill>
                  <a:schemeClr val="tx1"/>
                </a:solidFill>
                <a:effectLst/>
                <a:latin typeface="Times New Roman" pitchFamily="18" charset="0"/>
                <a:ea typeface="+mn-ea"/>
                <a:cs typeface="+mn-cs"/>
              </a:rPr>
              <a:t>Trin00</a:t>
            </a:r>
          </a:p>
          <a:p>
            <a:pPr lvl="0"/>
            <a:r>
              <a:rPr lang="en-US" sz="1200" kern="1200" dirty="0">
                <a:solidFill>
                  <a:schemeClr val="tx1"/>
                </a:solidFill>
                <a:effectLst/>
                <a:latin typeface="Times New Roman" pitchFamily="18" charset="0"/>
                <a:ea typeface="+mn-ea"/>
                <a:cs typeface="+mn-cs"/>
              </a:rPr>
              <a:t>Voice over IP tools (used in Telephony Denial of Service attacks)</a:t>
            </a: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21</a:t>
            </a:fld>
            <a:endParaRPr lang="en-US" dirty="0"/>
          </a:p>
        </p:txBody>
      </p:sp>
    </p:spTree>
    <p:extLst>
      <p:ext uri="{BB962C8B-B14F-4D97-AF65-F5344CB8AC3E}">
        <p14:creationId xmlns:p14="http://schemas.microsoft.com/office/powerpoint/2010/main" val="2742763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goal of a denial of service attack is to render a target system unusable. One of the most basic denial of service attacks is a SYN flood, which begins with a client machine sending a TCP packet to the server with a synchronize (SYN) flag turned on. The server sets aside enough resources to handle the connection and acknowledges the request to synchronize by sending back a TCP packet with two flags turned on: the acknowledgment (ACK) flag and the SYN flag. The client is supposed to respond with a single ACK flag and communications begin. This is called the</a:t>
            </a:r>
            <a:r>
              <a:rPr lang="en-US" sz="1200" b="1" kern="1200" dirty="0">
                <a:solidFill>
                  <a:schemeClr val="tx1"/>
                </a:solidFill>
                <a:effectLst/>
                <a:latin typeface="Times New Roman" pitchFamily="18" charset="0"/>
                <a:ea typeface="+mn-ea"/>
                <a:cs typeface="+mn-cs"/>
              </a:rPr>
              <a:t> three-way handshake</a:t>
            </a:r>
            <a:r>
              <a:rPr lang="en-US" sz="1200" kern="1200" dirty="0">
                <a:solidFill>
                  <a:schemeClr val="tx1"/>
                </a:solidFill>
                <a:effectLst/>
                <a:latin typeface="Times New Roman" pitchFamily="18" charset="0"/>
                <a:ea typeface="+mn-ea"/>
                <a:cs typeface="+mn-cs"/>
              </a:rPr>
              <a: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In the SYN flood attack, the attacker keeps sending SYN packets but never responds to the SYN/ACK it receives from the server. Eventually, the server has opened up a number of connections for a client that never fully connects and can no longer respond to legitimate users.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Examples of tools to create denial of service attacks include:</a:t>
            </a:r>
          </a:p>
          <a:p>
            <a:pPr lvl="0"/>
            <a:r>
              <a:rPr lang="en-US" sz="1200" kern="1200" dirty="0">
                <a:solidFill>
                  <a:schemeClr val="tx1"/>
                </a:solidFill>
                <a:effectLst/>
                <a:latin typeface="Times New Roman" pitchFamily="18" charset="0"/>
                <a:ea typeface="+mn-ea"/>
                <a:cs typeface="+mn-cs"/>
              </a:rPr>
              <a:t>The Tribe Flood Network and its new version TFN2K</a:t>
            </a:r>
          </a:p>
          <a:p>
            <a:pPr lvl="0"/>
            <a:r>
              <a:rPr lang="en-US" sz="1200" kern="1200" dirty="0">
                <a:solidFill>
                  <a:schemeClr val="tx1"/>
                </a:solidFill>
                <a:effectLst/>
                <a:latin typeface="Times New Roman" pitchFamily="18" charset="0"/>
                <a:ea typeface="+mn-ea"/>
                <a:cs typeface="+mn-cs"/>
              </a:rPr>
              <a:t>Trin00</a:t>
            </a:r>
          </a:p>
          <a:p>
            <a:pPr lvl="0"/>
            <a:r>
              <a:rPr lang="en-US" sz="1200" kern="1200" dirty="0">
                <a:solidFill>
                  <a:schemeClr val="tx1"/>
                </a:solidFill>
                <a:effectLst/>
                <a:latin typeface="Times New Roman" pitchFamily="18" charset="0"/>
                <a:ea typeface="+mn-ea"/>
                <a:cs typeface="+mn-cs"/>
              </a:rPr>
              <a:t>Voice over IP tools (used in Telephony Denial of Service attacks)</a:t>
            </a:r>
          </a:p>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22</a:t>
            </a:fld>
            <a:endParaRPr lang="en-US" dirty="0"/>
          </a:p>
        </p:txBody>
      </p:sp>
    </p:spTree>
    <p:extLst>
      <p:ext uri="{BB962C8B-B14F-4D97-AF65-F5344CB8AC3E}">
        <p14:creationId xmlns:p14="http://schemas.microsoft.com/office/powerpoint/2010/main" val="3583033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Tools can be used to create a DoS attack. One of the most easy to use is the Low Orbit Ion Cannon.</a:t>
            </a:r>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23</a:t>
            </a:fld>
            <a:endParaRPr lang="en-US" dirty="0"/>
          </a:p>
        </p:txBody>
      </p:sp>
    </p:spTree>
    <p:extLst>
      <p:ext uri="{BB962C8B-B14F-4D97-AF65-F5344CB8AC3E}">
        <p14:creationId xmlns:p14="http://schemas.microsoft.com/office/powerpoint/2010/main" val="1932488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r>
              <a:rPr lang="en-US" dirty="0"/>
              <a:t>Types of viruses:</a:t>
            </a:r>
          </a:p>
          <a:p>
            <a:pPr marL="171450" indent="-171450">
              <a:buFont typeface="Arial" panose="020B0604020202020204" pitchFamily="34" charset="0"/>
              <a:buChar char="•"/>
            </a:pPr>
            <a:r>
              <a:rPr lang="en-US" dirty="0"/>
              <a:t>Macro</a:t>
            </a:r>
          </a:p>
          <a:p>
            <a:pPr marL="171450" indent="-171450">
              <a:buFont typeface="Arial" panose="020B0604020202020204" pitchFamily="34" charset="0"/>
              <a:buChar char="•"/>
            </a:pPr>
            <a:r>
              <a:rPr lang="en-US" dirty="0"/>
              <a:t>Memory resident</a:t>
            </a:r>
          </a:p>
          <a:p>
            <a:pPr marL="171450" indent="-171450">
              <a:buFont typeface="Arial" panose="020B0604020202020204" pitchFamily="34" charset="0"/>
              <a:buChar char="•"/>
            </a:pPr>
            <a:r>
              <a:rPr lang="en-US" dirty="0"/>
              <a:t>Multipartite</a:t>
            </a:r>
          </a:p>
          <a:p>
            <a:pPr marL="171450" indent="-171450">
              <a:buFont typeface="Arial" panose="020B0604020202020204" pitchFamily="34" charset="0"/>
              <a:buChar char="•"/>
            </a:pPr>
            <a:r>
              <a:rPr lang="en-US" dirty="0"/>
              <a:t>Armored</a:t>
            </a:r>
          </a:p>
          <a:p>
            <a:pPr marL="171450" indent="-171450">
              <a:buFont typeface="Arial" panose="020B0604020202020204" pitchFamily="34" charset="0"/>
              <a:buChar char="•"/>
            </a:pPr>
            <a:r>
              <a:rPr lang="en-US" dirty="0"/>
              <a:t>Sparse infector</a:t>
            </a:r>
          </a:p>
          <a:p>
            <a:pPr marL="171450" indent="-171450">
              <a:buFont typeface="Arial" panose="020B0604020202020204" pitchFamily="34" charset="0"/>
              <a:buChar char="•"/>
            </a:pPr>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24</a:t>
            </a:fld>
            <a:endParaRPr lang="en-US" dirty="0"/>
          </a:p>
        </p:txBody>
      </p:sp>
    </p:spTree>
    <p:extLst>
      <p:ext uri="{BB962C8B-B14F-4D97-AF65-F5344CB8AC3E}">
        <p14:creationId xmlns:p14="http://schemas.microsoft.com/office/powerpoint/2010/main" val="3775544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25</a:t>
            </a:fld>
            <a:endParaRPr lang="en-US" dirty="0"/>
          </a:p>
        </p:txBody>
      </p:sp>
    </p:spTree>
    <p:extLst>
      <p:ext uri="{BB962C8B-B14F-4D97-AF65-F5344CB8AC3E}">
        <p14:creationId xmlns:p14="http://schemas.microsoft.com/office/powerpoint/2010/main" val="41508400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dirty="0"/>
          </a:p>
        </p:txBody>
      </p:sp>
      <p:sp>
        <p:nvSpPr>
          <p:cNvPr id="101380" name="Date Placeholder 3"/>
          <p:cNvSpPr>
            <a:spLocks noGrp="1"/>
          </p:cNvSpPr>
          <p:nvPr>
            <p:ph type="dt" sz="quarter" idx="1"/>
          </p:nvPr>
        </p:nvSpPr>
        <p:spPr>
          <a:noFill/>
        </p:spPr>
        <p:txBody>
          <a:bodyPr/>
          <a:lstStyle/>
          <a:p>
            <a:pPr defTabSz="931863"/>
            <a:fld id="{7916591B-6B0E-487C-B9D8-C99FEB018EB1}" type="datetime1">
              <a:rPr lang="en-US" smtClean="0"/>
              <a:pPr defTabSz="931863"/>
              <a:t>10/23/2025</a:t>
            </a:fld>
            <a:endParaRPr lang="en-US" dirty="0"/>
          </a:p>
        </p:txBody>
      </p:sp>
      <p:sp>
        <p:nvSpPr>
          <p:cNvPr id="101381" name="Footer Placeholder 4"/>
          <p:cNvSpPr>
            <a:spLocks noGrp="1"/>
          </p:cNvSpPr>
          <p:nvPr>
            <p:ph type="ftr" sz="quarter" idx="4"/>
          </p:nvPr>
        </p:nvSpPr>
        <p:spPr>
          <a:noFill/>
        </p:spPr>
        <p:txBody>
          <a:bodyPr/>
          <a:lstStyle/>
          <a:p>
            <a:pPr defTabSz="931863"/>
            <a:r>
              <a:rPr lang="en-US" dirty="0"/>
              <a:t>(c) ITT Educational Services, Inc.</a:t>
            </a:r>
          </a:p>
        </p:txBody>
      </p:sp>
      <p:sp>
        <p:nvSpPr>
          <p:cNvPr id="101382" name="Slide Number Placeholder 5"/>
          <p:cNvSpPr>
            <a:spLocks noGrp="1"/>
          </p:cNvSpPr>
          <p:nvPr>
            <p:ph type="sldNum" sz="quarter" idx="5"/>
          </p:nvPr>
        </p:nvSpPr>
        <p:spPr>
          <a:noFill/>
        </p:spPr>
        <p:txBody>
          <a:bodyPr/>
          <a:lstStyle/>
          <a:p>
            <a:pPr defTabSz="931863"/>
            <a:fld id="{0207ABD3-DD2B-4151-9139-A433B7353D97}" type="slidenum">
              <a:rPr lang="en-US" smtClean="0"/>
              <a:pPr defTabSz="931863"/>
              <a:t>26</a:t>
            </a:fld>
            <a:endParaRPr lang="en-US" dirty="0"/>
          </a:p>
        </p:txBody>
      </p:sp>
    </p:spTree>
    <p:extLst>
      <p:ext uri="{BB962C8B-B14F-4D97-AF65-F5344CB8AC3E}">
        <p14:creationId xmlns:p14="http://schemas.microsoft.com/office/powerpoint/2010/main" val="3484389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dirty="0">
              <a:latin typeface="Arial" pitchFamily="34" charset="0"/>
            </a:endParaRPr>
          </a:p>
        </p:txBody>
      </p:sp>
      <p:sp>
        <p:nvSpPr>
          <p:cNvPr id="56324" name="Slide Number Placeholder 3"/>
          <p:cNvSpPr>
            <a:spLocks noGrp="1"/>
          </p:cNvSpPr>
          <p:nvPr>
            <p:ph type="sldNum" sz="quarter" idx="5"/>
          </p:nvPr>
        </p:nvSpPr>
        <p:spPr>
          <a:noFill/>
        </p:spPr>
        <p:txBody>
          <a:bodyPr/>
          <a:lstStyle/>
          <a:p>
            <a:pPr defTabSz="931863"/>
            <a:fld id="{1434938B-559B-4794-AA20-99F5A6230B77}" type="slidenum">
              <a:rPr lang="en-US" smtClean="0">
                <a:latin typeface="Arial" pitchFamily="34" charset="0"/>
              </a:rPr>
              <a:pPr defTabSz="931863"/>
              <a:t>27</a:t>
            </a:fld>
            <a:endParaRPr lang="en-US" dirty="0">
              <a:latin typeface="Arial" pitchFamily="34" charset="0"/>
            </a:endParaRPr>
          </a:p>
        </p:txBody>
      </p:sp>
    </p:spTree>
    <p:extLst>
      <p:ext uri="{BB962C8B-B14F-4D97-AF65-F5344CB8AC3E}">
        <p14:creationId xmlns:p14="http://schemas.microsoft.com/office/powerpoint/2010/main" val="2553756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p:spPr>
        <p:txBody>
          <a:bodyPr/>
          <a:lstStyle/>
          <a:p>
            <a:endParaRPr lang="en-US" dirty="0"/>
          </a:p>
        </p:txBody>
      </p:sp>
      <p:sp>
        <p:nvSpPr>
          <p:cNvPr id="78852" name="Date Placeholder 3"/>
          <p:cNvSpPr>
            <a:spLocks noGrp="1"/>
          </p:cNvSpPr>
          <p:nvPr>
            <p:ph type="dt" sz="quarter" idx="1"/>
          </p:nvPr>
        </p:nvSpPr>
        <p:spPr>
          <a:noFill/>
        </p:spPr>
        <p:txBody>
          <a:bodyPr/>
          <a:lstStyle/>
          <a:p>
            <a:pPr defTabSz="931863"/>
            <a:fld id="{D09788D6-D4A0-4A0C-BEEE-FD0940D4B53F}" type="datetime1">
              <a:rPr lang="en-US" smtClean="0"/>
              <a:pPr defTabSz="931863"/>
              <a:t>10/23/2025</a:t>
            </a:fld>
            <a:endParaRPr lang="en-US" dirty="0"/>
          </a:p>
        </p:txBody>
      </p:sp>
      <p:sp>
        <p:nvSpPr>
          <p:cNvPr id="78853" name="Footer Placeholder 4"/>
          <p:cNvSpPr>
            <a:spLocks noGrp="1"/>
          </p:cNvSpPr>
          <p:nvPr>
            <p:ph type="ftr" sz="quarter" idx="4"/>
          </p:nvPr>
        </p:nvSpPr>
        <p:spPr>
          <a:noFill/>
        </p:spPr>
        <p:txBody>
          <a:bodyPr/>
          <a:lstStyle/>
          <a:p>
            <a:pPr defTabSz="931863"/>
            <a:r>
              <a:rPr lang="en-US" dirty="0"/>
              <a:t>(c) ITT Educational Services, Inc.</a:t>
            </a:r>
          </a:p>
        </p:txBody>
      </p:sp>
      <p:sp>
        <p:nvSpPr>
          <p:cNvPr id="78854" name="Slide Number Placeholder 5"/>
          <p:cNvSpPr>
            <a:spLocks noGrp="1"/>
          </p:cNvSpPr>
          <p:nvPr>
            <p:ph type="sldNum" sz="quarter" idx="5"/>
          </p:nvPr>
        </p:nvSpPr>
        <p:spPr>
          <a:noFill/>
        </p:spPr>
        <p:txBody>
          <a:bodyPr/>
          <a:lstStyle/>
          <a:p>
            <a:pPr defTabSz="931863"/>
            <a:fld id="{92F7DBFF-2B98-4830-A350-6073C84415A5}" type="slidenum">
              <a:rPr lang="en-US" smtClean="0"/>
              <a:pPr defTabSz="931863"/>
              <a:t>28</a:t>
            </a:fld>
            <a:endParaRPr lang="en-US" dirty="0"/>
          </a:p>
        </p:txBody>
      </p:sp>
    </p:spTree>
    <p:extLst>
      <p:ext uri="{BB962C8B-B14F-4D97-AF65-F5344CB8AC3E}">
        <p14:creationId xmlns:p14="http://schemas.microsoft.com/office/powerpoint/2010/main" val="313355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10/23/2025</a:t>
            </a:fld>
            <a:endParaRPr lang="en-US" dirty="0"/>
          </a:p>
        </p:txBody>
      </p:sp>
      <p:sp>
        <p:nvSpPr>
          <p:cNvPr id="88069" name="Footer Placeholder 4"/>
          <p:cNvSpPr>
            <a:spLocks noGrp="1"/>
          </p:cNvSpPr>
          <p:nvPr>
            <p:ph type="ftr" sz="quarter" idx="4"/>
          </p:nvPr>
        </p:nvSpPr>
        <p:spPr>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29</a:t>
            </a:fld>
            <a:endParaRPr lang="en-US" dirty="0"/>
          </a:p>
        </p:txBody>
      </p:sp>
    </p:spTree>
    <p:extLst>
      <p:ext uri="{BB962C8B-B14F-4D97-AF65-F5344CB8AC3E}">
        <p14:creationId xmlns:p14="http://schemas.microsoft.com/office/powerpoint/2010/main" val="1275363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10/23/2025</a:t>
            </a:fld>
            <a:endParaRPr lang="en-US" dirty="0"/>
          </a:p>
        </p:txBody>
      </p:sp>
      <p:sp>
        <p:nvSpPr>
          <p:cNvPr id="89093" name="Footer Placeholder 4"/>
          <p:cNvSpPr>
            <a:spLocks noGrp="1"/>
          </p:cNvSpPr>
          <p:nvPr>
            <p:ph type="ftr" sz="quarter" idx="4"/>
          </p:nvPr>
        </p:nvSpPr>
        <p:spPr>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30</a:t>
            </a:fld>
            <a:endParaRPr lang="en-US" dirty="0"/>
          </a:p>
        </p:txBody>
      </p:sp>
    </p:spTree>
    <p:extLst>
      <p:ext uri="{BB962C8B-B14F-4D97-AF65-F5344CB8AC3E}">
        <p14:creationId xmlns:p14="http://schemas.microsoft.com/office/powerpoint/2010/main" val="24400870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p:spPr>
        <p:txBody>
          <a:bodyPr/>
          <a:lstStyle/>
          <a:p>
            <a:endParaRPr lang="en-US" dirty="0"/>
          </a:p>
        </p:txBody>
      </p:sp>
      <p:sp>
        <p:nvSpPr>
          <p:cNvPr id="86020" name="Date Placeholder 3"/>
          <p:cNvSpPr>
            <a:spLocks noGrp="1"/>
          </p:cNvSpPr>
          <p:nvPr>
            <p:ph type="dt" sz="quarter" idx="1"/>
          </p:nvPr>
        </p:nvSpPr>
        <p:spPr>
          <a:noFill/>
        </p:spPr>
        <p:txBody>
          <a:bodyPr/>
          <a:lstStyle/>
          <a:p>
            <a:pPr defTabSz="931863"/>
            <a:fld id="{BC8E9733-A955-4072-9F32-399C47D353F2}" type="datetime1">
              <a:rPr lang="en-US" smtClean="0"/>
              <a:pPr defTabSz="931863"/>
              <a:t>10/23/2025</a:t>
            </a:fld>
            <a:endParaRPr lang="en-US" dirty="0"/>
          </a:p>
        </p:txBody>
      </p:sp>
      <p:sp>
        <p:nvSpPr>
          <p:cNvPr id="86021" name="Footer Placeholder 4"/>
          <p:cNvSpPr>
            <a:spLocks noGrp="1"/>
          </p:cNvSpPr>
          <p:nvPr>
            <p:ph type="ftr" sz="quarter" idx="4"/>
          </p:nvPr>
        </p:nvSpPr>
        <p:spPr>
          <a:noFill/>
        </p:spPr>
        <p:txBody>
          <a:bodyPr/>
          <a:lstStyle/>
          <a:p>
            <a:pPr defTabSz="931863"/>
            <a:r>
              <a:rPr lang="en-US" dirty="0"/>
              <a:t>(c) ITT Educational Services, Inc.</a:t>
            </a:r>
          </a:p>
        </p:txBody>
      </p:sp>
      <p:sp>
        <p:nvSpPr>
          <p:cNvPr id="86022" name="Slide Number Placeholder 5"/>
          <p:cNvSpPr>
            <a:spLocks noGrp="1"/>
          </p:cNvSpPr>
          <p:nvPr>
            <p:ph type="sldNum" sz="quarter" idx="5"/>
          </p:nvPr>
        </p:nvSpPr>
        <p:spPr>
          <a:noFill/>
        </p:spPr>
        <p:txBody>
          <a:bodyPr/>
          <a:lstStyle/>
          <a:p>
            <a:pPr defTabSz="931863"/>
            <a:fld id="{6F74D5D0-6021-4782-AC53-D813A15A1D3B}" type="slidenum">
              <a:rPr lang="en-US" smtClean="0"/>
              <a:pPr defTabSz="931863"/>
              <a:t>31</a:t>
            </a:fld>
            <a:endParaRPr lang="en-US" dirty="0"/>
          </a:p>
        </p:txBody>
      </p:sp>
    </p:spTree>
    <p:extLst>
      <p:ext uri="{BB962C8B-B14F-4D97-AF65-F5344CB8AC3E}">
        <p14:creationId xmlns:p14="http://schemas.microsoft.com/office/powerpoint/2010/main" val="20360169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p:spPr>
        <p:txBody>
          <a:bodyPr/>
          <a:lstStyle/>
          <a:p>
            <a:endParaRPr lang="en-US" dirty="0"/>
          </a:p>
        </p:txBody>
      </p:sp>
      <p:sp>
        <p:nvSpPr>
          <p:cNvPr id="87044" name="Date Placeholder 3"/>
          <p:cNvSpPr>
            <a:spLocks noGrp="1"/>
          </p:cNvSpPr>
          <p:nvPr>
            <p:ph type="dt" sz="quarter" idx="1"/>
          </p:nvPr>
        </p:nvSpPr>
        <p:spPr>
          <a:noFill/>
        </p:spPr>
        <p:txBody>
          <a:bodyPr/>
          <a:lstStyle/>
          <a:p>
            <a:pPr defTabSz="931863"/>
            <a:fld id="{5AC9DE49-0A1D-448A-824A-EAF8FC8136B6}" type="datetime1">
              <a:rPr lang="en-US" smtClean="0"/>
              <a:pPr defTabSz="931863"/>
              <a:t>10/23/2025</a:t>
            </a:fld>
            <a:endParaRPr lang="en-US" dirty="0"/>
          </a:p>
        </p:txBody>
      </p:sp>
      <p:sp>
        <p:nvSpPr>
          <p:cNvPr id="87045" name="Footer Placeholder 4"/>
          <p:cNvSpPr>
            <a:spLocks noGrp="1"/>
          </p:cNvSpPr>
          <p:nvPr>
            <p:ph type="ftr" sz="quarter" idx="4"/>
          </p:nvPr>
        </p:nvSpPr>
        <p:spPr>
          <a:noFill/>
        </p:spPr>
        <p:txBody>
          <a:bodyPr/>
          <a:lstStyle/>
          <a:p>
            <a:pPr defTabSz="931863"/>
            <a:r>
              <a:rPr lang="en-US" dirty="0"/>
              <a:t>(c) ITT Educational Services, Inc.</a:t>
            </a:r>
          </a:p>
        </p:txBody>
      </p:sp>
      <p:sp>
        <p:nvSpPr>
          <p:cNvPr id="87046" name="Slide Number Placeholder 5"/>
          <p:cNvSpPr>
            <a:spLocks noGrp="1"/>
          </p:cNvSpPr>
          <p:nvPr>
            <p:ph type="sldNum" sz="quarter" idx="5"/>
          </p:nvPr>
        </p:nvSpPr>
        <p:spPr>
          <a:noFill/>
        </p:spPr>
        <p:txBody>
          <a:bodyPr/>
          <a:lstStyle/>
          <a:p>
            <a:pPr defTabSz="931863"/>
            <a:fld id="{1CFC166C-0601-4695-92BE-6C8B01181D50}" type="slidenum">
              <a:rPr lang="en-US" smtClean="0"/>
              <a:pPr defTabSz="931863"/>
              <a:t>32</a:t>
            </a:fld>
            <a:endParaRPr lang="en-US" dirty="0"/>
          </a:p>
        </p:txBody>
      </p:sp>
    </p:spTree>
    <p:extLst>
      <p:ext uri="{BB962C8B-B14F-4D97-AF65-F5344CB8AC3E}">
        <p14:creationId xmlns:p14="http://schemas.microsoft.com/office/powerpoint/2010/main" val="1260949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p:spPr>
        <p:txBody>
          <a:bodyPr/>
          <a:lstStyle/>
          <a:p>
            <a:endParaRPr lang="en-US" dirty="0"/>
          </a:p>
        </p:txBody>
      </p:sp>
      <p:sp>
        <p:nvSpPr>
          <p:cNvPr id="81924" name="Date Placeholder 3"/>
          <p:cNvSpPr>
            <a:spLocks noGrp="1"/>
          </p:cNvSpPr>
          <p:nvPr>
            <p:ph type="dt" sz="quarter" idx="1"/>
          </p:nvPr>
        </p:nvSpPr>
        <p:spPr>
          <a:noFill/>
        </p:spPr>
        <p:txBody>
          <a:bodyPr/>
          <a:lstStyle/>
          <a:p>
            <a:pPr defTabSz="931863"/>
            <a:fld id="{E3423E48-129D-47AA-A8A3-DDC1717A2998}" type="datetime1">
              <a:rPr lang="en-US" smtClean="0"/>
              <a:pPr defTabSz="931863"/>
              <a:t>10/23/2025</a:t>
            </a:fld>
            <a:endParaRPr lang="en-US" dirty="0"/>
          </a:p>
        </p:txBody>
      </p:sp>
      <p:sp>
        <p:nvSpPr>
          <p:cNvPr id="81925" name="Footer Placeholder 4"/>
          <p:cNvSpPr>
            <a:spLocks noGrp="1"/>
          </p:cNvSpPr>
          <p:nvPr>
            <p:ph type="ftr" sz="quarter" idx="4"/>
          </p:nvPr>
        </p:nvSpPr>
        <p:spPr>
          <a:noFill/>
        </p:spPr>
        <p:txBody>
          <a:bodyPr/>
          <a:lstStyle/>
          <a:p>
            <a:pPr defTabSz="931863"/>
            <a:r>
              <a:rPr lang="en-US" dirty="0"/>
              <a:t>(c) ITT Educational Services, Inc.</a:t>
            </a:r>
          </a:p>
        </p:txBody>
      </p:sp>
      <p:sp>
        <p:nvSpPr>
          <p:cNvPr id="81926" name="Slide Number Placeholder 5"/>
          <p:cNvSpPr>
            <a:spLocks noGrp="1"/>
          </p:cNvSpPr>
          <p:nvPr>
            <p:ph type="sldNum" sz="quarter" idx="5"/>
          </p:nvPr>
        </p:nvSpPr>
        <p:spPr>
          <a:noFill/>
        </p:spPr>
        <p:txBody>
          <a:bodyPr/>
          <a:lstStyle/>
          <a:p>
            <a:pPr defTabSz="931863"/>
            <a:fld id="{37CD6B51-EB9C-44C4-AA7A-B652A790FFA8}" type="slidenum">
              <a:rPr lang="en-US" smtClean="0"/>
              <a:pPr defTabSz="931863"/>
              <a:t>33</a:t>
            </a:fld>
            <a:endParaRPr lang="en-US" dirty="0"/>
          </a:p>
        </p:txBody>
      </p:sp>
    </p:spTree>
    <p:extLst>
      <p:ext uri="{BB962C8B-B14F-4D97-AF65-F5344CB8AC3E}">
        <p14:creationId xmlns:p14="http://schemas.microsoft.com/office/powerpoint/2010/main" val="14324467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p:spPr>
        <p:txBody>
          <a:bodyPr/>
          <a:lstStyle/>
          <a:p>
            <a:endParaRPr lang="en-US" dirty="0"/>
          </a:p>
        </p:txBody>
      </p:sp>
      <p:sp>
        <p:nvSpPr>
          <p:cNvPr id="82948" name="Date Placeholder 3"/>
          <p:cNvSpPr>
            <a:spLocks noGrp="1"/>
          </p:cNvSpPr>
          <p:nvPr>
            <p:ph type="dt" sz="quarter" idx="1"/>
          </p:nvPr>
        </p:nvSpPr>
        <p:spPr>
          <a:noFill/>
        </p:spPr>
        <p:txBody>
          <a:bodyPr/>
          <a:lstStyle/>
          <a:p>
            <a:pPr defTabSz="931863"/>
            <a:fld id="{4098A218-2FF4-468B-89DE-EA35EAAAFAED}" type="datetime1">
              <a:rPr lang="en-US" smtClean="0"/>
              <a:pPr defTabSz="931863"/>
              <a:t>10/23/2025</a:t>
            </a:fld>
            <a:endParaRPr lang="en-US" dirty="0"/>
          </a:p>
        </p:txBody>
      </p:sp>
      <p:sp>
        <p:nvSpPr>
          <p:cNvPr id="82949" name="Footer Placeholder 4"/>
          <p:cNvSpPr>
            <a:spLocks noGrp="1"/>
          </p:cNvSpPr>
          <p:nvPr>
            <p:ph type="ftr" sz="quarter" idx="4"/>
          </p:nvPr>
        </p:nvSpPr>
        <p:spPr>
          <a:noFill/>
        </p:spPr>
        <p:txBody>
          <a:bodyPr/>
          <a:lstStyle/>
          <a:p>
            <a:pPr defTabSz="931863"/>
            <a:r>
              <a:rPr lang="en-US" dirty="0"/>
              <a:t>(c) ITT Educational Services, Inc.</a:t>
            </a:r>
          </a:p>
        </p:txBody>
      </p:sp>
      <p:sp>
        <p:nvSpPr>
          <p:cNvPr id="82950" name="Slide Number Placeholder 5"/>
          <p:cNvSpPr>
            <a:spLocks noGrp="1"/>
          </p:cNvSpPr>
          <p:nvPr>
            <p:ph type="sldNum" sz="quarter" idx="5"/>
          </p:nvPr>
        </p:nvSpPr>
        <p:spPr>
          <a:noFill/>
        </p:spPr>
        <p:txBody>
          <a:bodyPr/>
          <a:lstStyle/>
          <a:p>
            <a:pPr defTabSz="931863"/>
            <a:fld id="{CC0310BC-7BCB-4A75-9151-4FD414AE7E12}" type="slidenum">
              <a:rPr lang="en-US" smtClean="0"/>
              <a:pPr defTabSz="931863"/>
              <a:t>34</a:t>
            </a:fld>
            <a:endParaRPr lang="en-US" dirty="0"/>
          </a:p>
        </p:txBody>
      </p:sp>
    </p:spTree>
    <p:extLst>
      <p:ext uri="{BB962C8B-B14F-4D97-AF65-F5344CB8AC3E}">
        <p14:creationId xmlns:p14="http://schemas.microsoft.com/office/powerpoint/2010/main" val="21983004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p:spPr>
        <p:txBody>
          <a:bodyPr/>
          <a:lstStyle/>
          <a:p>
            <a:endParaRPr lang="en-US" dirty="0"/>
          </a:p>
        </p:txBody>
      </p:sp>
      <p:sp>
        <p:nvSpPr>
          <p:cNvPr id="79876" name="Date Placeholder 3"/>
          <p:cNvSpPr>
            <a:spLocks noGrp="1"/>
          </p:cNvSpPr>
          <p:nvPr>
            <p:ph type="dt" sz="quarter" idx="1"/>
          </p:nvPr>
        </p:nvSpPr>
        <p:spPr>
          <a:noFill/>
        </p:spPr>
        <p:txBody>
          <a:bodyPr/>
          <a:lstStyle/>
          <a:p>
            <a:pPr defTabSz="931863"/>
            <a:fld id="{DB46400A-3073-4298-9298-956AACF00FFE}" type="datetime1">
              <a:rPr lang="en-US" smtClean="0"/>
              <a:pPr defTabSz="931863"/>
              <a:t>10/23/2025</a:t>
            </a:fld>
            <a:endParaRPr lang="en-US" dirty="0"/>
          </a:p>
        </p:txBody>
      </p:sp>
      <p:sp>
        <p:nvSpPr>
          <p:cNvPr id="79877" name="Footer Placeholder 4"/>
          <p:cNvSpPr>
            <a:spLocks noGrp="1"/>
          </p:cNvSpPr>
          <p:nvPr>
            <p:ph type="ftr" sz="quarter" idx="4"/>
          </p:nvPr>
        </p:nvSpPr>
        <p:spPr>
          <a:noFill/>
        </p:spPr>
        <p:txBody>
          <a:bodyPr/>
          <a:lstStyle/>
          <a:p>
            <a:pPr defTabSz="931863"/>
            <a:r>
              <a:rPr lang="en-US" dirty="0"/>
              <a:t>(c) ITT Educational Services, Inc.</a:t>
            </a:r>
          </a:p>
        </p:txBody>
      </p:sp>
      <p:sp>
        <p:nvSpPr>
          <p:cNvPr id="79878" name="Slide Number Placeholder 5"/>
          <p:cNvSpPr>
            <a:spLocks noGrp="1"/>
          </p:cNvSpPr>
          <p:nvPr>
            <p:ph type="sldNum" sz="quarter" idx="5"/>
          </p:nvPr>
        </p:nvSpPr>
        <p:spPr>
          <a:noFill/>
        </p:spPr>
        <p:txBody>
          <a:bodyPr/>
          <a:lstStyle/>
          <a:p>
            <a:pPr defTabSz="931863"/>
            <a:fld id="{66B9652B-7EB8-4C35-90E9-2BBF0DD3451D}" type="slidenum">
              <a:rPr lang="en-US" smtClean="0"/>
              <a:pPr defTabSz="931863"/>
              <a:t>35</a:t>
            </a:fld>
            <a:endParaRPr lang="en-US" dirty="0"/>
          </a:p>
        </p:txBody>
      </p:sp>
    </p:spTree>
    <p:extLst>
      <p:ext uri="{BB962C8B-B14F-4D97-AF65-F5344CB8AC3E}">
        <p14:creationId xmlns:p14="http://schemas.microsoft.com/office/powerpoint/2010/main" val="23299756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p:spPr>
        <p:txBody>
          <a:bodyPr/>
          <a:lstStyle/>
          <a:p>
            <a:endParaRPr lang="en-US" dirty="0"/>
          </a:p>
        </p:txBody>
      </p:sp>
      <p:sp>
        <p:nvSpPr>
          <p:cNvPr id="80900" name="Date Placeholder 3"/>
          <p:cNvSpPr>
            <a:spLocks noGrp="1"/>
          </p:cNvSpPr>
          <p:nvPr>
            <p:ph type="dt" sz="quarter" idx="1"/>
          </p:nvPr>
        </p:nvSpPr>
        <p:spPr>
          <a:noFill/>
        </p:spPr>
        <p:txBody>
          <a:bodyPr/>
          <a:lstStyle/>
          <a:p>
            <a:pPr defTabSz="931863"/>
            <a:fld id="{A438CD55-E166-4635-BC79-BB4B6B475F02}" type="datetime1">
              <a:rPr lang="en-US" smtClean="0"/>
              <a:pPr defTabSz="931863"/>
              <a:t>10/23/2025</a:t>
            </a:fld>
            <a:endParaRPr lang="en-US" dirty="0"/>
          </a:p>
        </p:txBody>
      </p:sp>
      <p:sp>
        <p:nvSpPr>
          <p:cNvPr id="80901" name="Footer Placeholder 4"/>
          <p:cNvSpPr>
            <a:spLocks noGrp="1"/>
          </p:cNvSpPr>
          <p:nvPr>
            <p:ph type="ftr" sz="quarter" idx="4"/>
          </p:nvPr>
        </p:nvSpPr>
        <p:spPr>
          <a:noFill/>
        </p:spPr>
        <p:txBody>
          <a:bodyPr/>
          <a:lstStyle/>
          <a:p>
            <a:pPr defTabSz="931863"/>
            <a:r>
              <a:rPr lang="en-US" dirty="0"/>
              <a:t>(c) ITT Educational Services, Inc.</a:t>
            </a:r>
          </a:p>
        </p:txBody>
      </p:sp>
      <p:sp>
        <p:nvSpPr>
          <p:cNvPr id="80902" name="Slide Number Placeholder 5"/>
          <p:cNvSpPr>
            <a:spLocks noGrp="1"/>
          </p:cNvSpPr>
          <p:nvPr>
            <p:ph type="sldNum" sz="quarter" idx="5"/>
          </p:nvPr>
        </p:nvSpPr>
        <p:spPr>
          <a:noFill/>
        </p:spPr>
        <p:txBody>
          <a:bodyPr/>
          <a:lstStyle/>
          <a:p>
            <a:pPr defTabSz="931863"/>
            <a:fld id="{598F8082-4357-44A1-8853-E1E5FC7F5DA4}" type="slidenum">
              <a:rPr lang="en-US" smtClean="0"/>
              <a:pPr defTabSz="931863"/>
              <a:t>36</a:t>
            </a:fld>
            <a:endParaRPr lang="en-US" dirty="0"/>
          </a:p>
        </p:txBody>
      </p:sp>
    </p:spTree>
    <p:extLst>
      <p:ext uri="{BB962C8B-B14F-4D97-AF65-F5344CB8AC3E}">
        <p14:creationId xmlns:p14="http://schemas.microsoft.com/office/powerpoint/2010/main" val="17701888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p:spPr>
        <p:txBody>
          <a:bodyPr/>
          <a:lstStyle/>
          <a:p>
            <a:endParaRPr lang="en-US" dirty="0"/>
          </a:p>
        </p:txBody>
      </p:sp>
      <p:sp>
        <p:nvSpPr>
          <p:cNvPr id="88068" name="Date Placeholder 3"/>
          <p:cNvSpPr>
            <a:spLocks noGrp="1"/>
          </p:cNvSpPr>
          <p:nvPr>
            <p:ph type="dt" sz="quarter" idx="1"/>
          </p:nvPr>
        </p:nvSpPr>
        <p:spPr>
          <a:noFill/>
        </p:spPr>
        <p:txBody>
          <a:bodyPr/>
          <a:lstStyle/>
          <a:p>
            <a:pPr defTabSz="931863"/>
            <a:fld id="{A3641FA6-8A52-492B-9F2F-A7B1D7105E02}" type="datetime1">
              <a:rPr lang="en-US" smtClean="0"/>
              <a:pPr defTabSz="931863"/>
              <a:t>10/23/2025</a:t>
            </a:fld>
            <a:endParaRPr lang="en-US" dirty="0"/>
          </a:p>
        </p:txBody>
      </p:sp>
      <p:sp>
        <p:nvSpPr>
          <p:cNvPr id="88069" name="Footer Placeholder 4"/>
          <p:cNvSpPr>
            <a:spLocks noGrp="1"/>
          </p:cNvSpPr>
          <p:nvPr>
            <p:ph type="ftr" sz="quarter" idx="4"/>
          </p:nvPr>
        </p:nvSpPr>
        <p:spPr>
          <a:noFill/>
        </p:spPr>
        <p:txBody>
          <a:bodyPr/>
          <a:lstStyle/>
          <a:p>
            <a:pPr defTabSz="931863"/>
            <a:r>
              <a:rPr lang="en-US" dirty="0"/>
              <a:t>(c) ITT Educational Services, Inc.</a:t>
            </a:r>
          </a:p>
        </p:txBody>
      </p:sp>
      <p:sp>
        <p:nvSpPr>
          <p:cNvPr id="88070" name="Slide Number Placeholder 5"/>
          <p:cNvSpPr>
            <a:spLocks noGrp="1"/>
          </p:cNvSpPr>
          <p:nvPr>
            <p:ph type="sldNum" sz="quarter" idx="5"/>
          </p:nvPr>
        </p:nvSpPr>
        <p:spPr>
          <a:noFill/>
        </p:spPr>
        <p:txBody>
          <a:bodyPr/>
          <a:lstStyle/>
          <a:p>
            <a:pPr defTabSz="931863"/>
            <a:fld id="{6A75336F-5131-4C29-B6DD-185FEC456A6A}" type="slidenum">
              <a:rPr lang="en-US" smtClean="0"/>
              <a:pPr defTabSz="931863"/>
              <a:t>37</a:t>
            </a:fld>
            <a:endParaRPr lang="en-US" dirty="0"/>
          </a:p>
        </p:txBody>
      </p:sp>
    </p:spTree>
    <p:extLst>
      <p:ext uri="{BB962C8B-B14F-4D97-AF65-F5344CB8AC3E}">
        <p14:creationId xmlns:p14="http://schemas.microsoft.com/office/powerpoint/2010/main" val="18201394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a:p>
        </p:txBody>
      </p:sp>
      <p:sp>
        <p:nvSpPr>
          <p:cNvPr id="89092" name="Date Placeholder 3"/>
          <p:cNvSpPr>
            <a:spLocks noGrp="1"/>
          </p:cNvSpPr>
          <p:nvPr>
            <p:ph type="dt" sz="quarter" idx="1"/>
          </p:nvPr>
        </p:nvSpPr>
        <p:spPr>
          <a:noFill/>
        </p:spPr>
        <p:txBody>
          <a:bodyPr/>
          <a:lstStyle/>
          <a:p>
            <a:pPr defTabSz="931863"/>
            <a:fld id="{B81211B4-FE99-47B3-807F-9554343C01FB}" type="datetime1">
              <a:rPr lang="en-US" smtClean="0"/>
              <a:pPr defTabSz="931863"/>
              <a:t>10/23/2025</a:t>
            </a:fld>
            <a:endParaRPr lang="en-US" dirty="0"/>
          </a:p>
        </p:txBody>
      </p:sp>
      <p:sp>
        <p:nvSpPr>
          <p:cNvPr id="89093" name="Footer Placeholder 4"/>
          <p:cNvSpPr>
            <a:spLocks noGrp="1"/>
          </p:cNvSpPr>
          <p:nvPr>
            <p:ph type="ftr" sz="quarter" idx="4"/>
          </p:nvPr>
        </p:nvSpPr>
        <p:spPr>
          <a:noFill/>
        </p:spPr>
        <p:txBody>
          <a:bodyPr/>
          <a:lstStyle/>
          <a:p>
            <a:pPr defTabSz="931863"/>
            <a:r>
              <a:rPr lang="en-US" dirty="0"/>
              <a:t>(c) ITT Educational Services, Inc.</a:t>
            </a:r>
          </a:p>
        </p:txBody>
      </p:sp>
      <p:sp>
        <p:nvSpPr>
          <p:cNvPr id="89094" name="Slide Number Placeholder 5"/>
          <p:cNvSpPr>
            <a:spLocks noGrp="1"/>
          </p:cNvSpPr>
          <p:nvPr>
            <p:ph type="sldNum" sz="quarter" idx="5"/>
          </p:nvPr>
        </p:nvSpPr>
        <p:spPr>
          <a:noFill/>
        </p:spPr>
        <p:txBody>
          <a:bodyPr/>
          <a:lstStyle/>
          <a:p>
            <a:pPr defTabSz="931863"/>
            <a:fld id="{2B6D932C-2E08-47E8-9B46-9B290EA1D79E}" type="slidenum">
              <a:rPr lang="en-US" smtClean="0"/>
              <a:pPr defTabSz="931863"/>
              <a:t>38</a:t>
            </a:fld>
            <a:endParaRPr lang="en-US" dirty="0"/>
          </a:p>
        </p:txBody>
      </p:sp>
    </p:spTree>
    <p:extLst>
      <p:ext uri="{BB962C8B-B14F-4D97-AF65-F5344CB8AC3E}">
        <p14:creationId xmlns:p14="http://schemas.microsoft.com/office/powerpoint/2010/main" val="10269382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p:spPr>
        <p:txBody>
          <a:bodyPr/>
          <a:lstStyle/>
          <a:p>
            <a:endParaRPr lang="en-US" dirty="0"/>
          </a:p>
        </p:txBody>
      </p:sp>
      <p:sp>
        <p:nvSpPr>
          <p:cNvPr id="90116" name="Date Placeholder 3"/>
          <p:cNvSpPr>
            <a:spLocks noGrp="1"/>
          </p:cNvSpPr>
          <p:nvPr>
            <p:ph type="dt" sz="quarter" idx="1"/>
          </p:nvPr>
        </p:nvSpPr>
        <p:spPr>
          <a:noFill/>
        </p:spPr>
        <p:txBody>
          <a:bodyPr/>
          <a:lstStyle/>
          <a:p>
            <a:pPr defTabSz="931863"/>
            <a:fld id="{B1CF67F5-19BB-44B6-9453-6E6A6CD97B4F}" type="datetime1">
              <a:rPr lang="en-US" smtClean="0"/>
              <a:pPr defTabSz="931863"/>
              <a:t>10/23/2025</a:t>
            </a:fld>
            <a:endParaRPr lang="en-US" dirty="0"/>
          </a:p>
        </p:txBody>
      </p:sp>
      <p:sp>
        <p:nvSpPr>
          <p:cNvPr id="90117" name="Footer Placeholder 4"/>
          <p:cNvSpPr>
            <a:spLocks noGrp="1"/>
          </p:cNvSpPr>
          <p:nvPr>
            <p:ph type="ftr" sz="quarter" idx="4"/>
          </p:nvPr>
        </p:nvSpPr>
        <p:spPr>
          <a:noFill/>
        </p:spPr>
        <p:txBody>
          <a:bodyPr/>
          <a:lstStyle/>
          <a:p>
            <a:pPr defTabSz="931863"/>
            <a:r>
              <a:rPr lang="en-US" dirty="0"/>
              <a:t>(c) ITT Educational Services, Inc.</a:t>
            </a:r>
          </a:p>
        </p:txBody>
      </p:sp>
      <p:sp>
        <p:nvSpPr>
          <p:cNvPr id="90118" name="Slide Number Placeholder 5"/>
          <p:cNvSpPr>
            <a:spLocks noGrp="1"/>
          </p:cNvSpPr>
          <p:nvPr>
            <p:ph type="sldNum" sz="quarter" idx="5"/>
          </p:nvPr>
        </p:nvSpPr>
        <p:spPr>
          <a:noFill/>
        </p:spPr>
        <p:txBody>
          <a:bodyPr/>
          <a:lstStyle/>
          <a:p>
            <a:pPr defTabSz="931863"/>
            <a:fld id="{94345EFF-43DC-4F78-BD09-521B46381959}" type="slidenum">
              <a:rPr lang="en-US" smtClean="0"/>
              <a:pPr defTabSz="931863"/>
              <a:t>39</a:t>
            </a:fld>
            <a:endParaRPr lang="en-US" dirty="0"/>
          </a:p>
        </p:txBody>
      </p:sp>
    </p:spTree>
    <p:extLst>
      <p:ext uri="{BB962C8B-B14F-4D97-AF65-F5344CB8AC3E}">
        <p14:creationId xmlns:p14="http://schemas.microsoft.com/office/powerpoint/2010/main" val="26956509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p:spPr>
        <p:txBody>
          <a:bodyPr/>
          <a:lstStyle/>
          <a:p>
            <a:endParaRPr lang="en-US" dirty="0"/>
          </a:p>
        </p:txBody>
      </p:sp>
      <p:sp>
        <p:nvSpPr>
          <p:cNvPr id="91140" name="Date Placeholder 3"/>
          <p:cNvSpPr>
            <a:spLocks noGrp="1"/>
          </p:cNvSpPr>
          <p:nvPr>
            <p:ph type="dt" sz="quarter" idx="1"/>
          </p:nvPr>
        </p:nvSpPr>
        <p:spPr>
          <a:noFill/>
        </p:spPr>
        <p:txBody>
          <a:bodyPr/>
          <a:lstStyle/>
          <a:p>
            <a:pPr defTabSz="931863"/>
            <a:fld id="{1702432B-609F-4234-93AF-D9ABECD0AD66}" type="datetime1">
              <a:rPr lang="en-US" smtClean="0"/>
              <a:pPr defTabSz="931863"/>
              <a:t>10/23/2025</a:t>
            </a:fld>
            <a:endParaRPr lang="en-US" dirty="0"/>
          </a:p>
        </p:txBody>
      </p:sp>
      <p:sp>
        <p:nvSpPr>
          <p:cNvPr id="91141" name="Footer Placeholder 4"/>
          <p:cNvSpPr>
            <a:spLocks noGrp="1"/>
          </p:cNvSpPr>
          <p:nvPr>
            <p:ph type="ftr" sz="quarter" idx="4"/>
          </p:nvPr>
        </p:nvSpPr>
        <p:spPr>
          <a:noFill/>
        </p:spPr>
        <p:txBody>
          <a:bodyPr/>
          <a:lstStyle/>
          <a:p>
            <a:pPr defTabSz="931863"/>
            <a:r>
              <a:rPr lang="en-US" dirty="0"/>
              <a:t>(c) ITT Educational Services, Inc.</a:t>
            </a:r>
          </a:p>
        </p:txBody>
      </p:sp>
      <p:sp>
        <p:nvSpPr>
          <p:cNvPr id="91142" name="Slide Number Placeholder 5"/>
          <p:cNvSpPr>
            <a:spLocks noGrp="1"/>
          </p:cNvSpPr>
          <p:nvPr>
            <p:ph type="sldNum" sz="quarter" idx="5"/>
          </p:nvPr>
        </p:nvSpPr>
        <p:spPr>
          <a:noFill/>
        </p:spPr>
        <p:txBody>
          <a:bodyPr/>
          <a:lstStyle/>
          <a:p>
            <a:pPr defTabSz="931863"/>
            <a:fld id="{B9D851FD-133F-498A-BA6F-A4711C427EB8}" type="slidenum">
              <a:rPr lang="en-US" smtClean="0"/>
              <a:pPr defTabSz="931863"/>
              <a:t>40</a:t>
            </a:fld>
            <a:endParaRPr lang="en-US" dirty="0"/>
          </a:p>
        </p:txBody>
      </p:sp>
    </p:spTree>
    <p:extLst>
      <p:ext uri="{BB962C8B-B14F-4D97-AF65-F5344CB8AC3E}">
        <p14:creationId xmlns:p14="http://schemas.microsoft.com/office/powerpoint/2010/main" val="14627583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p:spPr>
        <p:txBody>
          <a:bodyPr/>
          <a:lstStyle/>
          <a:p>
            <a:endParaRPr lang="en-US" dirty="0"/>
          </a:p>
        </p:txBody>
      </p:sp>
      <p:sp>
        <p:nvSpPr>
          <p:cNvPr id="92164" name="Date Placeholder 3"/>
          <p:cNvSpPr>
            <a:spLocks noGrp="1"/>
          </p:cNvSpPr>
          <p:nvPr>
            <p:ph type="dt" sz="quarter" idx="1"/>
          </p:nvPr>
        </p:nvSpPr>
        <p:spPr>
          <a:noFill/>
        </p:spPr>
        <p:txBody>
          <a:bodyPr/>
          <a:lstStyle/>
          <a:p>
            <a:pPr defTabSz="931863"/>
            <a:fld id="{B14DBF4D-6C56-457E-BF01-DE562B28D0AF}" type="datetime1">
              <a:rPr lang="en-US" smtClean="0"/>
              <a:pPr defTabSz="931863"/>
              <a:t>10/23/2025</a:t>
            </a:fld>
            <a:endParaRPr lang="en-US" dirty="0"/>
          </a:p>
        </p:txBody>
      </p:sp>
      <p:sp>
        <p:nvSpPr>
          <p:cNvPr id="92165" name="Footer Placeholder 4"/>
          <p:cNvSpPr>
            <a:spLocks noGrp="1"/>
          </p:cNvSpPr>
          <p:nvPr>
            <p:ph type="ftr" sz="quarter" idx="4"/>
          </p:nvPr>
        </p:nvSpPr>
        <p:spPr>
          <a:noFill/>
        </p:spPr>
        <p:txBody>
          <a:bodyPr/>
          <a:lstStyle/>
          <a:p>
            <a:pPr defTabSz="931863"/>
            <a:r>
              <a:rPr lang="en-US" dirty="0"/>
              <a:t>(c) ITT Educational Services, Inc.</a:t>
            </a:r>
          </a:p>
        </p:txBody>
      </p:sp>
      <p:sp>
        <p:nvSpPr>
          <p:cNvPr id="92166" name="Slide Number Placeholder 5"/>
          <p:cNvSpPr>
            <a:spLocks noGrp="1"/>
          </p:cNvSpPr>
          <p:nvPr>
            <p:ph type="sldNum" sz="quarter" idx="5"/>
          </p:nvPr>
        </p:nvSpPr>
        <p:spPr>
          <a:noFill/>
        </p:spPr>
        <p:txBody>
          <a:bodyPr/>
          <a:lstStyle/>
          <a:p>
            <a:pPr defTabSz="931863"/>
            <a:fld id="{FFAD0418-3525-4CE9-B899-17F64CA539D4}" type="slidenum">
              <a:rPr lang="en-US" smtClean="0"/>
              <a:pPr defTabSz="931863"/>
              <a:t>41</a:t>
            </a:fld>
            <a:endParaRPr lang="en-US" dirty="0"/>
          </a:p>
        </p:txBody>
      </p:sp>
    </p:spTree>
    <p:extLst>
      <p:ext uri="{BB962C8B-B14F-4D97-AF65-F5344CB8AC3E}">
        <p14:creationId xmlns:p14="http://schemas.microsoft.com/office/powerpoint/2010/main" val="18207200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endParaRPr lang="en-US" dirty="0"/>
          </a:p>
        </p:txBody>
      </p:sp>
      <p:sp>
        <p:nvSpPr>
          <p:cNvPr id="93188" name="Date Placeholder 3"/>
          <p:cNvSpPr>
            <a:spLocks noGrp="1"/>
          </p:cNvSpPr>
          <p:nvPr>
            <p:ph type="dt" sz="quarter" idx="1"/>
          </p:nvPr>
        </p:nvSpPr>
        <p:spPr>
          <a:noFill/>
        </p:spPr>
        <p:txBody>
          <a:bodyPr/>
          <a:lstStyle/>
          <a:p>
            <a:pPr defTabSz="931863"/>
            <a:fld id="{9C44633E-6989-47EF-91DD-42306A187D94}" type="datetime1">
              <a:rPr lang="en-US" smtClean="0"/>
              <a:pPr defTabSz="931863"/>
              <a:t>10/23/2025</a:t>
            </a:fld>
            <a:endParaRPr lang="en-US" dirty="0"/>
          </a:p>
        </p:txBody>
      </p:sp>
      <p:sp>
        <p:nvSpPr>
          <p:cNvPr id="93189" name="Footer Placeholder 4"/>
          <p:cNvSpPr>
            <a:spLocks noGrp="1"/>
          </p:cNvSpPr>
          <p:nvPr>
            <p:ph type="ftr" sz="quarter" idx="4"/>
          </p:nvPr>
        </p:nvSpPr>
        <p:spPr>
          <a:noFill/>
        </p:spPr>
        <p:txBody>
          <a:bodyPr/>
          <a:lstStyle/>
          <a:p>
            <a:pPr defTabSz="931863"/>
            <a:r>
              <a:rPr lang="en-US" dirty="0"/>
              <a:t>(c) ITT Educational Services, Inc.</a:t>
            </a:r>
          </a:p>
        </p:txBody>
      </p:sp>
      <p:sp>
        <p:nvSpPr>
          <p:cNvPr id="93190" name="Slide Number Placeholder 5"/>
          <p:cNvSpPr>
            <a:spLocks noGrp="1"/>
          </p:cNvSpPr>
          <p:nvPr>
            <p:ph type="sldNum" sz="quarter" idx="5"/>
          </p:nvPr>
        </p:nvSpPr>
        <p:spPr>
          <a:noFill/>
        </p:spPr>
        <p:txBody>
          <a:bodyPr/>
          <a:lstStyle/>
          <a:p>
            <a:pPr defTabSz="931863"/>
            <a:fld id="{1B25AD8A-CAA3-4A41-8143-2533EEAC7290}" type="slidenum">
              <a:rPr lang="en-US" smtClean="0"/>
              <a:pPr defTabSz="931863"/>
              <a:t>42</a:t>
            </a:fld>
            <a:endParaRPr lang="en-US" dirty="0"/>
          </a:p>
        </p:txBody>
      </p:sp>
    </p:spTree>
    <p:extLst>
      <p:ext uri="{BB962C8B-B14F-4D97-AF65-F5344CB8AC3E}">
        <p14:creationId xmlns:p14="http://schemas.microsoft.com/office/powerpoint/2010/main" val="38825300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p:spPr>
        <p:txBody>
          <a:bodyPr/>
          <a:lstStyle/>
          <a:p>
            <a:endParaRPr lang="en-US" dirty="0"/>
          </a:p>
        </p:txBody>
      </p:sp>
      <p:sp>
        <p:nvSpPr>
          <p:cNvPr id="94212" name="Date Placeholder 3"/>
          <p:cNvSpPr>
            <a:spLocks noGrp="1"/>
          </p:cNvSpPr>
          <p:nvPr>
            <p:ph type="dt" sz="quarter" idx="1"/>
          </p:nvPr>
        </p:nvSpPr>
        <p:spPr>
          <a:noFill/>
        </p:spPr>
        <p:txBody>
          <a:bodyPr/>
          <a:lstStyle/>
          <a:p>
            <a:pPr defTabSz="931863"/>
            <a:fld id="{BE6524FD-9E11-434E-9815-3239EFDBA652}" type="datetime1">
              <a:rPr lang="en-US" smtClean="0"/>
              <a:pPr defTabSz="931863"/>
              <a:t>10/23/2025</a:t>
            </a:fld>
            <a:endParaRPr lang="en-US" dirty="0"/>
          </a:p>
        </p:txBody>
      </p:sp>
      <p:sp>
        <p:nvSpPr>
          <p:cNvPr id="94213" name="Footer Placeholder 4"/>
          <p:cNvSpPr>
            <a:spLocks noGrp="1"/>
          </p:cNvSpPr>
          <p:nvPr>
            <p:ph type="ftr" sz="quarter" idx="4"/>
          </p:nvPr>
        </p:nvSpPr>
        <p:spPr>
          <a:noFill/>
        </p:spPr>
        <p:txBody>
          <a:bodyPr/>
          <a:lstStyle/>
          <a:p>
            <a:pPr defTabSz="931863"/>
            <a:r>
              <a:rPr lang="en-US" dirty="0"/>
              <a:t>(c) ITT Educational Services, Inc.</a:t>
            </a:r>
          </a:p>
        </p:txBody>
      </p:sp>
      <p:sp>
        <p:nvSpPr>
          <p:cNvPr id="94214" name="Slide Number Placeholder 5"/>
          <p:cNvSpPr>
            <a:spLocks noGrp="1"/>
          </p:cNvSpPr>
          <p:nvPr>
            <p:ph type="sldNum" sz="quarter" idx="5"/>
          </p:nvPr>
        </p:nvSpPr>
        <p:spPr>
          <a:noFill/>
        </p:spPr>
        <p:txBody>
          <a:bodyPr/>
          <a:lstStyle/>
          <a:p>
            <a:pPr defTabSz="931863"/>
            <a:fld id="{32C14106-E233-4148-BAD9-A470F96E6B43}" type="slidenum">
              <a:rPr lang="en-US" smtClean="0"/>
              <a:pPr defTabSz="931863"/>
              <a:t>43</a:t>
            </a:fld>
            <a:endParaRPr lang="en-US" dirty="0"/>
          </a:p>
        </p:txBody>
      </p:sp>
    </p:spTree>
    <p:extLst>
      <p:ext uri="{BB962C8B-B14F-4D97-AF65-F5344CB8AC3E}">
        <p14:creationId xmlns:p14="http://schemas.microsoft.com/office/powerpoint/2010/main" val="22572016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p:spPr>
        <p:txBody>
          <a:bodyPr/>
          <a:lstStyle/>
          <a:p>
            <a:endParaRPr lang="en-US" dirty="0"/>
          </a:p>
        </p:txBody>
      </p:sp>
      <p:sp>
        <p:nvSpPr>
          <p:cNvPr id="95236" name="Date Placeholder 3"/>
          <p:cNvSpPr>
            <a:spLocks noGrp="1"/>
          </p:cNvSpPr>
          <p:nvPr>
            <p:ph type="dt" sz="quarter" idx="1"/>
          </p:nvPr>
        </p:nvSpPr>
        <p:spPr>
          <a:noFill/>
        </p:spPr>
        <p:txBody>
          <a:bodyPr/>
          <a:lstStyle/>
          <a:p>
            <a:pPr defTabSz="931863"/>
            <a:fld id="{A0AAB474-AA89-486E-AEC5-8F1A4FFF6120}" type="datetime1">
              <a:rPr lang="en-US" smtClean="0"/>
              <a:pPr defTabSz="931863"/>
              <a:t>10/23/2025</a:t>
            </a:fld>
            <a:endParaRPr lang="en-US" dirty="0"/>
          </a:p>
        </p:txBody>
      </p:sp>
      <p:sp>
        <p:nvSpPr>
          <p:cNvPr id="95237" name="Footer Placeholder 4"/>
          <p:cNvSpPr>
            <a:spLocks noGrp="1"/>
          </p:cNvSpPr>
          <p:nvPr>
            <p:ph type="ftr" sz="quarter" idx="4"/>
          </p:nvPr>
        </p:nvSpPr>
        <p:spPr>
          <a:noFill/>
        </p:spPr>
        <p:txBody>
          <a:bodyPr/>
          <a:lstStyle/>
          <a:p>
            <a:pPr defTabSz="931863"/>
            <a:r>
              <a:rPr lang="en-US" dirty="0"/>
              <a:t>(c) ITT Educational Services, Inc.</a:t>
            </a:r>
          </a:p>
        </p:txBody>
      </p:sp>
      <p:sp>
        <p:nvSpPr>
          <p:cNvPr id="95238" name="Slide Number Placeholder 5"/>
          <p:cNvSpPr>
            <a:spLocks noGrp="1"/>
          </p:cNvSpPr>
          <p:nvPr>
            <p:ph type="sldNum" sz="quarter" idx="5"/>
          </p:nvPr>
        </p:nvSpPr>
        <p:spPr>
          <a:noFill/>
        </p:spPr>
        <p:txBody>
          <a:bodyPr/>
          <a:lstStyle/>
          <a:p>
            <a:pPr defTabSz="931863"/>
            <a:fld id="{B2496BAE-0062-4901-8E2D-3F322A74436E}" type="slidenum">
              <a:rPr lang="en-US" smtClean="0"/>
              <a:pPr defTabSz="931863"/>
              <a:t>44</a:t>
            </a:fld>
            <a:endParaRPr lang="en-US" dirty="0"/>
          </a:p>
        </p:txBody>
      </p:sp>
    </p:spTree>
    <p:extLst>
      <p:ext uri="{BB962C8B-B14F-4D97-AF65-F5344CB8AC3E}">
        <p14:creationId xmlns:p14="http://schemas.microsoft.com/office/powerpoint/2010/main" val="2619616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p:spPr>
        <p:txBody>
          <a:bodyPr/>
          <a:lstStyle/>
          <a:p>
            <a:endParaRPr lang="en-US" dirty="0"/>
          </a:p>
        </p:txBody>
      </p:sp>
      <p:sp>
        <p:nvSpPr>
          <p:cNvPr id="96260" name="Date Placeholder 3"/>
          <p:cNvSpPr>
            <a:spLocks noGrp="1"/>
          </p:cNvSpPr>
          <p:nvPr>
            <p:ph type="dt" sz="quarter" idx="1"/>
          </p:nvPr>
        </p:nvSpPr>
        <p:spPr>
          <a:noFill/>
        </p:spPr>
        <p:txBody>
          <a:bodyPr/>
          <a:lstStyle/>
          <a:p>
            <a:pPr defTabSz="931863"/>
            <a:fld id="{EF9F444E-8EE3-4355-998B-5C47C2EA1B31}" type="datetime1">
              <a:rPr lang="en-US" smtClean="0"/>
              <a:pPr defTabSz="931863"/>
              <a:t>10/23/2025</a:t>
            </a:fld>
            <a:endParaRPr lang="en-US" dirty="0"/>
          </a:p>
        </p:txBody>
      </p:sp>
      <p:sp>
        <p:nvSpPr>
          <p:cNvPr id="96261" name="Footer Placeholder 4"/>
          <p:cNvSpPr>
            <a:spLocks noGrp="1"/>
          </p:cNvSpPr>
          <p:nvPr>
            <p:ph type="ftr" sz="quarter" idx="4"/>
          </p:nvPr>
        </p:nvSpPr>
        <p:spPr>
          <a:noFill/>
        </p:spPr>
        <p:txBody>
          <a:bodyPr/>
          <a:lstStyle/>
          <a:p>
            <a:pPr defTabSz="931863"/>
            <a:r>
              <a:rPr lang="en-US" dirty="0"/>
              <a:t>(c) ITT Educational Services, Inc.</a:t>
            </a:r>
          </a:p>
        </p:txBody>
      </p:sp>
      <p:sp>
        <p:nvSpPr>
          <p:cNvPr id="96262" name="Slide Number Placeholder 5"/>
          <p:cNvSpPr>
            <a:spLocks noGrp="1"/>
          </p:cNvSpPr>
          <p:nvPr>
            <p:ph type="sldNum" sz="quarter" idx="5"/>
          </p:nvPr>
        </p:nvSpPr>
        <p:spPr>
          <a:noFill/>
        </p:spPr>
        <p:txBody>
          <a:bodyPr/>
          <a:lstStyle/>
          <a:p>
            <a:pPr defTabSz="931863"/>
            <a:fld id="{70BFDE3C-5E3D-4CE7-A36C-1C26F131181E}" type="slidenum">
              <a:rPr lang="en-US" smtClean="0"/>
              <a:pPr defTabSz="931863"/>
              <a:t>45</a:t>
            </a:fld>
            <a:endParaRPr lang="en-US" dirty="0"/>
          </a:p>
        </p:txBody>
      </p:sp>
    </p:spTree>
    <p:extLst>
      <p:ext uri="{BB962C8B-B14F-4D97-AF65-F5344CB8AC3E}">
        <p14:creationId xmlns:p14="http://schemas.microsoft.com/office/powerpoint/2010/main" val="32825577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p:spPr>
        <p:txBody>
          <a:bodyPr/>
          <a:lstStyle/>
          <a:p>
            <a:endParaRPr lang="en-US" dirty="0"/>
          </a:p>
        </p:txBody>
      </p:sp>
      <p:sp>
        <p:nvSpPr>
          <p:cNvPr id="97284" name="Date Placeholder 3"/>
          <p:cNvSpPr>
            <a:spLocks noGrp="1"/>
          </p:cNvSpPr>
          <p:nvPr>
            <p:ph type="dt" sz="quarter" idx="1"/>
          </p:nvPr>
        </p:nvSpPr>
        <p:spPr>
          <a:noFill/>
        </p:spPr>
        <p:txBody>
          <a:bodyPr/>
          <a:lstStyle/>
          <a:p>
            <a:pPr defTabSz="931863"/>
            <a:fld id="{6E2B1564-969D-4152-B9D6-1A3D82908C88}" type="datetime1">
              <a:rPr lang="en-US" smtClean="0"/>
              <a:pPr defTabSz="931863"/>
              <a:t>10/23/2025</a:t>
            </a:fld>
            <a:endParaRPr lang="en-US" dirty="0"/>
          </a:p>
        </p:txBody>
      </p:sp>
      <p:sp>
        <p:nvSpPr>
          <p:cNvPr id="97285" name="Footer Placeholder 4"/>
          <p:cNvSpPr>
            <a:spLocks noGrp="1"/>
          </p:cNvSpPr>
          <p:nvPr>
            <p:ph type="ftr" sz="quarter" idx="4"/>
          </p:nvPr>
        </p:nvSpPr>
        <p:spPr>
          <a:noFill/>
        </p:spPr>
        <p:txBody>
          <a:bodyPr/>
          <a:lstStyle/>
          <a:p>
            <a:pPr defTabSz="931863"/>
            <a:r>
              <a:rPr lang="en-US" dirty="0"/>
              <a:t>(c) ITT Educational Services, Inc.</a:t>
            </a:r>
          </a:p>
        </p:txBody>
      </p:sp>
      <p:sp>
        <p:nvSpPr>
          <p:cNvPr id="97286" name="Slide Number Placeholder 5"/>
          <p:cNvSpPr>
            <a:spLocks noGrp="1"/>
          </p:cNvSpPr>
          <p:nvPr>
            <p:ph type="sldNum" sz="quarter" idx="5"/>
          </p:nvPr>
        </p:nvSpPr>
        <p:spPr>
          <a:noFill/>
        </p:spPr>
        <p:txBody>
          <a:bodyPr/>
          <a:lstStyle/>
          <a:p>
            <a:pPr defTabSz="931863"/>
            <a:fld id="{DCDED68D-5626-4CE5-878E-C3D8145D7B81}" type="slidenum">
              <a:rPr lang="en-US" smtClean="0"/>
              <a:pPr defTabSz="931863"/>
              <a:t>46</a:t>
            </a:fld>
            <a:endParaRPr lang="en-US" dirty="0"/>
          </a:p>
        </p:txBody>
      </p:sp>
    </p:spTree>
    <p:extLst>
      <p:ext uri="{BB962C8B-B14F-4D97-AF65-F5344CB8AC3E}">
        <p14:creationId xmlns:p14="http://schemas.microsoft.com/office/powerpoint/2010/main" val="11349149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p:spPr>
        <p:txBody>
          <a:bodyPr/>
          <a:lstStyle/>
          <a:p>
            <a:endParaRPr lang="en-US" dirty="0"/>
          </a:p>
        </p:txBody>
      </p:sp>
      <p:sp>
        <p:nvSpPr>
          <p:cNvPr id="99332" name="Date Placeholder 3"/>
          <p:cNvSpPr>
            <a:spLocks noGrp="1"/>
          </p:cNvSpPr>
          <p:nvPr>
            <p:ph type="dt" sz="quarter" idx="1"/>
          </p:nvPr>
        </p:nvSpPr>
        <p:spPr>
          <a:noFill/>
        </p:spPr>
        <p:txBody>
          <a:bodyPr/>
          <a:lstStyle/>
          <a:p>
            <a:pPr defTabSz="931863"/>
            <a:fld id="{7033318F-BDC5-4003-8BCF-6866D0C82687}" type="datetime1">
              <a:rPr lang="en-US" smtClean="0"/>
              <a:pPr defTabSz="931863"/>
              <a:t>10/23/2025</a:t>
            </a:fld>
            <a:endParaRPr lang="en-US" dirty="0"/>
          </a:p>
        </p:txBody>
      </p:sp>
      <p:sp>
        <p:nvSpPr>
          <p:cNvPr id="99333" name="Footer Placeholder 4"/>
          <p:cNvSpPr>
            <a:spLocks noGrp="1"/>
          </p:cNvSpPr>
          <p:nvPr>
            <p:ph type="ftr" sz="quarter" idx="4"/>
          </p:nvPr>
        </p:nvSpPr>
        <p:spPr>
          <a:noFill/>
        </p:spPr>
        <p:txBody>
          <a:bodyPr/>
          <a:lstStyle/>
          <a:p>
            <a:pPr defTabSz="931863"/>
            <a:r>
              <a:rPr lang="en-US" dirty="0"/>
              <a:t>(c) ITT Educational Services, Inc.</a:t>
            </a:r>
          </a:p>
        </p:txBody>
      </p:sp>
      <p:sp>
        <p:nvSpPr>
          <p:cNvPr id="99334" name="Slide Number Placeholder 5"/>
          <p:cNvSpPr>
            <a:spLocks noGrp="1"/>
          </p:cNvSpPr>
          <p:nvPr>
            <p:ph type="sldNum" sz="quarter" idx="5"/>
          </p:nvPr>
        </p:nvSpPr>
        <p:spPr>
          <a:noFill/>
        </p:spPr>
        <p:txBody>
          <a:bodyPr/>
          <a:lstStyle/>
          <a:p>
            <a:pPr defTabSz="931863"/>
            <a:fld id="{9E1519F8-178C-430D-9AD6-A0F5EA1618B6}" type="slidenum">
              <a:rPr lang="en-US" smtClean="0"/>
              <a:pPr defTabSz="931863"/>
              <a:t>47</a:t>
            </a:fld>
            <a:endParaRPr lang="en-US" dirty="0"/>
          </a:p>
        </p:txBody>
      </p:sp>
    </p:spTree>
    <p:extLst>
      <p:ext uri="{BB962C8B-B14F-4D97-AF65-F5344CB8AC3E}">
        <p14:creationId xmlns:p14="http://schemas.microsoft.com/office/powerpoint/2010/main" val="16342893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endParaRPr lang="en-US" dirty="0"/>
          </a:p>
        </p:txBody>
      </p:sp>
      <p:sp>
        <p:nvSpPr>
          <p:cNvPr id="100356" name="Date Placeholder 3"/>
          <p:cNvSpPr>
            <a:spLocks noGrp="1"/>
          </p:cNvSpPr>
          <p:nvPr>
            <p:ph type="dt" sz="quarter" idx="1"/>
          </p:nvPr>
        </p:nvSpPr>
        <p:spPr>
          <a:noFill/>
        </p:spPr>
        <p:txBody>
          <a:bodyPr/>
          <a:lstStyle/>
          <a:p>
            <a:pPr defTabSz="931863"/>
            <a:fld id="{25660F7E-E05C-435A-9A02-A58DCFF64282}" type="datetime1">
              <a:rPr lang="en-US" smtClean="0"/>
              <a:pPr defTabSz="931863"/>
              <a:t>10/23/2025</a:t>
            </a:fld>
            <a:endParaRPr lang="en-US" dirty="0"/>
          </a:p>
        </p:txBody>
      </p:sp>
      <p:sp>
        <p:nvSpPr>
          <p:cNvPr id="100357" name="Footer Placeholder 4"/>
          <p:cNvSpPr>
            <a:spLocks noGrp="1"/>
          </p:cNvSpPr>
          <p:nvPr>
            <p:ph type="ftr" sz="quarter" idx="4"/>
          </p:nvPr>
        </p:nvSpPr>
        <p:spPr>
          <a:noFill/>
        </p:spPr>
        <p:txBody>
          <a:bodyPr/>
          <a:lstStyle/>
          <a:p>
            <a:pPr defTabSz="931863"/>
            <a:r>
              <a:rPr lang="en-US" dirty="0"/>
              <a:t>(c) ITT Educational Services, Inc.</a:t>
            </a:r>
          </a:p>
        </p:txBody>
      </p:sp>
      <p:sp>
        <p:nvSpPr>
          <p:cNvPr id="100358" name="Slide Number Placeholder 5"/>
          <p:cNvSpPr>
            <a:spLocks noGrp="1"/>
          </p:cNvSpPr>
          <p:nvPr>
            <p:ph type="sldNum" sz="quarter" idx="5"/>
          </p:nvPr>
        </p:nvSpPr>
        <p:spPr>
          <a:noFill/>
        </p:spPr>
        <p:txBody>
          <a:bodyPr/>
          <a:lstStyle/>
          <a:p>
            <a:pPr defTabSz="931863"/>
            <a:fld id="{39E4DA65-28A1-4038-A375-B2E34BBCCFE7}" type="slidenum">
              <a:rPr lang="en-US" smtClean="0"/>
              <a:pPr defTabSz="931863"/>
              <a:t>48</a:t>
            </a:fld>
            <a:endParaRPr lang="en-US" dirty="0"/>
          </a:p>
        </p:txBody>
      </p:sp>
    </p:spTree>
    <p:extLst>
      <p:ext uri="{BB962C8B-B14F-4D97-AF65-F5344CB8AC3E}">
        <p14:creationId xmlns:p14="http://schemas.microsoft.com/office/powerpoint/2010/main" val="22480979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4"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F83938A6-B172-40ED-94D8-7118F83EA80B}"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013982"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071" r:id="rId1"/>
    <p:sldLayoutId id="2147484069" r:id="rId2"/>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subTitle" idx="1"/>
          </p:nvPr>
        </p:nvSpPr>
        <p:spPr>
          <a:xfrm>
            <a:off x="401638" y="2133600"/>
            <a:ext cx="8348662" cy="3687163"/>
          </a:xfrm>
        </p:spPr>
        <p:txBody>
          <a:bodyPr/>
          <a:lstStyle/>
          <a:p>
            <a:pPr algn="ctr"/>
            <a:r>
              <a:rPr lang="en-US" sz="4000" b="1" dirty="0"/>
              <a:t>System Forensics, Investigation, and Response</a:t>
            </a:r>
          </a:p>
          <a:p>
            <a:pPr algn="ctr"/>
            <a:endParaRPr lang="en-US" dirty="0"/>
          </a:p>
          <a:p>
            <a:pPr algn="ctr"/>
            <a:r>
              <a:rPr lang="en-US" b="1" dirty="0"/>
              <a:t>Lesson 2</a:t>
            </a:r>
          </a:p>
          <a:p>
            <a:pPr algn="ctr"/>
            <a:r>
              <a:rPr lang="en-US" b="1" dirty="0"/>
              <a:t>Overview of Computer Crime</a:t>
            </a:r>
            <a:endParaRPr lang="ar-EG" b="1" dirty="0"/>
          </a:p>
          <a:p>
            <a:pPr algn="ctr"/>
            <a:endParaRPr lang="en-US"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z="4000" dirty="0"/>
              <a:t>Learning Objective</a:t>
            </a:r>
          </a:p>
        </p:txBody>
      </p:sp>
      <p:sp>
        <p:nvSpPr>
          <p:cNvPr id="5123" name="Content Placeholder 2"/>
          <p:cNvSpPr>
            <a:spLocks noGrp="1"/>
          </p:cNvSpPr>
          <p:nvPr>
            <p:ph idx="1"/>
          </p:nvPr>
        </p:nvSpPr>
        <p:spPr>
          <a:xfrm>
            <a:off x="539750" y="1487606"/>
            <a:ext cx="8299450" cy="4001968"/>
          </a:xfrm>
        </p:spPr>
        <p:txBody>
          <a:bodyPr/>
          <a:lstStyle/>
          <a:p>
            <a:pPr>
              <a:defRPr/>
            </a:pPr>
            <a:r>
              <a:rPr lang="en-US" sz="3200" dirty="0"/>
              <a:t>Describe various computer crimes and how they are investigated.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Key Concepts</a:t>
            </a:r>
          </a:p>
        </p:txBody>
      </p:sp>
      <p:sp>
        <p:nvSpPr>
          <p:cNvPr id="6147" name="Content Placeholder 2"/>
          <p:cNvSpPr>
            <a:spLocks noGrp="1"/>
          </p:cNvSpPr>
          <p:nvPr>
            <p:ph idx="1"/>
          </p:nvPr>
        </p:nvSpPr>
        <p:spPr>
          <a:xfrm>
            <a:off x="539750" y="1295399"/>
            <a:ext cx="8299450" cy="4194175"/>
          </a:xfrm>
        </p:spPr>
        <p:txBody>
          <a:bodyPr/>
          <a:lstStyle/>
          <a:p>
            <a:r>
              <a:rPr lang="en-US" sz="3200" dirty="0"/>
              <a:t>Common computer crimes</a:t>
            </a:r>
          </a:p>
          <a:p>
            <a:pPr lvl="0"/>
            <a:r>
              <a:rPr lang="en-US" sz="3200" dirty="0"/>
              <a:t>Forensic approaches to different crimes</a:t>
            </a:r>
          </a:p>
          <a:p>
            <a:pPr lvl="0"/>
            <a:r>
              <a:rPr lang="en-US" sz="3200" dirty="0"/>
              <a:t>Forensic strategies based on the specific crime</a:t>
            </a:r>
          </a:p>
          <a:p>
            <a:pPr>
              <a:buFont typeface="Wingdings" pitchFamily="2" charset="2"/>
              <a:buNone/>
            </a:pPr>
            <a:endParaRPr lang="en-US" sz="32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539750" y="304800"/>
            <a:ext cx="8299450" cy="768350"/>
          </a:xfrm>
        </p:spPr>
        <p:txBody>
          <a:bodyPr/>
          <a:lstStyle/>
          <a:p>
            <a:r>
              <a:rPr lang="en-US" sz="4000" dirty="0">
                <a:solidFill>
                  <a:schemeClr val="tx2"/>
                </a:solidFill>
              </a:rPr>
              <a:t>How Computer Crime Affects Forensics</a:t>
            </a:r>
          </a:p>
        </p:txBody>
      </p:sp>
      <p:graphicFrame>
        <p:nvGraphicFramePr>
          <p:cNvPr id="5" name="Diagram 4"/>
          <p:cNvGraphicFramePr/>
          <p:nvPr>
            <p:extLst>
              <p:ext uri="{D42A27DB-BD31-4B8C-83A1-F6EECF244321}">
                <p14:modId xmlns:p14="http://schemas.microsoft.com/office/powerpoint/2010/main" val="456716177"/>
              </p:ext>
            </p:extLst>
          </p:nvPr>
        </p:nvGraphicFramePr>
        <p:xfrm>
          <a:off x="1378814" y="1834680"/>
          <a:ext cx="6579476" cy="41743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781662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1295400"/>
          </a:xfrm>
        </p:spPr>
        <p:txBody>
          <a:bodyPr/>
          <a:lstStyle/>
          <a:p>
            <a:r>
              <a:rPr lang="en-US" sz="4000" dirty="0">
                <a:solidFill>
                  <a:schemeClr val="tx2"/>
                </a:solidFill>
              </a:rPr>
              <a:t>The Role of Computers in Crimes (Continued)</a:t>
            </a:r>
          </a:p>
        </p:txBody>
      </p:sp>
      <p:graphicFrame>
        <p:nvGraphicFramePr>
          <p:cNvPr id="2" name="Diagram 1"/>
          <p:cNvGraphicFramePr/>
          <p:nvPr/>
        </p:nvGraphicFramePr>
        <p:xfrm>
          <a:off x="255962" y="1397000"/>
          <a:ext cx="829945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60199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9750" y="304800"/>
            <a:ext cx="8299450" cy="768350"/>
          </a:xfrm>
        </p:spPr>
        <p:txBody>
          <a:bodyPr/>
          <a:lstStyle/>
          <a:p>
            <a:r>
              <a:rPr lang="en-US" sz="4000" dirty="0">
                <a:solidFill>
                  <a:schemeClr val="tx2"/>
                </a:solidFill>
              </a:rPr>
              <a:t>Types of Crimes Involving Computers</a:t>
            </a:r>
          </a:p>
        </p:txBody>
      </p:sp>
      <p:sp>
        <p:nvSpPr>
          <p:cNvPr id="27651" name="Content Placeholder 2"/>
          <p:cNvSpPr>
            <a:spLocks noGrp="1"/>
          </p:cNvSpPr>
          <p:nvPr>
            <p:ph idx="1"/>
          </p:nvPr>
        </p:nvSpPr>
        <p:spPr>
          <a:xfrm>
            <a:off x="539750" y="1965277"/>
            <a:ext cx="8299450" cy="3752897"/>
          </a:xfrm>
        </p:spPr>
        <p:txBody>
          <a:bodyPr/>
          <a:lstStyle/>
          <a:p>
            <a:r>
              <a:rPr lang="en-US" sz="3200" dirty="0"/>
              <a:t>White-collar crimes</a:t>
            </a:r>
          </a:p>
          <a:p>
            <a:r>
              <a:rPr lang="en-US" sz="3200" dirty="0"/>
              <a:t>Violent crimes</a:t>
            </a:r>
            <a:r>
              <a:rPr lang="en-US" sz="3200" dirty="0">
                <a:cs typeface="Arial" pitchFamily="34" charset="0"/>
              </a:rPr>
              <a:t>—</a:t>
            </a:r>
            <a:r>
              <a:rPr lang="en-US" sz="3200" dirty="0"/>
              <a:t>murder, terrorism</a:t>
            </a:r>
          </a:p>
          <a:p>
            <a:r>
              <a:rPr lang="en-US" sz="3200" dirty="0"/>
              <a:t>Counterintelligence</a:t>
            </a:r>
          </a:p>
          <a:p>
            <a:r>
              <a:rPr lang="en-US" sz="3200" dirty="0"/>
              <a:t>Economic espionage</a:t>
            </a:r>
          </a:p>
          <a:p>
            <a:r>
              <a:rPr lang="en-US" sz="3200" dirty="0"/>
              <a:t>Counterfeiting</a:t>
            </a:r>
          </a:p>
          <a:p>
            <a:r>
              <a:rPr lang="en-US" sz="3200" dirty="0"/>
              <a:t>Child pornography</a:t>
            </a:r>
          </a:p>
          <a:p>
            <a:r>
              <a:rPr lang="en-US" sz="3200" dirty="0"/>
              <a:t>Drug dealing</a:t>
            </a:r>
          </a:p>
        </p:txBody>
      </p:sp>
    </p:spTree>
    <p:extLst>
      <p:ext uri="{BB962C8B-B14F-4D97-AF65-F5344CB8AC3E}">
        <p14:creationId xmlns:p14="http://schemas.microsoft.com/office/powerpoint/2010/main" val="9992225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9750" y="304800"/>
            <a:ext cx="8299450" cy="768350"/>
          </a:xfrm>
        </p:spPr>
        <p:txBody>
          <a:bodyPr/>
          <a:lstStyle/>
          <a:p>
            <a:r>
              <a:rPr lang="en-US" sz="4000" dirty="0">
                <a:solidFill>
                  <a:schemeClr val="tx2"/>
                </a:solidFill>
              </a:rPr>
              <a:t>Identity Theft</a:t>
            </a:r>
          </a:p>
        </p:txBody>
      </p:sp>
      <p:graphicFrame>
        <p:nvGraphicFramePr>
          <p:cNvPr id="4" name="Content Placeholder 3">
            <a:extLst>
              <a:ext uri="{FF2B5EF4-FFF2-40B4-BE49-F238E27FC236}">
                <a16:creationId xmlns:a16="http://schemas.microsoft.com/office/drawing/2014/main" id="{A7ECFEB9-1A0D-4253-834C-4F79B0844E07}"/>
              </a:ext>
            </a:extLst>
          </p:cNvPr>
          <p:cNvGraphicFramePr>
            <a:graphicFrameLocks noGrp="1"/>
          </p:cNvGraphicFramePr>
          <p:nvPr>
            <p:ph idx="1"/>
            <p:extLst>
              <p:ext uri="{D42A27DB-BD31-4B8C-83A1-F6EECF244321}">
                <p14:modId xmlns:p14="http://schemas.microsoft.com/office/powerpoint/2010/main" val="261952418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76178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Phishing</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An attempt to trick a victim into giving up personal information</a:t>
            </a:r>
          </a:p>
          <a:p>
            <a:pPr marL="690563" lvl="1" indent="-233363" eaLnBrk="0" hangingPunct="0">
              <a:spcBef>
                <a:spcPct val="20000"/>
              </a:spcBef>
              <a:buClr>
                <a:srgbClr val="ED6E2E"/>
              </a:buClr>
              <a:buFont typeface="Wingdings" pitchFamily="2" charset="2"/>
              <a:buChar char="§"/>
            </a:pPr>
            <a:r>
              <a:rPr lang="en-US" sz="3000" dirty="0"/>
              <a:t>Usually done by emailing the victim and claiming to be from some organization a victim would trust</a:t>
            </a:r>
          </a:p>
          <a:p>
            <a:pPr marL="690563" lvl="1" indent="-233363" eaLnBrk="0" hangingPunct="0">
              <a:spcBef>
                <a:spcPct val="20000"/>
              </a:spcBef>
              <a:buClr>
                <a:srgbClr val="ED6E2E"/>
              </a:buClr>
              <a:buFont typeface="Wingdings" pitchFamily="2" charset="2"/>
              <a:buChar char="§"/>
            </a:pPr>
            <a:r>
              <a:rPr lang="en-US" sz="3000" dirty="0"/>
              <a:t>Is generally a process of reaching out to as many people as possible, hoping enough people respond</a:t>
            </a:r>
          </a:p>
          <a:p>
            <a:pPr marL="233363" indent="-233363" eaLnBrk="0" hangingPunct="0">
              <a:spcBef>
                <a:spcPct val="20000"/>
              </a:spcBef>
              <a:buClr>
                <a:srgbClr val="ED6E2E"/>
              </a:buClr>
              <a:buFont typeface="Wingdings" pitchFamily="2" charset="2"/>
              <a:buChar char="§"/>
            </a:pPr>
            <a:r>
              <a:rPr lang="en-US" sz="3200" dirty="0"/>
              <a:t>More targeted attacks: spear phishing and whaling</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Spyware</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Any software that can monitor activity on a computer</a:t>
            </a:r>
          </a:p>
          <a:p>
            <a:pPr marL="233363" indent="-233363" eaLnBrk="0" hangingPunct="0">
              <a:spcBef>
                <a:spcPct val="20000"/>
              </a:spcBef>
              <a:buClr>
                <a:srgbClr val="ED6E2E"/>
              </a:buClr>
              <a:buFont typeface="Wingdings" pitchFamily="2" charset="2"/>
              <a:buChar char="§"/>
            </a:pPr>
            <a:r>
              <a:rPr lang="en-US" sz="3200" dirty="0"/>
              <a:t>May involve taking screenshots or perhaps logging keystrokes</a:t>
            </a:r>
          </a:p>
          <a:p>
            <a:pPr marL="233363" indent="-233363" eaLnBrk="0" hangingPunct="0">
              <a:spcBef>
                <a:spcPct val="20000"/>
              </a:spcBef>
              <a:buClr>
                <a:srgbClr val="ED6E2E"/>
              </a:buClr>
              <a:buFont typeface="Wingdings" pitchFamily="2" charset="2"/>
              <a:buChar char="§"/>
            </a:pPr>
            <a:r>
              <a:rPr lang="en-US" sz="3200" dirty="0"/>
              <a:t>Can have legal or illegal applications</a:t>
            </a:r>
            <a:endParaRPr lang="en-US" sz="2800" dirty="0"/>
          </a:p>
        </p:txBody>
      </p:sp>
    </p:spTree>
    <p:extLst>
      <p:ext uri="{BB962C8B-B14F-4D97-AF65-F5344CB8AC3E}">
        <p14:creationId xmlns:p14="http://schemas.microsoft.com/office/powerpoint/2010/main" val="408025624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Spyware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808" y="1181668"/>
            <a:ext cx="7435684" cy="4747075"/>
          </a:xfrm>
          <a:prstGeom prst="rect">
            <a:avLst/>
          </a:prstGeom>
        </p:spPr>
      </p:pic>
      <p:sp>
        <p:nvSpPr>
          <p:cNvPr id="3" name="TextBox 2"/>
          <p:cNvSpPr txBox="1"/>
          <p:nvPr/>
        </p:nvSpPr>
        <p:spPr>
          <a:xfrm rot="5400000">
            <a:off x="7384979" y="4918813"/>
            <a:ext cx="2047164" cy="230832"/>
          </a:xfrm>
          <a:prstGeom prst="rect">
            <a:avLst/>
          </a:prstGeom>
          <a:noFill/>
        </p:spPr>
        <p:txBody>
          <a:bodyPr wrap="square" rtlCol="0">
            <a:spAutoFit/>
          </a:bodyPr>
          <a:lstStyle/>
          <a:p>
            <a:r>
              <a:rPr lang="en-US" sz="900" dirty="0">
                <a:solidFill>
                  <a:schemeClr val="bg1">
                    <a:lumMod val="65000"/>
                  </a:schemeClr>
                </a:solidFill>
              </a:rPr>
              <a:t>Used with permission from Microsoft</a:t>
            </a:r>
          </a:p>
        </p:txBody>
      </p:sp>
    </p:spTree>
    <p:extLst>
      <p:ext uri="{BB962C8B-B14F-4D97-AF65-F5344CB8AC3E}">
        <p14:creationId xmlns:p14="http://schemas.microsoft.com/office/powerpoint/2010/main" val="39545389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Discarded Information</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Is another method that allows a hacker to gather information about a person’s identity</a:t>
            </a:r>
          </a:p>
          <a:p>
            <a:pPr marL="233363" indent="-233363" eaLnBrk="0" hangingPunct="0">
              <a:spcBef>
                <a:spcPct val="20000"/>
              </a:spcBef>
              <a:buClr>
                <a:srgbClr val="ED6E2E"/>
              </a:buClr>
              <a:buFont typeface="Wingdings" pitchFamily="2" charset="2"/>
              <a:buChar char="§"/>
            </a:pPr>
            <a:r>
              <a:rPr lang="en-US" sz="3200" dirty="0"/>
              <a:t>Often referred to as dumpster diving</a:t>
            </a:r>
          </a:p>
          <a:p>
            <a:pPr marL="233363" indent="-233363" eaLnBrk="0" hangingPunct="0">
              <a:spcBef>
                <a:spcPct val="20000"/>
              </a:spcBef>
              <a:buClr>
                <a:srgbClr val="ED6E2E"/>
              </a:buClr>
              <a:buFont typeface="Wingdings" pitchFamily="2" charset="2"/>
              <a:buChar char="§"/>
            </a:pPr>
            <a:r>
              <a:rPr lang="en-US" sz="3200" dirty="0"/>
              <a:t>Shred documents before throwing them out to avoid identity thief</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407544090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How Identity Theft Affects Forensics</a:t>
            </a:r>
          </a:p>
        </p:txBody>
      </p:sp>
      <p:sp>
        <p:nvSpPr>
          <p:cNvPr id="52227" name="Content Placeholder 4"/>
          <p:cNvSpPr>
            <a:spLocks/>
          </p:cNvSpPr>
          <p:nvPr/>
        </p:nvSpPr>
        <p:spPr bwMode="auto">
          <a:xfrm>
            <a:off x="539750" y="1714500"/>
            <a:ext cx="8299450" cy="4003674"/>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Look for spyware on the victim’s machine</a:t>
            </a:r>
          </a:p>
          <a:p>
            <a:pPr marL="233363" indent="-233363" eaLnBrk="0" hangingPunct="0">
              <a:spcBef>
                <a:spcPct val="20000"/>
              </a:spcBef>
              <a:buClr>
                <a:srgbClr val="ED6E2E"/>
              </a:buClr>
              <a:buFont typeface="Wingdings" pitchFamily="2" charset="2"/>
              <a:buChar char="§"/>
            </a:pPr>
            <a:r>
              <a:rPr lang="en-US" sz="3200" dirty="0"/>
              <a:t>If spyware exists, search for where the spyware is sending its data</a:t>
            </a:r>
          </a:p>
          <a:p>
            <a:pPr marL="690563" lvl="1" indent="-233363" eaLnBrk="0" hangingPunct="0">
              <a:spcBef>
                <a:spcPct val="20000"/>
              </a:spcBef>
              <a:buClr>
                <a:srgbClr val="ED6E2E"/>
              </a:buClr>
              <a:buFont typeface="Wingdings" pitchFamily="2" charset="2"/>
              <a:buChar char="§"/>
            </a:pPr>
            <a:r>
              <a:rPr lang="en-US" sz="3200" dirty="0"/>
              <a:t>Periodic email with an attachment</a:t>
            </a:r>
          </a:p>
          <a:p>
            <a:pPr marL="690563" lvl="1" indent="-233363" eaLnBrk="0" hangingPunct="0">
              <a:spcBef>
                <a:spcPct val="20000"/>
              </a:spcBef>
              <a:buClr>
                <a:srgbClr val="ED6E2E"/>
              </a:buClr>
              <a:buFont typeface="Wingdings" pitchFamily="2" charset="2"/>
              <a:buChar char="§"/>
            </a:pPr>
            <a:r>
              <a:rPr lang="en-US" sz="3200" dirty="0"/>
              <a:t>A stream of packets to a server the criminal has access to</a:t>
            </a:r>
          </a:p>
          <a:p>
            <a:pPr marL="233363" indent="-233363" eaLnBrk="0" hangingPunct="0">
              <a:spcBef>
                <a:spcPct val="20000"/>
              </a:spcBef>
              <a:buClr>
                <a:srgbClr val="ED6E2E"/>
              </a:buClr>
              <a:buFont typeface="Wingdings" pitchFamily="2" charset="2"/>
              <a:buChar char="§"/>
            </a:pPr>
            <a:r>
              <a:rPr lang="en-US" sz="3200" dirty="0"/>
              <a:t>If phishing, check email history on the victim’s computer as well as the web history</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93732516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1331232"/>
          </a:xfrm>
        </p:spPr>
        <p:txBody>
          <a:bodyPr/>
          <a:lstStyle/>
          <a:p>
            <a:r>
              <a:rPr lang="en-US" sz="4000" dirty="0">
                <a:ea typeface="MS PGothic" pitchFamily="34" charset="-128"/>
              </a:rPr>
              <a:t>Hacking</a:t>
            </a:r>
          </a:p>
        </p:txBody>
      </p:sp>
      <p:sp>
        <p:nvSpPr>
          <p:cNvPr id="52227" name="Content Placeholder 4"/>
          <p:cNvSpPr>
            <a:spLocks/>
          </p:cNvSpPr>
          <p:nvPr/>
        </p:nvSpPr>
        <p:spPr bwMode="auto">
          <a:xfrm>
            <a:off x="539750" y="1632857"/>
            <a:ext cx="8299450" cy="4085317"/>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A generic term that means breaking into a system</a:t>
            </a:r>
          </a:p>
          <a:p>
            <a:pPr marL="233363" indent="-233363" eaLnBrk="0" hangingPunct="0">
              <a:spcBef>
                <a:spcPct val="20000"/>
              </a:spcBef>
              <a:buClr>
                <a:srgbClr val="ED6E2E"/>
              </a:buClr>
              <a:buFont typeface="Wingdings" pitchFamily="2" charset="2"/>
              <a:buChar char="§"/>
            </a:pPr>
            <a:r>
              <a:rPr lang="en-US" sz="3200" dirty="0"/>
              <a:t>Is often performed remotely </a:t>
            </a:r>
          </a:p>
          <a:p>
            <a:pPr marL="233363" indent="-233363" eaLnBrk="0" hangingPunct="0">
              <a:spcBef>
                <a:spcPct val="20000"/>
              </a:spcBef>
              <a:buClr>
                <a:srgbClr val="ED6E2E"/>
              </a:buClr>
              <a:buFont typeface="Wingdings" pitchFamily="2" charset="2"/>
              <a:buChar char="§"/>
            </a:pPr>
            <a:endParaRPr lang="en-US" sz="2800" dirty="0"/>
          </a:p>
        </p:txBody>
      </p:sp>
    </p:spTree>
    <p:extLst>
      <p:ext uri="{BB962C8B-B14F-4D97-AF65-F5344CB8AC3E}">
        <p14:creationId xmlns:p14="http://schemas.microsoft.com/office/powerpoint/2010/main" val="56459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Hacking via SQL Injection</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Typical SQL statement</a:t>
            </a:r>
          </a:p>
          <a:p>
            <a:pPr marL="690563" lvl="1" indent="-233363" eaLnBrk="0" hangingPunct="0">
              <a:spcBef>
                <a:spcPct val="20000"/>
              </a:spcBef>
              <a:buClr>
                <a:srgbClr val="ED6E2E"/>
              </a:buClr>
              <a:buFont typeface="Wingdings" pitchFamily="2" charset="2"/>
              <a:buChar char="§"/>
            </a:pPr>
            <a:r>
              <a:rPr lang="en-US" sz="2400" dirty="0">
                <a:latin typeface="Courier New" pitchFamily="49" charset="0"/>
                <a:cs typeface="Courier New" pitchFamily="49" charset="0"/>
              </a:rPr>
              <a:t>SELECT * FROM tblUsers WHERE USERNAME = </a:t>
            </a:r>
            <a:r>
              <a:rPr lang="en-US" sz="2400" dirty="0"/>
              <a:t>'"</a:t>
            </a:r>
            <a:r>
              <a:rPr lang="en-US" sz="2400" dirty="0">
                <a:latin typeface="Courier New" pitchFamily="49" charset="0"/>
                <a:cs typeface="Courier New" pitchFamily="49" charset="0"/>
              </a:rPr>
              <a:t> + txtUsername.Text +</a:t>
            </a:r>
            <a:r>
              <a:rPr lang="en-US" sz="2400" dirty="0"/>
              <a:t>'</a:t>
            </a:r>
            <a:r>
              <a:rPr lang="en-US" sz="2400" dirty="0">
                <a:latin typeface="Courier New" pitchFamily="49" charset="0"/>
                <a:cs typeface="Courier New" pitchFamily="49" charset="0"/>
              </a:rPr>
              <a:t> AND PASSWORD = </a:t>
            </a:r>
            <a:r>
              <a:rPr lang="en-US" sz="2400" dirty="0"/>
              <a:t>'"</a:t>
            </a:r>
            <a:r>
              <a:rPr lang="en-US" sz="2400" dirty="0">
                <a:latin typeface="Courier New" pitchFamily="49" charset="0"/>
                <a:cs typeface="Courier New" pitchFamily="49" charset="0"/>
              </a:rPr>
              <a:t> + txtPassword.Text +</a:t>
            </a:r>
            <a:r>
              <a:rPr lang="en-US" sz="2400" dirty="0"/>
              <a:t>" '</a:t>
            </a:r>
            <a:endParaRPr lang="en-US" sz="2400" dirty="0">
              <a:latin typeface="Courier New" pitchFamily="49" charset="0"/>
              <a:cs typeface="Courier New" pitchFamily="49" charset="0"/>
            </a:endParaRPr>
          </a:p>
          <a:p>
            <a:pPr marL="233363" indent="-233363" eaLnBrk="0" hangingPunct="0">
              <a:spcBef>
                <a:spcPct val="20000"/>
              </a:spcBef>
              <a:buClr>
                <a:srgbClr val="ED6E2E"/>
              </a:buClr>
              <a:buFont typeface="Wingdings" pitchFamily="2" charset="2"/>
              <a:buChar char="§"/>
            </a:pPr>
            <a:r>
              <a:rPr lang="en-US" sz="3200" dirty="0"/>
              <a:t>Specific username and password:</a:t>
            </a:r>
          </a:p>
          <a:p>
            <a:pPr marL="690563" lvl="1" indent="-233363" eaLnBrk="0" hangingPunct="0">
              <a:spcBef>
                <a:spcPct val="20000"/>
              </a:spcBef>
              <a:buClr>
                <a:srgbClr val="ED6E2E"/>
              </a:buClr>
              <a:buFont typeface="Wingdings" pitchFamily="2" charset="2"/>
              <a:buChar char="§"/>
            </a:pPr>
            <a:r>
              <a:rPr lang="en-US" sz="2400" dirty="0">
                <a:latin typeface="Courier New" pitchFamily="49" charset="0"/>
                <a:cs typeface="Courier New" pitchFamily="49" charset="0"/>
              </a:rPr>
              <a:t>SELECT * FROM tblUsers WHERE USERNAME = </a:t>
            </a:r>
            <a:r>
              <a:rPr lang="en-US" sz="2400" dirty="0"/>
              <a:t>'</a:t>
            </a:r>
            <a:r>
              <a:rPr lang="en-US" sz="2400" dirty="0">
                <a:latin typeface="Courier New" pitchFamily="49" charset="0"/>
                <a:cs typeface="Courier New" pitchFamily="49" charset="0"/>
              </a:rPr>
              <a:t>thisuser</a:t>
            </a:r>
            <a:r>
              <a:rPr lang="en-US" sz="2400" dirty="0"/>
              <a:t>'</a:t>
            </a:r>
            <a:r>
              <a:rPr lang="en-US" sz="2400" dirty="0">
                <a:latin typeface="Courier New" pitchFamily="49" charset="0"/>
                <a:cs typeface="Courier New" pitchFamily="49" charset="0"/>
              </a:rPr>
              <a:t> AND PASSWORD = </a:t>
            </a:r>
            <a:r>
              <a:rPr lang="en-US" sz="2400" dirty="0"/>
              <a:t>'</a:t>
            </a:r>
            <a:r>
              <a:rPr lang="en-US" sz="2400" dirty="0">
                <a:latin typeface="Courier New" pitchFamily="49" charset="0"/>
                <a:cs typeface="Courier New" pitchFamily="49" charset="0"/>
              </a:rPr>
              <a:t>letmein</a:t>
            </a:r>
            <a:r>
              <a:rPr lang="en-US" sz="2400" dirty="0"/>
              <a:t>'</a:t>
            </a:r>
            <a:endParaRPr lang="en-US" sz="2400" dirty="0">
              <a:latin typeface="Courier New" pitchFamily="49" charset="0"/>
              <a:cs typeface="Courier New" pitchFamily="49" charset="0"/>
            </a:endParaRPr>
          </a:p>
          <a:p>
            <a:pPr marL="233363" indent="-233363" eaLnBrk="0" hangingPunct="0">
              <a:spcBef>
                <a:spcPct val="20000"/>
              </a:spcBef>
              <a:buClr>
                <a:srgbClr val="ED6E2E"/>
              </a:buClr>
              <a:buFont typeface="Wingdings" pitchFamily="2" charset="2"/>
              <a:buChar char="§"/>
            </a:pPr>
            <a:r>
              <a:rPr lang="en-US" sz="3200" dirty="0"/>
              <a:t>SQL injection example:</a:t>
            </a:r>
          </a:p>
          <a:p>
            <a:pPr marL="690563" lvl="1" indent="-233363" eaLnBrk="0" hangingPunct="0">
              <a:spcBef>
                <a:spcPct val="20000"/>
              </a:spcBef>
              <a:buClr>
                <a:srgbClr val="ED6E2E"/>
              </a:buClr>
              <a:buFont typeface="Wingdings" pitchFamily="2" charset="2"/>
              <a:buChar char="§"/>
            </a:pPr>
            <a:r>
              <a:rPr lang="en-US" sz="2400" dirty="0">
                <a:latin typeface="Courier New" pitchFamily="49" charset="0"/>
                <a:cs typeface="Courier New" pitchFamily="49" charset="0"/>
              </a:rPr>
              <a:t>SELECT * FROM tblUsers WHERE USERNAME = </a:t>
            </a:r>
            <a:r>
              <a:rPr lang="en-US" sz="2400" dirty="0"/>
              <a:t>''</a:t>
            </a:r>
            <a:r>
              <a:rPr lang="en-US" sz="2400" dirty="0">
                <a:latin typeface="Courier New" pitchFamily="49" charset="0"/>
                <a:cs typeface="Courier New" pitchFamily="49" charset="0"/>
              </a:rPr>
              <a:t> or </a:t>
            </a:r>
            <a:r>
              <a:rPr lang="en-US" sz="2400" dirty="0"/>
              <a:t>'</a:t>
            </a:r>
            <a:r>
              <a:rPr lang="en-US" sz="2400" dirty="0">
                <a:latin typeface="Courier New" pitchFamily="49" charset="0"/>
                <a:cs typeface="Courier New" pitchFamily="49" charset="0"/>
              </a:rPr>
              <a:t>1</a:t>
            </a:r>
            <a:r>
              <a:rPr lang="en-US" sz="2400" dirty="0"/>
              <a:t>'</a:t>
            </a:r>
            <a:r>
              <a:rPr lang="en-US" sz="2400" dirty="0">
                <a:latin typeface="Courier New" pitchFamily="49" charset="0"/>
                <a:cs typeface="Courier New" pitchFamily="49" charset="0"/>
              </a:rPr>
              <a:t> = </a:t>
            </a:r>
            <a:r>
              <a:rPr lang="en-US" sz="2400" dirty="0"/>
              <a:t>'</a:t>
            </a:r>
            <a:r>
              <a:rPr lang="en-US" sz="2400" dirty="0">
                <a:latin typeface="Courier New" pitchFamily="49" charset="0"/>
                <a:cs typeface="Courier New" pitchFamily="49" charset="0"/>
              </a:rPr>
              <a:t>1</a:t>
            </a:r>
            <a:r>
              <a:rPr lang="en-US" sz="2400" dirty="0"/>
              <a:t>'</a:t>
            </a:r>
            <a:r>
              <a:rPr lang="en-US" sz="2400" dirty="0">
                <a:latin typeface="Courier New" pitchFamily="49" charset="0"/>
                <a:cs typeface="Courier New" pitchFamily="49" charset="0"/>
              </a:rPr>
              <a:t> AND PASSWORD = </a:t>
            </a:r>
            <a:r>
              <a:rPr lang="en-US" sz="2400" dirty="0"/>
              <a:t>''</a:t>
            </a:r>
            <a:r>
              <a:rPr lang="en-US" sz="2400" dirty="0">
                <a:latin typeface="Courier New" pitchFamily="49" charset="0"/>
                <a:cs typeface="Courier New" pitchFamily="49" charset="0"/>
              </a:rPr>
              <a:t> or </a:t>
            </a:r>
            <a:r>
              <a:rPr lang="en-US" sz="2400" dirty="0"/>
              <a:t>'</a:t>
            </a:r>
            <a:r>
              <a:rPr lang="en-US" sz="2400" dirty="0">
                <a:latin typeface="Courier New" pitchFamily="49" charset="0"/>
                <a:cs typeface="Courier New" pitchFamily="49" charset="0"/>
              </a:rPr>
              <a:t>1</a:t>
            </a:r>
            <a:r>
              <a:rPr lang="en-US" sz="2400" dirty="0"/>
              <a:t>'</a:t>
            </a:r>
            <a:r>
              <a:rPr lang="en-US" sz="2400" dirty="0">
                <a:latin typeface="Courier New" pitchFamily="49" charset="0"/>
                <a:cs typeface="Courier New" pitchFamily="49" charset="0"/>
              </a:rPr>
              <a:t> = </a:t>
            </a:r>
            <a:r>
              <a:rPr lang="en-US" sz="2400" dirty="0"/>
              <a:t>'</a:t>
            </a:r>
            <a:r>
              <a:rPr lang="en-US" sz="2400" dirty="0">
                <a:latin typeface="Courier New" pitchFamily="49" charset="0"/>
                <a:cs typeface="Courier New" pitchFamily="49" charset="0"/>
              </a:rPr>
              <a:t>1</a:t>
            </a:r>
            <a:r>
              <a:rPr lang="en-US" sz="2400" dirty="0"/>
              <a:t>'</a:t>
            </a:r>
            <a:endParaRPr lang="en-US" sz="2400" dirty="0">
              <a:latin typeface="Courier New" pitchFamily="49" charset="0"/>
              <a:cs typeface="Courier New" pitchFamily="49" charset="0"/>
            </a:endParaRPr>
          </a:p>
        </p:txBody>
      </p:sp>
    </p:spTree>
    <p:extLst>
      <p:ext uri="{BB962C8B-B14F-4D97-AF65-F5344CB8AC3E}">
        <p14:creationId xmlns:p14="http://schemas.microsoft.com/office/powerpoint/2010/main" val="220055895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Hacking via </a:t>
            </a:r>
            <a:r>
              <a:rPr lang="en-US" sz="4000" dirty="0"/>
              <a:t>Cross-Site Scripting</a:t>
            </a:r>
            <a:endParaRPr lang="en-US" sz="4000" dirty="0">
              <a:ea typeface="MS PGothic" pitchFamily="34" charset="-128"/>
            </a:endParaRP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Perpetrator seeks out someplace on target website that allows end users to post text that other users will see, such as product reviews</a:t>
            </a:r>
          </a:p>
          <a:p>
            <a:pPr marL="233363" indent="-233363" eaLnBrk="0" hangingPunct="0">
              <a:spcBef>
                <a:spcPct val="20000"/>
              </a:spcBef>
              <a:buClr>
                <a:srgbClr val="ED6E2E"/>
              </a:buClr>
              <a:buFont typeface="Wingdings" pitchFamily="2" charset="2"/>
              <a:buChar char="§"/>
            </a:pPr>
            <a:r>
              <a:rPr lang="en-US" sz="3200" dirty="0"/>
              <a:t>Instead of posting a review or other text, the attacker posts JavaScript</a:t>
            </a:r>
          </a:p>
          <a:p>
            <a:pPr marL="233363" indent="-233363" eaLnBrk="0" hangingPunct="0">
              <a:spcBef>
                <a:spcPct val="20000"/>
              </a:spcBef>
              <a:buClr>
                <a:srgbClr val="ED6E2E"/>
              </a:buClr>
              <a:buFont typeface="Wingdings" pitchFamily="2" charset="2"/>
              <a:buChar char="§"/>
            </a:pPr>
            <a:r>
              <a:rPr lang="en-US" sz="3200" dirty="0"/>
              <a:t>If website does not filter user input before displaying, other users navigate to this review and script executes</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17303376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Hacking via </a:t>
            </a:r>
            <a:r>
              <a:rPr lang="en-US" sz="4000" dirty="0"/>
              <a:t>Ophcrack</a:t>
            </a:r>
            <a:endParaRPr lang="en-US" sz="4000" dirty="0">
              <a:ea typeface="MS PGothic" pitchFamily="34" charset="-128"/>
            </a:endParaRP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When Windows boots up, system locks the SAM file so it cannot be copied or edited</a:t>
            </a:r>
          </a:p>
          <a:p>
            <a:pPr marL="233363" indent="-233363" eaLnBrk="0" hangingPunct="0">
              <a:spcBef>
                <a:spcPct val="20000"/>
              </a:spcBef>
              <a:buClr>
                <a:srgbClr val="ED6E2E"/>
              </a:buClr>
              <a:buFont typeface="Wingdings" pitchFamily="2" charset="2"/>
              <a:buChar char="§"/>
            </a:pPr>
            <a:r>
              <a:rPr lang="en-US" sz="3200" dirty="0"/>
              <a:t>A hacker can use Ophcrack to:</a:t>
            </a:r>
          </a:p>
          <a:p>
            <a:pPr marL="690563" lvl="1" indent="-233363" eaLnBrk="0" hangingPunct="0">
              <a:spcBef>
                <a:spcPct val="20000"/>
              </a:spcBef>
              <a:buClr>
                <a:srgbClr val="ED6E2E"/>
              </a:buClr>
              <a:buFont typeface="Wingdings" pitchFamily="2" charset="2"/>
              <a:buChar char="§"/>
            </a:pPr>
            <a:r>
              <a:rPr lang="en-US" sz="3200" dirty="0"/>
              <a:t>Boot to a Linux Live CD</a:t>
            </a:r>
          </a:p>
          <a:p>
            <a:pPr marL="690563" lvl="1" indent="-233363" eaLnBrk="0" hangingPunct="0">
              <a:spcBef>
                <a:spcPct val="20000"/>
              </a:spcBef>
              <a:buClr>
                <a:srgbClr val="ED6E2E"/>
              </a:buClr>
              <a:buFont typeface="Wingdings" pitchFamily="2" charset="2"/>
              <a:buChar char="§"/>
            </a:pPr>
            <a:r>
              <a:rPr lang="en-US" sz="3200" dirty="0"/>
              <a:t>Compares rainbow table against SAM file, searching for matching passwords</a:t>
            </a:r>
          </a:p>
          <a:p>
            <a:pPr marL="233363" indent="-233363" eaLnBrk="0" hangingPunct="0">
              <a:spcBef>
                <a:spcPct val="20000"/>
              </a:spcBef>
              <a:buClr>
                <a:srgbClr val="ED6E2E"/>
              </a:buClr>
              <a:buFont typeface="Wingdings" pitchFamily="2" charset="2"/>
              <a:buChar char="§"/>
            </a:pPr>
            <a:r>
              <a:rPr lang="en-US" sz="3200" dirty="0"/>
              <a:t>Ophcrack displays all passwords it finds</a:t>
            </a:r>
          </a:p>
        </p:txBody>
      </p:sp>
    </p:spTree>
    <p:extLst>
      <p:ext uri="{BB962C8B-B14F-4D97-AF65-F5344CB8AC3E}">
        <p14:creationId xmlns:p14="http://schemas.microsoft.com/office/powerpoint/2010/main" val="416280391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Hacking via </a:t>
            </a:r>
            <a:r>
              <a:rPr lang="en-US" sz="4000"/>
              <a:t>OphCrack</a:t>
            </a:r>
            <a:endParaRPr lang="en-US" sz="4000" dirty="0">
              <a:ea typeface="MS PGothic" pitchFamily="34" charset="-128"/>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834" y="1207456"/>
            <a:ext cx="6537278" cy="4801342"/>
          </a:xfrm>
          <a:prstGeom prst="rect">
            <a:avLst/>
          </a:prstGeom>
        </p:spPr>
      </p:pic>
      <p:sp>
        <p:nvSpPr>
          <p:cNvPr id="3" name="TextBox 2"/>
          <p:cNvSpPr txBox="1"/>
          <p:nvPr/>
        </p:nvSpPr>
        <p:spPr>
          <a:xfrm rot="5400000">
            <a:off x="7150543" y="5254685"/>
            <a:ext cx="1651970" cy="230832"/>
          </a:xfrm>
          <a:prstGeom prst="rect">
            <a:avLst/>
          </a:prstGeom>
          <a:noFill/>
        </p:spPr>
        <p:txBody>
          <a:bodyPr wrap="square" rtlCol="0">
            <a:spAutoFit/>
          </a:bodyPr>
          <a:lstStyle/>
          <a:p>
            <a:r>
              <a:rPr lang="en-US" sz="900" dirty="0">
                <a:solidFill>
                  <a:schemeClr val="bg1">
                    <a:lumMod val="65000"/>
                  </a:schemeClr>
                </a:solidFill>
              </a:rPr>
              <a:t>Courtesy of Objectif Sécurité</a:t>
            </a:r>
          </a:p>
        </p:txBody>
      </p:sp>
    </p:spTree>
    <p:extLst>
      <p:ext uri="{BB962C8B-B14F-4D97-AF65-F5344CB8AC3E}">
        <p14:creationId xmlns:p14="http://schemas.microsoft.com/office/powerpoint/2010/main" val="74465436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Cyberstalking and Harassment</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endParaRPr lang="en-US" sz="2800" dirty="0"/>
          </a:p>
        </p:txBody>
      </p:sp>
      <p:sp>
        <p:nvSpPr>
          <p:cNvPr id="4" name="Content Placeholder 4"/>
          <p:cNvSpPr>
            <a:spLocks/>
          </p:cNvSpPr>
          <p:nvPr/>
        </p:nvSpPr>
        <p:spPr bwMode="auto">
          <a:xfrm>
            <a:off x="692150" y="14446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Using electronic communications to harass or threaten another person</a:t>
            </a:r>
          </a:p>
          <a:p>
            <a:pPr marL="233363" indent="-233363" eaLnBrk="0" hangingPunct="0">
              <a:spcBef>
                <a:spcPct val="20000"/>
              </a:spcBef>
              <a:buClr>
                <a:srgbClr val="ED6E2E"/>
              </a:buClr>
              <a:buFont typeface="Wingdings" pitchFamily="2" charset="2"/>
              <a:buChar char="§"/>
            </a:pPr>
            <a:r>
              <a:rPr lang="en-US" sz="3200" dirty="0"/>
              <a:t>Criteria for law enforcement officers:</a:t>
            </a:r>
          </a:p>
          <a:p>
            <a:pPr marL="690563" lvl="1" indent="-233363" eaLnBrk="0" hangingPunct="0">
              <a:spcBef>
                <a:spcPct val="20000"/>
              </a:spcBef>
              <a:buClr>
                <a:srgbClr val="ED6E2E"/>
              </a:buClr>
              <a:buFont typeface="Wingdings" pitchFamily="2" charset="2"/>
              <a:buChar char="§"/>
            </a:pPr>
            <a:r>
              <a:rPr lang="en-US" sz="3200" dirty="0"/>
              <a:t>Is it possible? Is the threat credible?</a:t>
            </a:r>
          </a:p>
          <a:p>
            <a:pPr marL="690563" lvl="1" indent="-233363" eaLnBrk="0" hangingPunct="0">
              <a:spcBef>
                <a:spcPct val="20000"/>
              </a:spcBef>
              <a:buClr>
                <a:srgbClr val="ED6E2E"/>
              </a:buClr>
              <a:buFont typeface="Wingdings" pitchFamily="2" charset="2"/>
              <a:buChar char="§"/>
            </a:pPr>
            <a:r>
              <a:rPr lang="en-US" sz="3200" dirty="0"/>
              <a:t>How frequent?</a:t>
            </a:r>
          </a:p>
          <a:p>
            <a:pPr marL="690563" lvl="1" indent="-233363" eaLnBrk="0" hangingPunct="0">
              <a:spcBef>
                <a:spcPct val="20000"/>
              </a:spcBef>
              <a:buClr>
                <a:srgbClr val="ED6E2E"/>
              </a:buClr>
              <a:buFont typeface="Wingdings" pitchFamily="2" charset="2"/>
              <a:buChar char="§"/>
            </a:pPr>
            <a:r>
              <a:rPr lang="en-US" sz="3200" dirty="0"/>
              <a:t>How serious?</a:t>
            </a:r>
          </a:p>
        </p:txBody>
      </p:sp>
    </p:spTree>
    <p:extLst>
      <p:ext uri="{BB962C8B-B14F-4D97-AF65-F5344CB8AC3E}">
        <p14:creationId xmlns:p14="http://schemas.microsoft.com/office/powerpoint/2010/main" val="227465760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Fraud</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endParaRPr lang="en-US" sz="2800" dirty="0"/>
          </a:p>
        </p:txBody>
      </p:sp>
      <p:sp>
        <p:nvSpPr>
          <p:cNvPr id="4" name="Content Placeholder 4"/>
          <p:cNvSpPr>
            <a:spLocks/>
          </p:cNvSpPr>
          <p:nvPr/>
        </p:nvSpPr>
        <p:spPr bwMode="auto">
          <a:xfrm>
            <a:off x="692150" y="14446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Any attempt to gain </a:t>
            </a:r>
            <a:br>
              <a:rPr lang="en-US" sz="3200" dirty="0"/>
            </a:br>
            <a:r>
              <a:rPr lang="en-US" sz="3200" dirty="0"/>
              <a:t>financial reward </a:t>
            </a:r>
            <a:br>
              <a:rPr lang="en-US" sz="3200" dirty="0"/>
            </a:br>
            <a:r>
              <a:rPr lang="en-US" sz="3200" dirty="0"/>
              <a:t>through deception</a:t>
            </a:r>
          </a:p>
        </p:txBody>
      </p:sp>
      <p:graphicFrame>
        <p:nvGraphicFramePr>
          <p:cNvPr id="3" name="Diagram 2"/>
          <p:cNvGraphicFramePr/>
          <p:nvPr>
            <p:extLst>
              <p:ext uri="{D42A27DB-BD31-4B8C-83A1-F6EECF244321}">
                <p14:modId xmlns:p14="http://schemas.microsoft.com/office/powerpoint/2010/main" val="3367419020"/>
              </p:ext>
            </p:extLst>
          </p:nvPr>
        </p:nvGraphicFramePr>
        <p:xfrm>
          <a:off x="3535680" y="1470025"/>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51798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Non-Access Computer Crimes</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2800" dirty="0"/>
              <a:t>Crimes that do not involve an attempt to actually access the target</a:t>
            </a:r>
          </a:p>
          <a:p>
            <a:pPr marL="233363" indent="-233363" eaLnBrk="0" hangingPunct="0">
              <a:spcBef>
                <a:spcPct val="20000"/>
              </a:spcBef>
              <a:buClr>
                <a:srgbClr val="ED6E2E"/>
              </a:buClr>
              <a:buFont typeface="Wingdings" pitchFamily="2" charset="2"/>
              <a:buChar char="§"/>
            </a:pPr>
            <a:r>
              <a:rPr lang="en-US" sz="2800" dirty="0"/>
              <a:t>Examples:</a:t>
            </a:r>
          </a:p>
          <a:p>
            <a:pPr marL="690563" lvl="1" indent="-233363" eaLnBrk="0" hangingPunct="0">
              <a:spcBef>
                <a:spcPct val="20000"/>
              </a:spcBef>
              <a:buClr>
                <a:srgbClr val="ED6E2E"/>
              </a:buClr>
              <a:buFont typeface="Wingdings" pitchFamily="2" charset="2"/>
              <a:buChar char="§"/>
            </a:pPr>
            <a:r>
              <a:rPr lang="en-US" sz="2800" dirty="0"/>
              <a:t>Denial of service (DoS) attacks</a:t>
            </a:r>
          </a:p>
          <a:p>
            <a:pPr marL="690563" lvl="1" indent="-233363" eaLnBrk="0" hangingPunct="0">
              <a:spcBef>
                <a:spcPct val="20000"/>
              </a:spcBef>
              <a:buClr>
                <a:srgbClr val="ED6E2E"/>
              </a:buClr>
              <a:buFont typeface="Wingdings" pitchFamily="2" charset="2"/>
              <a:buChar char="§"/>
            </a:pPr>
            <a:r>
              <a:rPr lang="en-US" sz="2800" dirty="0"/>
              <a:t>Viruses</a:t>
            </a:r>
          </a:p>
          <a:p>
            <a:pPr marL="690563" lvl="1" indent="-233363" eaLnBrk="0" hangingPunct="0">
              <a:spcBef>
                <a:spcPct val="20000"/>
              </a:spcBef>
              <a:buClr>
                <a:srgbClr val="ED6E2E"/>
              </a:buClr>
              <a:buFont typeface="Wingdings" pitchFamily="2" charset="2"/>
              <a:buChar char="§"/>
            </a:pPr>
            <a:r>
              <a:rPr lang="en-US" sz="2800" dirty="0"/>
              <a:t>Logic bombs</a:t>
            </a:r>
          </a:p>
        </p:txBody>
      </p:sp>
    </p:spTree>
    <p:extLst>
      <p:ext uri="{BB962C8B-B14F-4D97-AF65-F5344CB8AC3E}">
        <p14:creationId xmlns:p14="http://schemas.microsoft.com/office/powerpoint/2010/main" val="80177434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Denial of Service (DoS) Attacks</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Three-way handshake</a:t>
            </a:r>
          </a:p>
          <a:p>
            <a:pPr marL="690563" lvl="1" indent="-233363" eaLnBrk="0" hangingPunct="0">
              <a:spcBef>
                <a:spcPct val="20000"/>
              </a:spcBef>
              <a:buClr>
                <a:srgbClr val="ED6E2E"/>
              </a:buClr>
              <a:buFont typeface="Wingdings" pitchFamily="2" charset="2"/>
              <a:buChar char="§"/>
            </a:pPr>
            <a:r>
              <a:rPr lang="en-US" sz="2800" dirty="0"/>
              <a:t>Client machine sends TCP packet to server with synchronize (SYN) flag turned on</a:t>
            </a:r>
          </a:p>
          <a:p>
            <a:pPr marL="690563" lvl="1" indent="-233363" eaLnBrk="0" hangingPunct="0">
              <a:spcBef>
                <a:spcPct val="20000"/>
              </a:spcBef>
              <a:buClr>
                <a:srgbClr val="ED6E2E"/>
              </a:buClr>
              <a:buFont typeface="Wingdings" pitchFamily="2" charset="2"/>
              <a:buChar char="§"/>
            </a:pPr>
            <a:r>
              <a:rPr lang="en-US" sz="2800" dirty="0"/>
              <a:t>Server acknowledges the request to synchronize by sending back a TCP packet with two flags turned on: acknowledgment (ACK) flag and the SYN flag</a:t>
            </a:r>
          </a:p>
          <a:p>
            <a:pPr marL="690563" lvl="1" indent="-233363" eaLnBrk="0" hangingPunct="0">
              <a:spcBef>
                <a:spcPct val="20000"/>
              </a:spcBef>
              <a:buClr>
                <a:srgbClr val="ED6E2E"/>
              </a:buClr>
              <a:buFont typeface="Wingdings" pitchFamily="2" charset="2"/>
              <a:buChar char="§"/>
            </a:pPr>
            <a:r>
              <a:rPr lang="en-US" sz="2800" dirty="0"/>
              <a:t>Client responds with a single ACK flag and communications begin</a:t>
            </a:r>
          </a:p>
        </p:txBody>
      </p:sp>
    </p:spTree>
    <p:extLst>
      <p:ext uri="{BB962C8B-B14F-4D97-AF65-F5344CB8AC3E}">
        <p14:creationId xmlns:p14="http://schemas.microsoft.com/office/powerpoint/2010/main" val="257458213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Denial of Service (DoS) Attacks</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SYN flood</a:t>
            </a:r>
          </a:p>
          <a:p>
            <a:pPr marL="690563" lvl="1" indent="-233363" eaLnBrk="0" hangingPunct="0">
              <a:spcBef>
                <a:spcPct val="20000"/>
              </a:spcBef>
              <a:buClr>
                <a:srgbClr val="ED6E2E"/>
              </a:buClr>
              <a:buFont typeface="Wingdings" pitchFamily="2" charset="2"/>
              <a:buChar char="§"/>
            </a:pPr>
            <a:r>
              <a:rPr lang="en-US" sz="2800" dirty="0"/>
              <a:t>Attacker keeps sending SYN packets but never responds to the SYN/ACK it receives from the server</a:t>
            </a:r>
          </a:p>
          <a:p>
            <a:pPr marL="690563" lvl="1" indent="-233363" eaLnBrk="0" hangingPunct="0">
              <a:spcBef>
                <a:spcPct val="20000"/>
              </a:spcBef>
              <a:buClr>
                <a:srgbClr val="ED6E2E"/>
              </a:buClr>
              <a:buFont typeface="Wingdings" pitchFamily="2" charset="2"/>
              <a:buChar char="§"/>
            </a:pPr>
            <a:r>
              <a:rPr lang="en-US" sz="2800" dirty="0"/>
              <a:t>Eventually, server has so many open connections it can no longer respond to legitimate users</a:t>
            </a:r>
          </a:p>
        </p:txBody>
      </p:sp>
    </p:spTree>
    <p:extLst>
      <p:ext uri="{BB962C8B-B14F-4D97-AF65-F5344CB8AC3E}">
        <p14:creationId xmlns:p14="http://schemas.microsoft.com/office/powerpoint/2010/main" val="224397261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Low Orbit Ion Cannon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24" y="1428705"/>
            <a:ext cx="7746352" cy="4006463"/>
          </a:xfrm>
          <a:prstGeom prst="rect">
            <a:avLst/>
          </a:prstGeom>
        </p:spPr>
      </p:pic>
      <p:sp>
        <p:nvSpPr>
          <p:cNvPr id="3" name="TextBox 2"/>
          <p:cNvSpPr txBox="1"/>
          <p:nvPr/>
        </p:nvSpPr>
        <p:spPr>
          <a:xfrm rot="5400000">
            <a:off x="7551432" y="4546986"/>
            <a:ext cx="2030156" cy="230832"/>
          </a:xfrm>
          <a:prstGeom prst="rect">
            <a:avLst/>
          </a:prstGeom>
          <a:noFill/>
        </p:spPr>
        <p:txBody>
          <a:bodyPr wrap="square" rtlCol="0">
            <a:spAutoFit/>
          </a:bodyPr>
          <a:lstStyle/>
          <a:p>
            <a:r>
              <a:rPr lang="en-US" sz="900" dirty="0">
                <a:solidFill>
                  <a:schemeClr val="bg1">
                    <a:lumMod val="65000"/>
                  </a:schemeClr>
                </a:solidFill>
              </a:rPr>
              <a:t>Courtesy of Praetox Technologies</a:t>
            </a:r>
          </a:p>
        </p:txBody>
      </p:sp>
    </p:spTree>
    <p:extLst>
      <p:ext uri="{BB962C8B-B14F-4D97-AF65-F5344CB8AC3E}">
        <p14:creationId xmlns:p14="http://schemas.microsoft.com/office/powerpoint/2010/main" val="175977422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Viruses</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2800" dirty="0"/>
              <a:t>Any software that self-replicates, like a human or animal virus</a:t>
            </a:r>
          </a:p>
          <a:p>
            <a:pPr marL="233363" indent="-233363" eaLnBrk="0" hangingPunct="0">
              <a:spcBef>
                <a:spcPct val="20000"/>
              </a:spcBef>
              <a:buClr>
                <a:srgbClr val="ED6E2E"/>
              </a:buClr>
              <a:buFont typeface="Wingdings" pitchFamily="2" charset="2"/>
              <a:buChar char="§"/>
            </a:pPr>
            <a:r>
              <a:rPr lang="en-US" sz="2800" dirty="0"/>
              <a:t>Recent viruses:</a:t>
            </a:r>
          </a:p>
          <a:p>
            <a:pPr marL="690563" lvl="1" indent="-233363" eaLnBrk="0" hangingPunct="0">
              <a:spcBef>
                <a:spcPct val="20000"/>
              </a:spcBef>
              <a:buClr>
                <a:srgbClr val="ED6E2E"/>
              </a:buClr>
              <a:buFont typeface="Wingdings" pitchFamily="2" charset="2"/>
              <a:buChar char="§"/>
            </a:pPr>
            <a:r>
              <a:rPr lang="en-US" sz="2800" dirty="0"/>
              <a:t>FakeAV.86</a:t>
            </a:r>
          </a:p>
          <a:p>
            <a:pPr marL="690563" lvl="1" indent="-233363" eaLnBrk="0" hangingPunct="0">
              <a:spcBef>
                <a:spcPct val="20000"/>
              </a:spcBef>
              <a:buClr>
                <a:srgbClr val="ED6E2E"/>
              </a:buClr>
              <a:buFont typeface="Wingdings" pitchFamily="2" charset="2"/>
              <a:buChar char="§"/>
            </a:pPr>
            <a:r>
              <a:rPr lang="en-US" sz="2800" dirty="0"/>
              <a:t>Flame</a:t>
            </a:r>
          </a:p>
          <a:p>
            <a:pPr marL="690563" lvl="1" indent="-233363" eaLnBrk="0" hangingPunct="0">
              <a:spcBef>
                <a:spcPct val="20000"/>
              </a:spcBef>
              <a:buClr>
                <a:srgbClr val="ED6E2E"/>
              </a:buClr>
              <a:buFont typeface="Wingdings" pitchFamily="2" charset="2"/>
              <a:buChar char="§"/>
            </a:pPr>
            <a:r>
              <a:rPr lang="en-US" sz="2800" dirty="0"/>
              <a:t>Gameover ZeuS</a:t>
            </a:r>
          </a:p>
          <a:p>
            <a:pPr marL="690563" lvl="1" indent="-233363" eaLnBrk="0" hangingPunct="0">
              <a:spcBef>
                <a:spcPct val="20000"/>
              </a:spcBef>
              <a:buClr>
                <a:srgbClr val="ED6E2E"/>
              </a:buClr>
              <a:buFont typeface="Wingdings" pitchFamily="2" charset="2"/>
              <a:buChar char="§"/>
            </a:pPr>
            <a:r>
              <a:rPr lang="en-US" sz="2800" dirty="0"/>
              <a:t>Rombertik</a:t>
            </a:r>
          </a:p>
          <a:p>
            <a:pPr marL="690563" lvl="1" indent="-233363" eaLnBrk="0" hangingPunct="0">
              <a:spcBef>
                <a:spcPct val="20000"/>
              </a:spcBef>
              <a:buClr>
                <a:srgbClr val="ED6E2E"/>
              </a:buClr>
              <a:buFont typeface="Wingdings" pitchFamily="2" charset="2"/>
              <a:buChar char="§"/>
            </a:pPr>
            <a:r>
              <a:rPr lang="en-US" sz="2800" dirty="0"/>
              <a:t>Locky (ransomware)</a:t>
            </a:r>
          </a:p>
          <a:p>
            <a:pPr marL="233363" indent="-233363" eaLnBrk="0" hangingPunct="0">
              <a:spcBef>
                <a:spcPct val="20000"/>
              </a:spcBef>
              <a:buClr>
                <a:srgbClr val="ED6E2E"/>
              </a:buClr>
              <a:buFont typeface="Wingdings" pitchFamily="2" charset="2"/>
              <a:buChar char="§"/>
            </a:pPr>
            <a:endParaRPr lang="en-US" sz="2800" dirty="0"/>
          </a:p>
        </p:txBody>
      </p:sp>
    </p:spTree>
    <p:extLst>
      <p:ext uri="{BB962C8B-B14F-4D97-AF65-F5344CB8AC3E}">
        <p14:creationId xmlns:p14="http://schemas.microsoft.com/office/powerpoint/2010/main" val="382291314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Logic Bombs</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Malware designed to harm a system when some logical condition is reached</a:t>
            </a:r>
          </a:p>
          <a:p>
            <a:pPr marL="233363" indent="-233363" eaLnBrk="0" hangingPunct="0">
              <a:spcBef>
                <a:spcPct val="20000"/>
              </a:spcBef>
              <a:buClr>
                <a:srgbClr val="ED6E2E"/>
              </a:buClr>
              <a:buFont typeface="Wingdings" pitchFamily="2" charset="2"/>
              <a:buChar char="§"/>
            </a:pPr>
            <a:r>
              <a:rPr lang="en-US" sz="3200" dirty="0"/>
              <a:t>Often triggered based on a specific date and time</a:t>
            </a:r>
          </a:p>
          <a:p>
            <a:pPr marL="233363" indent="-233363" eaLnBrk="0" hangingPunct="0">
              <a:spcBef>
                <a:spcPct val="20000"/>
              </a:spcBef>
              <a:buClr>
                <a:srgbClr val="ED6E2E"/>
              </a:buClr>
              <a:buFont typeface="Wingdings" pitchFamily="2" charset="2"/>
              <a:buChar char="§"/>
            </a:pPr>
            <a:r>
              <a:rPr lang="en-US" sz="3200" dirty="0"/>
              <a:t>Possible to distribute a logic bomb via a Trojan horse</a:t>
            </a:r>
            <a:endParaRPr lang="en-US" sz="2800" dirty="0"/>
          </a:p>
        </p:txBody>
      </p:sp>
    </p:spTree>
    <p:extLst>
      <p:ext uri="{BB962C8B-B14F-4D97-AF65-F5344CB8AC3E}">
        <p14:creationId xmlns:p14="http://schemas.microsoft.com/office/powerpoint/2010/main" val="274236324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3"/>
          <p:cNvSpPr>
            <a:spLocks noGrp="1"/>
          </p:cNvSpPr>
          <p:nvPr>
            <p:ph type="title"/>
          </p:nvPr>
        </p:nvSpPr>
        <p:spPr>
          <a:xfrm>
            <a:off x="539750" y="301625"/>
            <a:ext cx="8299450" cy="990600"/>
          </a:xfrm>
        </p:spPr>
        <p:txBody>
          <a:bodyPr/>
          <a:lstStyle/>
          <a:p>
            <a:r>
              <a:rPr lang="en-US" sz="4000" dirty="0">
                <a:ea typeface="MS PGothic" pitchFamily="34" charset="-128"/>
              </a:rPr>
              <a:t>Cyberterrorism</a:t>
            </a:r>
          </a:p>
        </p:txBody>
      </p:sp>
      <p:sp>
        <p:nvSpPr>
          <p:cNvPr id="52227" name="Content Placeholder 4"/>
          <p:cNvSpPr>
            <a:spLocks/>
          </p:cNvSpPr>
          <p:nvPr/>
        </p:nvSpPr>
        <p:spPr bwMode="auto">
          <a:xfrm>
            <a:off x="539750" y="1292225"/>
            <a:ext cx="8299450" cy="4425949"/>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endParaRPr lang="en-US" sz="2800" dirty="0"/>
          </a:p>
        </p:txBody>
      </p:sp>
      <p:sp>
        <p:nvSpPr>
          <p:cNvPr id="4" name="Content Placeholder 4"/>
          <p:cNvSpPr>
            <a:spLocks/>
          </p:cNvSpPr>
          <p:nvPr/>
        </p:nvSpPr>
        <p:spPr bwMode="auto">
          <a:xfrm>
            <a:off x="539750" y="1719618"/>
            <a:ext cx="8299450" cy="3998556"/>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The unlawful use of the Internet to perform terrorist activities</a:t>
            </a:r>
          </a:p>
          <a:p>
            <a:pPr marL="233363" indent="-233363" eaLnBrk="0" hangingPunct="0">
              <a:spcBef>
                <a:spcPct val="20000"/>
              </a:spcBef>
              <a:buClr>
                <a:srgbClr val="ED6E2E"/>
              </a:buClr>
              <a:buFont typeface="Wingdings" pitchFamily="2" charset="2"/>
              <a:buChar char="§"/>
            </a:pPr>
            <a:r>
              <a:rPr lang="en-US" sz="3200" dirty="0"/>
              <a:t>Can include large-scale disruption of computer networks</a:t>
            </a:r>
          </a:p>
          <a:p>
            <a:pPr marL="233363" indent="-233363" eaLnBrk="0" hangingPunct="0">
              <a:spcBef>
                <a:spcPct val="20000"/>
              </a:spcBef>
              <a:buClr>
                <a:srgbClr val="ED6E2E"/>
              </a:buClr>
              <a:buFont typeface="Wingdings" pitchFamily="2" charset="2"/>
              <a:buChar char="§"/>
            </a:pPr>
            <a:r>
              <a:rPr lang="en-US" sz="3200" dirty="0"/>
              <a:t>China Eagle Union</a:t>
            </a:r>
          </a:p>
          <a:p>
            <a:pPr marL="690563" lvl="1" indent="-233363" eaLnBrk="0" hangingPunct="0">
              <a:spcBef>
                <a:spcPct val="20000"/>
              </a:spcBef>
              <a:buClr>
                <a:srgbClr val="ED6E2E"/>
              </a:buClr>
              <a:buFont typeface="Wingdings" pitchFamily="2" charset="2"/>
              <a:buChar char="§"/>
            </a:pPr>
            <a:r>
              <a:rPr lang="en-US" sz="3000" dirty="0"/>
              <a:t>Group that consists of several thousand Chinese hackers whose stated goal is to infiltrate Western computer systems</a:t>
            </a:r>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10491050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Summary</a:t>
            </a:r>
          </a:p>
        </p:txBody>
      </p:sp>
      <p:sp>
        <p:nvSpPr>
          <p:cNvPr id="6147" name="Content Placeholder 2"/>
          <p:cNvSpPr>
            <a:spLocks noGrp="1"/>
          </p:cNvSpPr>
          <p:nvPr>
            <p:ph idx="1"/>
          </p:nvPr>
        </p:nvSpPr>
        <p:spPr>
          <a:xfrm>
            <a:off x="539750" y="1295399"/>
            <a:ext cx="8299450" cy="4194175"/>
          </a:xfrm>
        </p:spPr>
        <p:txBody>
          <a:bodyPr/>
          <a:lstStyle/>
          <a:p>
            <a:r>
              <a:rPr lang="en-US" sz="3200" dirty="0"/>
              <a:t>Common computer crimes</a:t>
            </a:r>
          </a:p>
          <a:p>
            <a:pPr lvl="0"/>
            <a:r>
              <a:rPr lang="en-US" sz="3200" dirty="0"/>
              <a:t>Forensic approaches to different crimes</a:t>
            </a:r>
          </a:p>
          <a:p>
            <a:pPr lvl="0"/>
            <a:r>
              <a:rPr lang="en-US" sz="3200" dirty="0"/>
              <a:t>Forensic strategies based on the specific crime</a:t>
            </a:r>
          </a:p>
          <a:p>
            <a:pPr>
              <a:buFont typeface="Wingdings" pitchFamily="2" charset="2"/>
              <a:buNone/>
            </a:pPr>
            <a:endParaRPr lang="en-US" sz="3200" dirty="0"/>
          </a:p>
        </p:txBody>
      </p:sp>
    </p:spTree>
    <p:extLst>
      <p:ext uri="{BB962C8B-B14F-4D97-AF65-F5344CB8AC3E}">
        <p14:creationId xmlns:p14="http://schemas.microsoft.com/office/powerpoint/2010/main" val="11685203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39750" y="1755775"/>
            <a:ext cx="8299450" cy="3062288"/>
          </a:xfrm>
        </p:spPr>
        <p:txBody>
          <a:bodyPr/>
          <a:lstStyle/>
          <a:p>
            <a:pPr algn="ctr">
              <a:spcBef>
                <a:spcPts val="1200"/>
              </a:spcBef>
            </a:pPr>
            <a:r>
              <a:rPr lang="en-US" sz="4000" dirty="0">
                <a:solidFill>
                  <a:schemeClr val="tx2"/>
                </a:solidFill>
              </a:rPr>
              <a:t>Let’s Play:</a:t>
            </a:r>
            <a:br>
              <a:rPr lang="en-US" sz="4000" dirty="0">
                <a:solidFill>
                  <a:schemeClr val="tx2"/>
                </a:solidFill>
              </a:rPr>
            </a:br>
            <a:br>
              <a:rPr lang="en-US" sz="4000" dirty="0">
                <a:solidFill>
                  <a:schemeClr val="tx2"/>
                </a:solidFill>
              </a:rPr>
            </a:br>
            <a:r>
              <a:rPr lang="en-US" sz="4000" dirty="0">
                <a:solidFill>
                  <a:schemeClr val="tx2"/>
                </a:solidFill>
              </a:rPr>
              <a:t>Identify the Crime</a:t>
            </a:r>
          </a:p>
        </p:txBody>
      </p:sp>
    </p:spTree>
    <p:extLst>
      <p:ext uri="{BB962C8B-B14F-4D97-AF65-F5344CB8AC3E}">
        <p14:creationId xmlns:p14="http://schemas.microsoft.com/office/powerpoint/2010/main" val="336811871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Question 1</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An attacker disseminates a virus from a rogue website that infects many computers.</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109814942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1</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684463"/>
            <a:ext cx="4992688" cy="1077218"/>
          </a:xfrm>
          <a:prstGeom prst="rect">
            <a:avLst/>
          </a:prstGeom>
          <a:noFill/>
          <a:ln w="9525">
            <a:noFill/>
            <a:miter lim="800000"/>
            <a:headEnd/>
            <a:tailEnd/>
          </a:ln>
        </p:spPr>
        <p:txBody>
          <a:bodyPr>
            <a:spAutoFit/>
          </a:bodyPr>
          <a:lstStyle/>
          <a:p>
            <a:pPr algn="ctr"/>
            <a:r>
              <a:rPr lang="en-US" sz="3200" b="1" dirty="0">
                <a:solidFill>
                  <a:schemeClr val="bg1"/>
                </a:solidFill>
              </a:rPr>
              <a:t>Non-Access</a:t>
            </a:r>
            <a:br>
              <a:rPr lang="en-US" sz="3200" b="1" dirty="0">
                <a:solidFill>
                  <a:schemeClr val="bg1"/>
                </a:solidFill>
              </a:rPr>
            </a:br>
            <a:r>
              <a:rPr lang="en-US" sz="3200" b="1" dirty="0">
                <a:solidFill>
                  <a:schemeClr val="bg1"/>
                </a:solidFill>
              </a:rPr>
              <a:t>Computer Crime</a:t>
            </a:r>
          </a:p>
        </p:txBody>
      </p:sp>
    </p:spTree>
    <p:extLst>
      <p:ext uri="{BB962C8B-B14F-4D97-AF65-F5344CB8AC3E}">
        <p14:creationId xmlns:p14="http://schemas.microsoft.com/office/powerpoint/2010/main" val="3342483944"/>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539750" y="304800"/>
            <a:ext cx="8299450" cy="768350"/>
          </a:xfrm>
        </p:spPr>
        <p:txBody>
          <a:bodyPr/>
          <a:lstStyle/>
          <a:p>
            <a:r>
              <a:rPr lang="en-US" sz="4000" dirty="0">
                <a:solidFill>
                  <a:schemeClr val="tx2"/>
                </a:solidFill>
              </a:rPr>
              <a:t>Question 2</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An attacker sends out false emails suggesting the receiver can make a large sum of with very little investment.</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100381302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539750" y="304800"/>
            <a:ext cx="8299450" cy="768350"/>
          </a:xfrm>
        </p:spPr>
        <p:txBody>
          <a:bodyPr/>
          <a:lstStyle/>
          <a:p>
            <a:r>
              <a:rPr lang="en-US" sz="4000" dirty="0">
                <a:solidFill>
                  <a:schemeClr val="tx2"/>
                </a:solidFill>
              </a:rPr>
              <a:t>Answer 2</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7892" name="Rectangle 5"/>
          <p:cNvSpPr>
            <a:spLocks noChangeArrowheads="1"/>
          </p:cNvSpPr>
          <p:nvPr/>
        </p:nvSpPr>
        <p:spPr bwMode="auto">
          <a:xfrm>
            <a:off x="1625600" y="1995616"/>
            <a:ext cx="5732463" cy="2768600"/>
          </a:xfrm>
          <a:prstGeom prst="rect">
            <a:avLst/>
          </a:prstGeom>
          <a:solidFill>
            <a:schemeClr val="accent1"/>
          </a:solidFill>
          <a:ln w="9525" algn="ctr">
            <a:noFill/>
            <a:round/>
            <a:headEnd/>
            <a:tailEnd/>
          </a:ln>
        </p:spPr>
        <p:txBody>
          <a:bodyPr/>
          <a:lstStyle/>
          <a:p>
            <a:pPr eaLnBrk="0" hangingPunct="0"/>
            <a:endParaRPr lang="en-US" dirty="0"/>
          </a:p>
        </p:txBody>
      </p:sp>
      <p:sp>
        <p:nvSpPr>
          <p:cNvPr id="37893" name="TextBox 3"/>
          <p:cNvSpPr txBox="1">
            <a:spLocks noChangeArrowheads="1"/>
          </p:cNvSpPr>
          <p:nvPr/>
        </p:nvSpPr>
        <p:spPr bwMode="auto">
          <a:xfrm>
            <a:off x="1978687" y="3042833"/>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Computer Fraud</a:t>
            </a:r>
          </a:p>
        </p:txBody>
      </p:sp>
    </p:spTree>
    <p:extLst>
      <p:ext uri="{BB962C8B-B14F-4D97-AF65-F5344CB8AC3E}">
        <p14:creationId xmlns:p14="http://schemas.microsoft.com/office/powerpoint/2010/main" val="146122463"/>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An attacker inserts SQL commands into text boxes, often using the username and password text fields on a logon screen. </a:t>
            </a:r>
            <a:endParaRPr lang="en-US" sz="2000" kern="0" dirty="0"/>
          </a:p>
        </p:txBody>
      </p:sp>
      <p:sp>
        <p:nvSpPr>
          <p:cNvPr id="32770" name="Title 1"/>
          <p:cNvSpPr>
            <a:spLocks noGrp="1"/>
          </p:cNvSpPr>
          <p:nvPr>
            <p:ph type="title"/>
          </p:nvPr>
        </p:nvSpPr>
        <p:spPr>
          <a:xfrm>
            <a:off x="539750" y="304800"/>
            <a:ext cx="8299450" cy="768350"/>
          </a:xfrm>
        </p:spPr>
        <p:txBody>
          <a:bodyPr/>
          <a:lstStyle/>
          <a:p>
            <a:r>
              <a:rPr lang="en-US" sz="4000" dirty="0">
                <a:solidFill>
                  <a:schemeClr val="tx2"/>
                </a:solidFill>
              </a:rPr>
              <a:t>Question 3</a:t>
            </a:r>
          </a:p>
        </p:txBody>
      </p:sp>
      <p:sp>
        <p:nvSpPr>
          <p:cNvPr id="5"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251481949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39750" y="304800"/>
            <a:ext cx="8299450" cy="768350"/>
          </a:xfrm>
        </p:spPr>
        <p:txBody>
          <a:bodyPr/>
          <a:lstStyle/>
          <a:p>
            <a:r>
              <a:rPr lang="en-US" sz="4000" dirty="0">
                <a:solidFill>
                  <a:schemeClr val="tx2"/>
                </a:solidFill>
              </a:rPr>
              <a:t>Answer 3</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3796"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3797" name="TextBox 3"/>
          <p:cNvSpPr txBox="1">
            <a:spLocks noChangeArrowheads="1"/>
          </p:cNvSpPr>
          <p:nvPr/>
        </p:nvSpPr>
        <p:spPr bwMode="auto">
          <a:xfrm>
            <a:off x="2074223" y="2845922"/>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Hacking</a:t>
            </a:r>
          </a:p>
        </p:txBody>
      </p:sp>
    </p:spTree>
    <p:extLst>
      <p:ext uri="{BB962C8B-B14F-4D97-AF65-F5344CB8AC3E}">
        <p14:creationId xmlns:p14="http://schemas.microsoft.com/office/powerpoint/2010/main" val="782179795"/>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9750" y="304800"/>
            <a:ext cx="8299450" cy="768350"/>
          </a:xfrm>
        </p:spPr>
        <p:txBody>
          <a:bodyPr/>
          <a:lstStyle/>
          <a:p>
            <a:r>
              <a:rPr lang="en-US" sz="4000" dirty="0">
                <a:solidFill>
                  <a:schemeClr val="tx2"/>
                </a:solidFill>
              </a:rPr>
              <a:t>Question 4</a:t>
            </a:r>
          </a:p>
        </p:txBody>
      </p:sp>
      <p:sp>
        <p:nvSpPr>
          <p:cNvPr id="30723" name="Content Placeholder 2"/>
          <p:cNvSpPr>
            <a:spLocks noGrp="1"/>
          </p:cNvSpPr>
          <p:nvPr>
            <p:ph idx="1"/>
          </p:nvPr>
        </p:nvSpPr>
        <p:spPr>
          <a:xfrm>
            <a:off x="539750" y="1337467"/>
            <a:ext cx="8299450" cy="1446663"/>
          </a:xfrm>
        </p:spPr>
        <p:txBody>
          <a:bodyPr/>
          <a:lstStyle/>
          <a:p>
            <a:r>
              <a:rPr lang="en-US" sz="3200" dirty="0"/>
              <a:t>A criminal uses phishing to trick a victim into giving up personal information. </a:t>
            </a:r>
            <a:endParaRPr lang="en-US" sz="2000" dirty="0"/>
          </a:p>
        </p:txBody>
      </p:sp>
      <p:sp>
        <p:nvSpPr>
          <p:cNvPr id="5" name="Content Placeholder 2"/>
          <p:cNvSpPr txBox="1">
            <a:spLocks/>
          </p:cNvSpPr>
          <p:nvPr/>
        </p:nvSpPr>
        <p:spPr bwMode="auto">
          <a:xfrm>
            <a:off x="582966" y="3057090"/>
            <a:ext cx="8299450" cy="30434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247122681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39750" y="304800"/>
            <a:ext cx="8299450" cy="768350"/>
          </a:xfrm>
        </p:spPr>
        <p:txBody>
          <a:bodyPr/>
          <a:lstStyle/>
          <a:p>
            <a:r>
              <a:rPr lang="en-US" sz="4000" dirty="0">
                <a:solidFill>
                  <a:schemeClr val="tx2"/>
                </a:solidFill>
              </a:rPr>
              <a:t>Answer 4</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1748"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1749" name="TextBox 3"/>
          <p:cNvSpPr txBox="1">
            <a:spLocks noChangeArrowheads="1"/>
          </p:cNvSpPr>
          <p:nvPr/>
        </p:nvSpPr>
        <p:spPr bwMode="auto">
          <a:xfrm>
            <a:off x="2060575" y="2757488"/>
            <a:ext cx="4992688" cy="584200"/>
          </a:xfrm>
          <a:prstGeom prst="rect">
            <a:avLst/>
          </a:prstGeom>
          <a:noFill/>
          <a:ln w="9525">
            <a:noFill/>
            <a:miter lim="800000"/>
            <a:headEnd/>
            <a:tailEnd/>
          </a:ln>
        </p:spPr>
        <p:txBody>
          <a:bodyPr>
            <a:spAutoFit/>
          </a:bodyPr>
          <a:lstStyle/>
          <a:p>
            <a:pPr algn="ctr"/>
            <a:r>
              <a:rPr lang="en-US" sz="3200" b="1" dirty="0">
                <a:solidFill>
                  <a:schemeClr val="bg1"/>
                </a:solidFill>
              </a:rPr>
              <a:t>Identity Theft</a:t>
            </a:r>
          </a:p>
        </p:txBody>
      </p:sp>
    </p:spTree>
    <p:extLst>
      <p:ext uri="{BB962C8B-B14F-4D97-AF65-F5344CB8AC3E}">
        <p14:creationId xmlns:p14="http://schemas.microsoft.com/office/powerpoint/2010/main" val="131165961"/>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39750" y="304800"/>
            <a:ext cx="8299450" cy="768350"/>
          </a:xfrm>
        </p:spPr>
        <p:txBody>
          <a:bodyPr/>
          <a:lstStyle/>
          <a:p>
            <a:r>
              <a:rPr lang="en-US" sz="4000" dirty="0">
                <a:solidFill>
                  <a:schemeClr val="tx2"/>
                </a:solidFill>
              </a:rPr>
              <a:t>Question 5</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 denial of service (DoS) attack is an example of this type of this crime.</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373076074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304800"/>
            <a:ext cx="8299450" cy="768350"/>
          </a:xfrm>
        </p:spPr>
        <p:txBody>
          <a:bodyPr/>
          <a:lstStyle/>
          <a:p>
            <a:r>
              <a:rPr lang="en-US" sz="4000" dirty="0">
                <a:solidFill>
                  <a:schemeClr val="tx2"/>
                </a:solidFill>
              </a:rPr>
              <a:t>Answer 5</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39940"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39941" name="TextBox 3"/>
          <p:cNvSpPr txBox="1">
            <a:spLocks noChangeArrowheads="1"/>
          </p:cNvSpPr>
          <p:nvPr/>
        </p:nvSpPr>
        <p:spPr bwMode="auto">
          <a:xfrm>
            <a:off x="2060575" y="2684463"/>
            <a:ext cx="4992688" cy="1077218"/>
          </a:xfrm>
          <a:prstGeom prst="rect">
            <a:avLst/>
          </a:prstGeom>
          <a:noFill/>
          <a:ln w="9525">
            <a:noFill/>
            <a:miter lim="800000"/>
            <a:headEnd/>
            <a:tailEnd/>
          </a:ln>
        </p:spPr>
        <p:txBody>
          <a:bodyPr>
            <a:spAutoFit/>
          </a:bodyPr>
          <a:lstStyle/>
          <a:p>
            <a:pPr algn="ctr"/>
            <a:r>
              <a:rPr lang="en-US" sz="3200" b="1" dirty="0">
                <a:solidFill>
                  <a:schemeClr val="bg1"/>
                </a:solidFill>
              </a:rPr>
              <a:t>Non-access</a:t>
            </a:r>
            <a:br>
              <a:rPr lang="en-US" sz="3200" b="1" dirty="0">
                <a:solidFill>
                  <a:schemeClr val="bg1"/>
                </a:solidFill>
              </a:rPr>
            </a:br>
            <a:r>
              <a:rPr lang="en-US" sz="3200" b="1" dirty="0">
                <a:solidFill>
                  <a:schemeClr val="bg1"/>
                </a:solidFill>
              </a:rPr>
              <a:t>Computer Crime</a:t>
            </a:r>
          </a:p>
        </p:txBody>
      </p:sp>
    </p:spTree>
    <p:extLst>
      <p:ext uri="{BB962C8B-B14F-4D97-AF65-F5344CB8AC3E}">
        <p14:creationId xmlns:p14="http://schemas.microsoft.com/office/powerpoint/2010/main" val="2914498977"/>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539750" y="304800"/>
            <a:ext cx="8299450" cy="768350"/>
          </a:xfrm>
        </p:spPr>
        <p:txBody>
          <a:bodyPr/>
          <a:lstStyle/>
          <a:p>
            <a:r>
              <a:rPr lang="en-US" sz="4000" dirty="0">
                <a:solidFill>
                  <a:schemeClr val="tx2"/>
                </a:solidFill>
              </a:rPr>
              <a:t>Question 6</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Data piracy is an example of this type of crime.</a:t>
            </a:r>
          </a:p>
          <a:p>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6629168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539750" y="304800"/>
            <a:ext cx="8299450" cy="768350"/>
          </a:xfrm>
        </p:spPr>
        <p:txBody>
          <a:bodyPr/>
          <a:lstStyle/>
          <a:p>
            <a:r>
              <a:rPr lang="en-US" sz="4000" dirty="0">
                <a:solidFill>
                  <a:schemeClr val="tx2"/>
                </a:solidFill>
              </a:rPr>
              <a:t>Answer 6</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41988"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41989" name="TextBox 3"/>
          <p:cNvSpPr txBox="1">
            <a:spLocks noChangeArrowheads="1"/>
          </p:cNvSpPr>
          <p:nvPr/>
        </p:nvSpPr>
        <p:spPr bwMode="auto">
          <a:xfrm>
            <a:off x="2060575" y="2820943"/>
            <a:ext cx="4992688" cy="584200"/>
          </a:xfrm>
          <a:prstGeom prst="rect">
            <a:avLst/>
          </a:prstGeom>
          <a:noFill/>
          <a:ln w="9525">
            <a:noFill/>
            <a:miter lim="800000"/>
            <a:headEnd/>
            <a:tailEnd/>
          </a:ln>
        </p:spPr>
        <p:txBody>
          <a:bodyPr>
            <a:spAutoFit/>
          </a:bodyPr>
          <a:lstStyle/>
          <a:p>
            <a:pPr algn="ctr"/>
            <a:r>
              <a:rPr lang="en-US" sz="3200" b="1" dirty="0">
                <a:solidFill>
                  <a:schemeClr val="bg1"/>
                </a:solidFill>
              </a:rPr>
              <a:t>Computer Fraud</a:t>
            </a:r>
          </a:p>
        </p:txBody>
      </p:sp>
    </p:spTree>
    <p:extLst>
      <p:ext uri="{BB962C8B-B14F-4D97-AF65-F5344CB8AC3E}">
        <p14:creationId xmlns:p14="http://schemas.microsoft.com/office/powerpoint/2010/main" val="3404725895"/>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39750" y="304800"/>
            <a:ext cx="8299450" cy="768350"/>
          </a:xfrm>
        </p:spPr>
        <p:txBody>
          <a:bodyPr/>
          <a:lstStyle/>
          <a:p>
            <a:r>
              <a:rPr lang="en-US" sz="4000" dirty="0">
                <a:solidFill>
                  <a:schemeClr val="tx2"/>
                </a:solidFill>
              </a:rPr>
              <a:t>Question 7</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An attacker remotely accesses a power plant's computer system and inserts a logic bomb.</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218979790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539750" y="304800"/>
            <a:ext cx="8299450" cy="768350"/>
          </a:xfrm>
        </p:spPr>
        <p:txBody>
          <a:bodyPr/>
          <a:lstStyle/>
          <a:p>
            <a:r>
              <a:rPr lang="en-US" sz="4000" dirty="0">
                <a:solidFill>
                  <a:schemeClr val="tx2"/>
                </a:solidFill>
              </a:rPr>
              <a:t>Answer 7</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44036" name="Rectangle 5"/>
          <p:cNvSpPr>
            <a:spLocks noChangeArrowheads="1"/>
          </p:cNvSpPr>
          <p:nvPr/>
        </p:nvSpPr>
        <p:spPr bwMode="auto">
          <a:xfrm>
            <a:off x="2073696" y="2084387"/>
            <a:ext cx="5118669" cy="2637737"/>
          </a:xfrm>
          <a:prstGeom prst="rect">
            <a:avLst/>
          </a:prstGeom>
          <a:solidFill>
            <a:schemeClr val="accent1"/>
          </a:solidFill>
          <a:ln w="9525" algn="ctr">
            <a:noFill/>
            <a:round/>
            <a:headEnd/>
            <a:tailEnd/>
          </a:ln>
        </p:spPr>
        <p:txBody>
          <a:bodyPr/>
          <a:lstStyle/>
          <a:p>
            <a:pPr eaLnBrk="0" hangingPunct="0"/>
            <a:endParaRPr lang="en-US" dirty="0"/>
          </a:p>
        </p:txBody>
      </p:sp>
      <p:sp>
        <p:nvSpPr>
          <p:cNvPr id="44037" name="TextBox 3"/>
          <p:cNvSpPr txBox="1">
            <a:spLocks noChangeArrowheads="1"/>
          </p:cNvSpPr>
          <p:nvPr/>
        </p:nvSpPr>
        <p:spPr bwMode="auto">
          <a:xfrm>
            <a:off x="2360557" y="2384423"/>
            <a:ext cx="4613449" cy="2062103"/>
          </a:xfrm>
          <a:prstGeom prst="rect">
            <a:avLst/>
          </a:prstGeom>
          <a:noFill/>
          <a:ln w="9525">
            <a:noFill/>
            <a:miter lim="800000"/>
            <a:headEnd/>
            <a:tailEnd/>
          </a:ln>
        </p:spPr>
        <p:txBody>
          <a:bodyPr wrap="square">
            <a:spAutoFit/>
          </a:bodyPr>
          <a:lstStyle/>
          <a:p>
            <a:pPr algn="ctr"/>
            <a:r>
              <a:rPr lang="en-US" sz="3200" b="1" dirty="0">
                <a:solidFill>
                  <a:schemeClr val="bg1"/>
                </a:solidFill>
              </a:rPr>
              <a:t>Hacking,</a:t>
            </a:r>
          </a:p>
          <a:p>
            <a:pPr algn="ctr"/>
            <a:r>
              <a:rPr lang="en-US" sz="3200" b="1" dirty="0">
                <a:solidFill>
                  <a:schemeClr val="bg1"/>
                </a:solidFill>
              </a:rPr>
              <a:t>Non-access Computer Crime,</a:t>
            </a:r>
          </a:p>
          <a:p>
            <a:pPr algn="ctr"/>
            <a:r>
              <a:rPr lang="en-US" sz="3200" b="1" dirty="0">
                <a:solidFill>
                  <a:schemeClr val="bg1"/>
                </a:solidFill>
              </a:rPr>
              <a:t>Cyberterrorism</a:t>
            </a:r>
          </a:p>
        </p:txBody>
      </p:sp>
    </p:spTree>
    <p:extLst>
      <p:ext uri="{BB962C8B-B14F-4D97-AF65-F5344CB8AC3E}">
        <p14:creationId xmlns:p14="http://schemas.microsoft.com/office/powerpoint/2010/main" val="2190920082"/>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539750" y="304800"/>
            <a:ext cx="8299450" cy="768350"/>
          </a:xfrm>
        </p:spPr>
        <p:txBody>
          <a:bodyPr/>
          <a:lstStyle/>
          <a:p>
            <a:r>
              <a:rPr lang="en-US" sz="4000" dirty="0">
                <a:solidFill>
                  <a:schemeClr val="tx2"/>
                </a:solidFill>
              </a:rPr>
              <a:t>Question 8</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An attacker dumpster dives to look for a victim's personal information, such as in discarded mail, bills, and bank statements.</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177596892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539750" y="304800"/>
            <a:ext cx="8299450" cy="768350"/>
          </a:xfrm>
        </p:spPr>
        <p:txBody>
          <a:bodyPr/>
          <a:lstStyle/>
          <a:p>
            <a:r>
              <a:rPr lang="en-US" sz="4000" dirty="0">
                <a:solidFill>
                  <a:schemeClr val="tx2"/>
                </a:solidFill>
              </a:rPr>
              <a:t>Answer 8</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46084" name="Rectangle 5"/>
          <p:cNvSpPr>
            <a:spLocks noChangeArrowheads="1"/>
          </p:cNvSpPr>
          <p:nvPr/>
        </p:nvSpPr>
        <p:spPr bwMode="auto">
          <a:xfrm>
            <a:off x="2387600" y="2084388"/>
            <a:ext cx="4340225" cy="2241550"/>
          </a:xfrm>
          <a:prstGeom prst="rect">
            <a:avLst/>
          </a:prstGeom>
          <a:solidFill>
            <a:schemeClr val="accent1"/>
          </a:solidFill>
          <a:ln w="9525" algn="ctr">
            <a:noFill/>
            <a:round/>
            <a:headEnd/>
            <a:tailEnd/>
          </a:ln>
        </p:spPr>
        <p:txBody>
          <a:bodyPr/>
          <a:lstStyle/>
          <a:p>
            <a:pPr eaLnBrk="0" hangingPunct="0"/>
            <a:endParaRPr lang="en-US" dirty="0"/>
          </a:p>
        </p:txBody>
      </p:sp>
      <p:sp>
        <p:nvSpPr>
          <p:cNvPr id="46085" name="TextBox 3"/>
          <p:cNvSpPr txBox="1">
            <a:spLocks noChangeArrowheads="1"/>
          </p:cNvSpPr>
          <p:nvPr/>
        </p:nvSpPr>
        <p:spPr bwMode="auto">
          <a:xfrm>
            <a:off x="2033279" y="2821184"/>
            <a:ext cx="4992688" cy="584775"/>
          </a:xfrm>
          <a:prstGeom prst="rect">
            <a:avLst/>
          </a:prstGeom>
          <a:noFill/>
          <a:ln w="9525">
            <a:noFill/>
            <a:miter lim="800000"/>
            <a:headEnd/>
            <a:tailEnd/>
          </a:ln>
        </p:spPr>
        <p:txBody>
          <a:bodyPr>
            <a:spAutoFit/>
          </a:bodyPr>
          <a:lstStyle/>
          <a:p>
            <a:pPr algn="ctr"/>
            <a:r>
              <a:rPr lang="en-US" sz="3200" b="1" dirty="0">
                <a:solidFill>
                  <a:schemeClr val="bg1"/>
                </a:solidFill>
              </a:rPr>
              <a:t>Identity Theft</a:t>
            </a:r>
          </a:p>
        </p:txBody>
      </p:sp>
    </p:spTree>
    <p:extLst>
      <p:ext uri="{BB962C8B-B14F-4D97-AF65-F5344CB8AC3E}">
        <p14:creationId xmlns:p14="http://schemas.microsoft.com/office/powerpoint/2010/main" val="3034197500"/>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539750" y="304800"/>
            <a:ext cx="8299450" cy="768350"/>
          </a:xfrm>
        </p:spPr>
        <p:txBody>
          <a:bodyPr/>
          <a:lstStyle/>
          <a:p>
            <a:r>
              <a:rPr lang="en-US" sz="4000" dirty="0">
                <a:solidFill>
                  <a:schemeClr val="tx2"/>
                </a:solidFill>
              </a:rPr>
              <a:t>Question 9</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 suspicious person in a chat room asks for your home address every time you are both online together.</a:t>
            </a:r>
            <a:endParaRPr lang="en-US" sz="20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389227982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539750" y="304800"/>
            <a:ext cx="8299450" cy="768350"/>
          </a:xfrm>
        </p:spPr>
        <p:txBody>
          <a:bodyPr/>
          <a:lstStyle/>
          <a:p>
            <a:r>
              <a:rPr lang="en-US" sz="4000" dirty="0">
                <a:solidFill>
                  <a:schemeClr val="tx2"/>
                </a:solidFill>
              </a:rPr>
              <a:t>Answer 9</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48132" name="Rectangle 5"/>
          <p:cNvSpPr>
            <a:spLocks noChangeArrowheads="1"/>
          </p:cNvSpPr>
          <p:nvPr/>
        </p:nvSpPr>
        <p:spPr bwMode="auto">
          <a:xfrm>
            <a:off x="2387600" y="2084388"/>
            <a:ext cx="4340225" cy="1801812"/>
          </a:xfrm>
          <a:prstGeom prst="rect">
            <a:avLst/>
          </a:prstGeom>
          <a:solidFill>
            <a:schemeClr val="accent1"/>
          </a:solidFill>
          <a:ln w="9525" algn="ctr">
            <a:noFill/>
            <a:round/>
            <a:headEnd/>
            <a:tailEnd/>
          </a:ln>
        </p:spPr>
        <p:txBody>
          <a:bodyPr/>
          <a:lstStyle/>
          <a:p>
            <a:pPr eaLnBrk="0" hangingPunct="0"/>
            <a:endParaRPr lang="en-US" dirty="0"/>
          </a:p>
        </p:txBody>
      </p:sp>
      <p:sp>
        <p:nvSpPr>
          <p:cNvPr id="48133" name="TextBox 3"/>
          <p:cNvSpPr txBox="1">
            <a:spLocks noChangeArrowheads="1"/>
          </p:cNvSpPr>
          <p:nvPr/>
        </p:nvSpPr>
        <p:spPr bwMode="auto">
          <a:xfrm>
            <a:off x="2060575" y="2479743"/>
            <a:ext cx="4992688" cy="1077218"/>
          </a:xfrm>
          <a:prstGeom prst="rect">
            <a:avLst/>
          </a:prstGeom>
          <a:noFill/>
          <a:ln w="9525">
            <a:noFill/>
            <a:miter lim="800000"/>
            <a:headEnd/>
            <a:tailEnd/>
          </a:ln>
        </p:spPr>
        <p:txBody>
          <a:bodyPr>
            <a:spAutoFit/>
          </a:bodyPr>
          <a:lstStyle/>
          <a:p>
            <a:pPr algn="ctr"/>
            <a:r>
              <a:rPr lang="en-US" sz="3200" b="1" dirty="0">
                <a:solidFill>
                  <a:schemeClr val="bg1"/>
                </a:solidFill>
              </a:rPr>
              <a:t>Cyberstalking/ Harassment</a:t>
            </a:r>
          </a:p>
        </p:txBody>
      </p:sp>
    </p:spTree>
    <p:extLst>
      <p:ext uri="{BB962C8B-B14F-4D97-AF65-F5344CB8AC3E}">
        <p14:creationId xmlns:p14="http://schemas.microsoft.com/office/powerpoint/2010/main" val="2357970573"/>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539750" y="304800"/>
            <a:ext cx="8299450" cy="768350"/>
          </a:xfrm>
        </p:spPr>
        <p:txBody>
          <a:bodyPr/>
          <a:lstStyle/>
          <a:p>
            <a:r>
              <a:rPr lang="en-US" sz="4000" dirty="0">
                <a:solidFill>
                  <a:schemeClr val="tx2"/>
                </a:solidFill>
              </a:rPr>
              <a:t>Question 10</a:t>
            </a:r>
          </a:p>
        </p:txBody>
      </p:sp>
      <p:sp>
        <p:nvSpPr>
          <p:cNvPr id="5" name="Content Placeholder 2"/>
          <p:cNvSpPr txBox="1">
            <a:spLocks/>
          </p:cNvSpPr>
          <p:nvPr/>
        </p:nvSpPr>
        <p:spPr bwMode="auto">
          <a:xfrm>
            <a:off x="539750" y="1337467"/>
            <a:ext cx="8299450" cy="14466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 person from Nigeria emails you, asking to use your bank account to “park” some money temporarily.</a:t>
            </a:r>
          </a:p>
          <a:p>
            <a:endParaRPr lang="en-US" sz="3200" kern="0" dirty="0"/>
          </a:p>
          <a:p>
            <a:endParaRPr lang="en-US" sz="3200" kern="0" dirty="0"/>
          </a:p>
        </p:txBody>
      </p:sp>
      <p:sp>
        <p:nvSpPr>
          <p:cNvPr id="6" name="Content Placeholder 2"/>
          <p:cNvSpPr txBox="1">
            <a:spLocks/>
          </p:cNvSpPr>
          <p:nvPr/>
        </p:nvSpPr>
        <p:spPr bwMode="auto">
          <a:xfrm>
            <a:off x="582966" y="3316403"/>
            <a:ext cx="8299450" cy="27568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400" kern="0" dirty="0"/>
              <a:t>Answer choices:</a:t>
            </a:r>
          </a:p>
          <a:p>
            <a:pPr lvl="1"/>
            <a:r>
              <a:rPr lang="en-US" sz="2000" kern="0" dirty="0"/>
              <a:t>Identity theft</a:t>
            </a:r>
          </a:p>
          <a:p>
            <a:pPr lvl="1"/>
            <a:r>
              <a:rPr lang="en-US" sz="2000" kern="0" dirty="0"/>
              <a:t>Hacking</a:t>
            </a:r>
          </a:p>
          <a:p>
            <a:pPr lvl="1"/>
            <a:r>
              <a:rPr lang="en-US" sz="2000" kern="0" dirty="0"/>
              <a:t>Cyberstalking and harassment</a:t>
            </a:r>
          </a:p>
          <a:p>
            <a:pPr lvl="1"/>
            <a:r>
              <a:rPr lang="en-US" sz="2000" kern="0" dirty="0"/>
              <a:t>Computer fraud</a:t>
            </a:r>
          </a:p>
          <a:p>
            <a:pPr lvl="1"/>
            <a:r>
              <a:rPr lang="en-US" sz="2000" kern="0" dirty="0"/>
              <a:t>Non-access computer crime</a:t>
            </a:r>
          </a:p>
          <a:p>
            <a:pPr lvl="1"/>
            <a:r>
              <a:rPr lang="en-US" sz="2000" kern="0" dirty="0"/>
              <a:t>Cyberterrorism</a:t>
            </a:r>
          </a:p>
          <a:p>
            <a:endParaRPr lang="en-US" sz="2000" kern="0" dirty="0"/>
          </a:p>
        </p:txBody>
      </p:sp>
    </p:spTree>
    <p:extLst>
      <p:ext uri="{BB962C8B-B14F-4D97-AF65-F5344CB8AC3E}">
        <p14:creationId xmlns:p14="http://schemas.microsoft.com/office/powerpoint/2010/main" val="245094098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539750" y="304800"/>
            <a:ext cx="8299450" cy="768350"/>
          </a:xfrm>
        </p:spPr>
        <p:txBody>
          <a:bodyPr/>
          <a:lstStyle/>
          <a:p>
            <a:r>
              <a:rPr lang="en-US" sz="4000" dirty="0">
                <a:solidFill>
                  <a:schemeClr val="tx2"/>
                </a:solidFill>
              </a:rPr>
              <a:t>Answer 10</a:t>
            </a:r>
          </a:p>
        </p:txBody>
      </p:sp>
      <p:sp>
        <p:nvSpPr>
          <p:cNvPr id="6147" name="Content Placeholder 2"/>
          <p:cNvSpPr>
            <a:spLocks noGrp="1"/>
          </p:cNvSpPr>
          <p:nvPr>
            <p:ph idx="1"/>
          </p:nvPr>
        </p:nvSpPr>
        <p:spPr>
          <a:xfrm>
            <a:off x="539750" y="1073150"/>
            <a:ext cx="8299450" cy="4648200"/>
          </a:xfrm>
        </p:spPr>
        <p:txBody>
          <a:bodyPr/>
          <a:lstStyle/>
          <a:p>
            <a:pPr marL="0" indent="0">
              <a:buFont typeface="Wingdings" pitchFamily="2" charset="2"/>
              <a:buNone/>
              <a:defRPr/>
            </a:pPr>
            <a:endParaRPr lang="en-US" sz="3200" dirty="0"/>
          </a:p>
          <a:p>
            <a:pPr>
              <a:buFont typeface="Wingdings" pitchFamily="2" charset="2"/>
              <a:buNone/>
              <a:defRPr/>
            </a:pPr>
            <a:endParaRPr lang="en-US" sz="2000" dirty="0"/>
          </a:p>
        </p:txBody>
      </p:sp>
      <p:sp>
        <p:nvSpPr>
          <p:cNvPr id="51204" name="Rectangle 5"/>
          <p:cNvSpPr>
            <a:spLocks noChangeArrowheads="1"/>
          </p:cNvSpPr>
          <p:nvPr/>
        </p:nvSpPr>
        <p:spPr bwMode="auto">
          <a:xfrm>
            <a:off x="2387600" y="2084388"/>
            <a:ext cx="4340225" cy="1839912"/>
          </a:xfrm>
          <a:prstGeom prst="rect">
            <a:avLst/>
          </a:prstGeom>
          <a:solidFill>
            <a:schemeClr val="accent1"/>
          </a:solidFill>
          <a:ln w="9525" algn="ctr">
            <a:noFill/>
            <a:round/>
            <a:headEnd/>
            <a:tailEnd/>
          </a:ln>
        </p:spPr>
        <p:txBody>
          <a:bodyPr/>
          <a:lstStyle/>
          <a:p>
            <a:pPr eaLnBrk="0" hangingPunct="0"/>
            <a:endParaRPr lang="en-US" dirty="0"/>
          </a:p>
        </p:txBody>
      </p:sp>
      <p:sp>
        <p:nvSpPr>
          <p:cNvPr id="51205" name="TextBox 3"/>
          <p:cNvSpPr txBox="1">
            <a:spLocks noChangeArrowheads="1"/>
          </p:cNvSpPr>
          <p:nvPr/>
        </p:nvSpPr>
        <p:spPr bwMode="auto">
          <a:xfrm>
            <a:off x="2105025" y="2728913"/>
            <a:ext cx="4992688" cy="584200"/>
          </a:xfrm>
          <a:prstGeom prst="rect">
            <a:avLst/>
          </a:prstGeom>
          <a:noFill/>
          <a:ln w="9525">
            <a:noFill/>
            <a:miter lim="800000"/>
            <a:headEnd/>
            <a:tailEnd/>
          </a:ln>
        </p:spPr>
        <p:txBody>
          <a:bodyPr>
            <a:spAutoFit/>
          </a:bodyPr>
          <a:lstStyle/>
          <a:p>
            <a:pPr algn="ctr"/>
            <a:r>
              <a:rPr lang="en-US" sz="3200" b="1" dirty="0">
                <a:solidFill>
                  <a:schemeClr val="bg1"/>
                </a:solidFill>
              </a:rPr>
              <a:t>Computer Fraud</a:t>
            </a:r>
          </a:p>
        </p:txBody>
      </p:sp>
    </p:spTree>
    <p:extLst>
      <p:ext uri="{BB962C8B-B14F-4D97-AF65-F5344CB8AC3E}">
        <p14:creationId xmlns:p14="http://schemas.microsoft.com/office/powerpoint/2010/main" val="2589523240"/>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F569862757D4DE44893AB3F20D4900D1" ma:contentTypeVersion="0" ma:contentTypeDescription="Create a new document." ma:contentTypeScope="" ma:versionID="de924425f64a35fd3e6bdf165bb16c0f">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4CA79F13-E1AA-4D61-B102-462BE4659563}">
  <ds:schemaRefs>
    <ds:schemaRef ds:uri="http://schemas.microsoft.com/sharepoint/v3/contenttype/forms"/>
  </ds:schemaRefs>
</ds:datastoreItem>
</file>

<file path=customXml/itemProps2.xml><?xml version="1.0" encoding="utf-8"?>
<ds:datastoreItem xmlns:ds="http://schemas.openxmlformats.org/officeDocument/2006/customXml" ds:itemID="{918919C4-6FED-4D8C-B49D-81C0A7183074}">
  <ds:schemaRef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C179457-D557-43E5-8F5D-F70BD37A9867}">
  <ds:schemaRefs>
    <ds:schemaRef ds:uri="http://schemas.microsoft.com/office/2006/metadata/longProperties"/>
  </ds:schemaRefs>
</ds:datastoreItem>
</file>

<file path=customXml/itemProps4.xml><?xml version="1.0" encoding="utf-8"?>
<ds:datastoreItem xmlns:ds="http://schemas.openxmlformats.org/officeDocument/2006/customXml" ds:itemID="{1EB8639A-8193-41A3-B88D-30381B1E59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23839</TotalTime>
  <Words>3100</Words>
  <Application>Microsoft Office PowerPoint</Application>
  <PresentationFormat>On-screen Show (4:3)</PresentationFormat>
  <Paragraphs>436</Paragraphs>
  <Slides>48</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MS PGothic</vt:lpstr>
      <vt:lpstr>Arial</vt:lpstr>
      <vt:lpstr>Courier New</vt:lpstr>
      <vt:lpstr>Times</vt:lpstr>
      <vt:lpstr>Times New Roman</vt:lpstr>
      <vt:lpstr>Wingdings</vt:lpstr>
      <vt:lpstr>Blank Presentation</vt:lpstr>
      <vt:lpstr>PowerPoint Presentation</vt:lpstr>
      <vt:lpstr>Learning Objective</vt:lpstr>
      <vt:lpstr>Key Concepts</vt:lpstr>
      <vt:lpstr>How Computer Crime Affects Forensics</vt:lpstr>
      <vt:lpstr>The Role of Computers in Crimes (Continued)</vt:lpstr>
      <vt:lpstr>Types of Crimes Involving Computers</vt:lpstr>
      <vt:lpstr>Identity Theft</vt:lpstr>
      <vt:lpstr>Phishing</vt:lpstr>
      <vt:lpstr>Spyware</vt:lpstr>
      <vt:lpstr>Spyware</vt:lpstr>
      <vt:lpstr>Discarded Information</vt:lpstr>
      <vt:lpstr>How Identity Theft Affects Forensics</vt:lpstr>
      <vt:lpstr>Hacking</vt:lpstr>
      <vt:lpstr>Hacking via SQL Injection</vt:lpstr>
      <vt:lpstr>Hacking via Cross-Site Scripting</vt:lpstr>
      <vt:lpstr>Hacking via Ophcrack</vt:lpstr>
      <vt:lpstr>Hacking via OphCrack</vt:lpstr>
      <vt:lpstr>Cyberstalking and Harassment</vt:lpstr>
      <vt:lpstr>Fraud</vt:lpstr>
      <vt:lpstr>Non-Access Computer Crimes</vt:lpstr>
      <vt:lpstr>Denial of Service (DoS) Attacks</vt:lpstr>
      <vt:lpstr>Denial of Service (DoS) Attacks</vt:lpstr>
      <vt:lpstr>Low Orbit Ion Cannon</vt:lpstr>
      <vt:lpstr>Viruses</vt:lpstr>
      <vt:lpstr>Logic Bombs</vt:lpstr>
      <vt:lpstr>Cyberterrorism</vt:lpstr>
      <vt:lpstr>Summary</vt:lpstr>
      <vt:lpstr>Let’s Play:  Identify the Crime</vt:lpstr>
      <vt:lpstr>Question 1</vt:lpstr>
      <vt:lpstr>Answer 1</vt:lpstr>
      <vt:lpstr>Question 2</vt:lpstr>
      <vt:lpstr>Answer 2</vt:lpstr>
      <vt:lpstr>Question 3</vt:lpstr>
      <vt:lpstr>Answer 3</vt:lpstr>
      <vt:lpstr>Question 4</vt:lpstr>
      <vt:lpstr>Answer 4</vt:lpstr>
      <vt:lpstr>Question 5</vt:lpstr>
      <vt:lpstr>Answer 5</vt:lpstr>
      <vt:lpstr>Question 6</vt:lpstr>
      <vt:lpstr>Answer 6</vt:lpstr>
      <vt:lpstr>Question 7</vt:lpstr>
      <vt:lpstr>Answer 7</vt:lpstr>
      <vt:lpstr>Question 8</vt:lpstr>
      <vt:lpstr>Answer 8</vt:lpstr>
      <vt:lpstr>Question 9</vt:lpstr>
      <vt:lpstr>Answer 9</vt:lpstr>
      <vt:lpstr>Question 10</vt:lpstr>
      <vt:lpstr>Answer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Dr.Mohammed Tawfik</cp:lastModifiedBy>
  <cp:revision>3225</cp:revision>
  <cp:lastPrinted>2008-07-07T18:08:55Z</cp:lastPrinted>
  <dcterms:created xsi:type="dcterms:W3CDTF">2010-11-23T16:38:38Z</dcterms:created>
  <dcterms:modified xsi:type="dcterms:W3CDTF">2025-10-23T15:55:51Z</dcterms:modified>
</cp:coreProperties>
</file>