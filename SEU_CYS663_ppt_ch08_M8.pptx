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43"/>
  </p:notesMasterIdLst>
  <p:handoutMasterIdLst>
    <p:handoutMasterId r:id="rId44"/>
  </p:handoutMasterIdLst>
  <p:sldIdLst>
    <p:sldId id="1529" r:id="rId2"/>
    <p:sldId id="1561" r:id="rId3"/>
    <p:sldId id="1567" r:id="rId4"/>
    <p:sldId id="1637" r:id="rId5"/>
    <p:sldId id="1638" r:id="rId6"/>
    <p:sldId id="1653" r:id="rId7"/>
    <p:sldId id="1654" r:id="rId8"/>
    <p:sldId id="1635" r:id="rId9"/>
    <p:sldId id="1569" r:id="rId10"/>
    <p:sldId id="1626" r:id="rId11"/>
    <p:sldId id="1623" r:id="rId12"/>
    <p:sldId id="1655" r:id="rId13"/>
    <p:sldId id="1631" r:id="rId14"/>
    <p:sldId id="1640" r:id="rId15"/>
    <p:sldId id="1612" r:id="rId16"/>
    <p:sldId id="1613" r:id="rId17"/>
    <p:sldId id="1614" r:id="rId18"/>
    <p:sldId id="1615" r:id="rId19"/>
    <p:sldId id="1616" r:id="rId20"/>
    <p:sldId id="1617" r:id="rId21"/>
    <p:sldId id="1642" r:id="rId22"/>
    <p:sldId id="1622" r:id="rId23"/>
    <p:sldId id="1627" r:id="rId24"/>
    <p:sldId id="1639" r:id="rId25"/>
    <p:sldId id="1607" r:id="rId26"/>
    <p:sldId id="1630" r:id="rId27"/>
    <p:sldId id="1618" r:id="rId28"/>
    <p:sldId id="1621" r:id="rId29"/>
    <p:sldId id="1620" r:id="rId30"/>
    <p:sldId id="1629" r:id="rId31"/>
    <p:sldId id="1649" r:id="rId32"/>
    <p:sldId id="1645" r:id="rId33"/>
    <p:sldId id="1656" r:id="rId34"/>
    <p:sldId id="1609" r:id="rId35"/>
    <p:sldId id="1641" r:id="rId36"/>
    <p:sldId id="1644" r:id="rId37"/>
    <p:sldId id="1643" r:id="rId38"/>
    <p:sldId id="1650" r:id="rId39"/>
    <p:sldId id="1657" r:id="rId40"/>
    <p:sldId id="1652" r:id="rId41"/>
    <p:sldId id="1562" r:id="rId42"/>
  </p:sldIdLst>
  <p:sldSz cx="9144000" cy="6858000" type="screen4x3"/>
  <p:notesSz cx="7010400" cy="9296400"/>
  <p:custDataLst>
    <p:tags r:id="rId45"/>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E2E"/>
    <a:srgbClr val="14ACC0"/>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56" autoAdjust="0"/>
    <p:restoredTop sz="94280" autoAdjust="0"/>
  </p:normalViewPr>
  <p:slideViewPr>
    <p:cSldViewPr snapToGrid="0" snapToObjects="1">
      <p:cViewPr varScale="1">
        <p:scale>
          <a:sx n="65" d="100"/>
          <a:sy n="65" d="100"/>
        </p:scale>
        <p:origin x="1440" y="48"/>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52" d="100"/>
          <a:sy n="52" d="100"/>
        </p:scale>
        <p:origin x="-286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A46478-F59A-4D07-9474-A141A2F38317}" type="doc">
      <dgm:prSet loTypeId="urn:microsoft.com/office/officeart/2005/8/layout/hProcess11" loCatId="process" qsTypeId="urn:microsoft.com/office/officeart/2005/8/quickstyle/simple1" qsCatId="simple" csTypeId="urn:microsoft.com/office/officeart/2005/8/colors/accent1_2" csCatId="accent1" phldr="1"/>
      <dgm:spPr/>
    </dgm:pt>
    <dgm:pt modelId="{DB5887CD-EDDA-4922-8739-2280FDABCBC0}">
      <dgm:prSet phldrT="[Text]" custT="1"/>
      <dgm:spPr/>
      <dgm:t>
        <a:bodyPr/>
        <a:lstStyle/>
        <a:p>
          <a:r>
            <a:rPr lang="en-US" sz="2800" dirty="0"/>
            <a:t>Windows 3.x</a:t>
          </a:r>
        </a:p>
      </dgm:t>
    </dgm:pt>
    <dgm:pt modelId="{6E8FD52A-3595-45B4-8628-43B513E99CF8}" type="parTrans" cxnId="{D18A8FB6-0084-4407-B3AA-9E1E2036F485}">
      <dgm:prSet/>
      <dgm:spPr/>
      <dgm:t>
        <a:bodyPr/>
        <a:lstStyle/>
        <a:p>
          <a:endParaRPr lang="en-US"/>
        </a:p>
      </dgm:t>
    </dgm:pt>
    <dgm:pt modelId="{5678CCAC-BFB1-4E8B-960A-5F8EEAB70C7F}" type="sibTrans" cxnId="{D18A8FB6-0084-4407-B3AA-9E1E2036F485}">
      <dgm:prSet/>
      <dgm:spPr/>
      <dgm:t>
        <a:bodyPr/>
        <a:lstStyle/>
        <a:p>
          <a:endParaRPr lang="en-US"/>
        </a:p>
      </dgm:t>
    </dgm:pt>
    <dgm:pt modelId="{CBD2CD7C-71FD-4CFE-A7A4-600353702340}">
      <dgm:prSet phldrT="[Text]" custT="1"/>
      <dgm:spPr/>
      <dgm:t>
        <a:bodyPr/>
        <a:lstStyle/>
        <a:p>
          <a:r>
            <a:rPr lang="en-US" sz="2800" dirty="0"/>
            <a:t>Windows 95/NT</a:t>
          </a:r>
        </a:p>
      </dgm:t>
    </dgm:pt>
    <dgm:pt modelId="{B5695138-AF96-45CE-BB8B-D43A0936E5A6}" type="parTrans" cxnId="{1F7E3A92-FEF0-482F-BC0B-0695F3B00200}">
      <dgm:prSet/>
      <dgm:spPr/>
      <dgm:t>
        <a:bodyPr/>
        <a:lstStyle/>
        <a:p>
          <a:endParaRPr lang="en-US"/>
        </a:p>
      </dgm:t>
    </dgm:pt>
    <dgm:pt modelId="{7C592700-6428-43F4-B4BB-5AB60194EAD2}" type="sibTrans" cxnId="{1F7E3A92-FEF0-482F-BC0B-0695F3B00200}">
      <dgm:prSet/>
      <dgm:spPr/>
      <dgm:t>
        <a:bodyPr/>
        <a:lstStyle/>
        <a:p>
          <a:endParaRPr lang="en-US"/>
        </a:p>
      </dgm:t>
    </dgm:pt>
    <dgm:pt modelId="{93F3A243-7A82-4056-AF9F-4211CE2AC20B}">
      <dgm:prSet phldrT="[Text]" custT="1"/>
      <dgm:spPr/>
      <dgm:t>
        <a:bodyPr/>
        <a:lstStyle/>
        <a:p>
          <a:r>
            <a:rPr lang="en-US" sz="2800" dirty="0"/>
            <a:t>Windows 98/2000</a:t>
          </a:r>
        </a:p>
      </dgm:t>
    </dgm:pt>
    <dgm:pt modelId="{6A14CFE6-B63F-4A29-9318-4A82AA13025F}" type="parTrans" cxnId="{4AB6F85A-E171-4B05-BCDF-3DF1CDD8D550}">
      <dgm:prSet/>
      <dgm:spPr/>
      <dgm:t>
        <a:bodyPr/>
        <a:lstStyle/>
        <a:p>
          <a:endParaRPr lang="en-US"/>
        </a:p>
      </dgm:t>
    </dgm:pt>
    <dgm:pt modelId="{998A77E4-266B-472A-B0E7-E7F21524E33B}" type="sibTrans" cxnId="{4AB6F85A-E171-4B05-BCDF-3DF1CDD8D550}">
      <dgm:prSet/>
      <dgm:spPr/>
      <dgm:t>
        <a:bodyPr/>
        <a:lstStyle/>
        <a:p>
          <a:endParaRPr lang="en-US"/>
        </a:p>
      </dgm:t>
    </dgm:pt>
    <dgm:pt modelId="{0E3A7EAB-32B8-42F1-BBB4-5EC930ABC4C0}" type="pres">
      <dgm:prSet presAssocID="{C5A46478-F59A-4D07-9474-A141A2F38317}" presName="Name0" presStyleCnt="0">
        <dgm:presLayoutVars>
          <dgm:dir/>
          <dgm:resizeHandles val="exact"/>
        </dgm:presLayoutVars>
      </dgm:prSet>
      <dgm:spPr/>
    </dgm:pt>
    <dgm:pt modelId="{8B46F069-31C7-4CD9-96BD-AD255DAAD80A}" type="pres">
      <dgm:prSet presAssocID="{C5A46478-F59A-4D07-9474-A141A2F38317}" presName="arrow" presStyleLbl="bgShp" presStyleIdx="0" presStyleCnt="1"/>
      <dgm:spPr/>
    </dgm:pt>
    <dgm:pt modelId="{C186BECB-E7D2-4426-9086-0C83AA112957}" type="pres">
      <dgm:prSet presAssocID="{C5A46478-F59A-4D07-9474-A141A2F38317}" presName="points" presStyleCnt="0"/>
      <dgm:spPr/>
    </dgm:pt>
    <dgm:pt modelId="{53D31DF2-1DD2-48B3-BE4B-B7714FB6564F}" type="pres">
      <dgm:prSet presAssocID="{DB5887CD-EDDA-4922-8739-2280FDABCBC0}" presName="compositeA" presStyleCnt="0"/>
      <dgm:spPr/>
    </dgm:pt>
    <dgm:pt modelId="{6432B328-8482-4057-B643-436F0A613538}" type="pres">
      <dgm:prSet presAssocID="{DB5887CD-EDDA-4922-8739-2280FDABCBC0}" presName="textA" presStyleLbl="revTx" presStyleIdx="0" presStyleCnt="3">
        <dgm:presLayoutVars>
          <dgm:bulletEnabled val="1"/>
        </dgm:presLayoutVars>
      </dgm:prSet>
      <dgm:spPr/>
    </dgm:pt>
    <dgm:pt modelId="{656E5F37-9748-40D6-A633-12F299E57000}" type="pres">
      <dgm:prSet presAssocID="{DB5887CD-EDDA-4922-8739-2280FDABCBC0}" presName="circleA" presStyleLbl="node1" presStyleIdx="0" presStyleCnt="3"/>
      <dgm:spPr/>
    </dgm:pt>
    <dgm:pt modelId="{1F7A6295-6746-4976-9FE5-D3BDB994F1ED}" type="pres">
      <dgm:prSet presAssocID="{DB5887CD-EDDA-4922-8739-2280FDABCBC0}" presName="spaceA" presStyleCnt="0"/>
      <dgm:spPr/>
    </dgm:pt>
    <dgm:pt modelId="{FEEBCDA5-86ED-4220-A543-4B6E427973EF}" type="pres">
      <dgm:prSet presAssocID="{5678CCAC-BFB1-4E8B-960A-5F8EEAB70C7F}" presName="space" presStyleCnt="0"/>
      <dgm:spPr/>
    </dgm:pt>
    <dgm:pt modelId="{212906A2-BAD0-4F15-B75F-B1744E544DFE}" type="pres">
      <dgm:prSet presAssocID="{CBD2CD7C-71FD-4CFE-A7A4-600353702340}" presName="compositeB" presStyleCnt="0"/>
      <dgm:spPr/>
    </dgm:pt>
    <dgm:pt modelId="{11DB53D1-B311-4E3D-8893-032D6831C753}" type="pres">
      <dgm:prSet presAssocID="{CBD2CD7C-71FD-4CFE-A7A4-600353702340}" presName="textB" presStyleLbl="revTx" presStyleIdx="1" presStyleCnt="3">
        <dgm:presLayoutVars>
          <dgm:bulletEnabled val="1"/>
        </dgm:presLayoutVars>
      </dgm:prSet>
      <dgm:spPr/>
    </dgm:pt>
    <dgm:pt modelId="{3722EEF0-5E9A-422F-AED7-8701D324B8EB}" type="pres">
      <dgm:prSet presAssocID="{CBD2CD7C-71FD-4CFE-A7A4-600353702340}" presName="circleB" presStyleLbl="node1" presStyleIdx="1" presStyleCnt="3"/>
      <dgm:spPr/>
    </dgm:pt>
    <dgm:pt modelId="{8A181471-4DD7-439F-81C1-3268E28C0CD5}" type="pres">
      <dgm:prSet presAssocID="{CBD2CD7C-71FD-4CFE-A7A4-600353702340}" presName="spaceB" presStyleCnt="0"/>
      <dgm:spPr/>
    </dgm:pt>
    <dgm:pt modelId="{2EF3EABD-B99F-49F3-B6F4-809884483C4A}" type="pres">
      <dgm:prSet presAssocID="{7C592700-6428-43F4-B4BB-5AB60194EAD2}" presName="space" presStyleCnt="0"/>
      <dgm:spPr/>
    </dgm:pt>
    <dgm:pt modelId="{F9E7EE79-A53F-40DD-9689-C7F5A707C82B}" type="pres">
      <dgm:prSet presAssocID="{93F3A243-7A82-4056-AF9F-4211CE2AC20B}" presName="compositeA" presStyleCnt="0"/>
      <dgm:spPr/>
    </dgm:pt>
    <dgm:pt modelId="{28CBDD9B-DA5E-4D80-B0E7-9805B3A425DE}" type="pres">
      <dgm:prSet presAssocID="{93F3A243-7A82-4056-AF9F-4211CE2AC20B}" presName="textA" presStyleLbl="revTx" presStyleIdx="2" presStyleCnt="3">
        <dgm:presLayoutVars>
          <dgm:bulletEnabled val="1"/>
        </dgm:presLayoutVars>
      </dgm:prSet>
      <dgm:spPr/>
    </dgm:pt>
    <dgm:pt modelId="{D88EC6B9-DF77-49C8-A29C-295F7130FD38}" type="pres">
      <dgm:prSet presAssocID="{93F3A243-7A82-4056-AF9F-4211CE2AC20B}" presName="circleA" presStyleLbl="node1" presStyleIdx="2" presStyleCnt="3"/>
      <dgm:spPr/>
    </dgm:pt>
    <dgm:pt modelId="{BFDC10E4-5D34-4AA0-B7E4-8A98EAF3B723}" type="pres">
      <dgm:prSet presAssocID="{93F3A243-7A82-4056-AF9F-4211CE2AC20B}" presName="spaceA" presStyleCnt="0"/>
      <dgm:spPr/>
    </dgm:pt>
  </dgm:ptLst>
  <dgm:cxnLst>
    <dgm:cxn modelId="{EEDA782D-B4C7-44A3-9D6A-6BE829AAB003}" type="presOf" srcId="{93F3A243-7A82-4056-AF9F-4211CE2AC20B}" destId="{28CBDD9B-DA5E-4D80-B0E7-9805B3A425DE}" srcOrd="0" destOrd="0" presId="urn:microsoft.com/office/officeart/2005/8/layout/hProcess11"/>
    <dgm:cxn modelId="{492C1034-45CB-4941-B87F-79A6ADF3E424}" type="presOf" srcId="{CBD2CD7C-71FD-4CFE-A7A4-600353702340}" destId="{11DB53D1-B311-4E3D-8893-032D6831C753}" srcOrd="0" destOrd="0" presId="urn:microsoft.com/office/officeart/2005/8/layout/hProcess11"/>
    <dgm:cxn modelId="{10562369-A0DA-4354-871D-6AF68FC30BDE}" type="presOf" srcId="{DB5887CD-EDDA-4922-8739-2280FDABCBC0}" destId="{6432B328-8482-4057-B643-436F0A613538}" srcOrd="0" destOrd="0" presId="urn:microsoft.com/office/officeart/2005/8/layout/hProcess11"/>
    <dgm:cxn modelId="{4AB6F85A-E171-4B05-BCDF-3DF1CDD8D550}" srcId="{C5A46478-F59A-4D07-9474-A141A2F38317}" destId="{93F3A243-7A82-4056-AF9F-4211CE2AC20B}" srcOrd="2" destOrd="0" parTransId="{6A14CFE6-B63F-4A29-9318-4A82AA13025F}" sibTransId="{998A77E4-266B-472A-B0E7-E7F21524E33B}"/>
    <dgm:cxn modelId="{B4F4C484-E095-446C-91AA-77E4F1FBC10A}" type="presOf" srcId="{C5A46478-F59A-4D07-9474-A141A2F38317}" destId="{0E3A7EAB-32B8-42F1-BBB4-5EC930ABC4C0}" srcOrd="0" destOrd="0" presId="urn:microsoft.com/office/officeart/2005/8/layout/hProcess11"/>
    <dgm:cxn modelId="{1F7E3A92-FEF0-482F-BC0B-0695F3B00200}" srcId="{C5A46478-F59A-4D07-9474-A141A2F38317}" destId="{CBD2CD7C-71FD-4CFE-A7A4-600353702340}" srcOrd="1" destOrd="0" parTransId="{B5695138-AF96-45CE-BB8B-D43A0936E5A6}" sibTransId="{7C592700-6428-43F4-B4BB-5AB60194EAD2}"/>
    <dgm:cxn modelId="{D18A8FB6-0084-4407-B3AA-9E1E2036F485}" srcId="{C5A46478-F59A-4D07-9474-A141A2F38317}" destId="{DB5887CD-EDDA-4922-8739-2280FDABCBC0}" srcOrd="0" destOrd="0" parTransId="{6E8FD52A-3595-45B4-8628-43B513E99CF8}" sibTransId="{5678CCAC-BFB1-4E8B-960A-5F8EEAB70C7F}"/>
    <dgm:cxn modelId="{950FF635-0017-40A5-9DEA-5C712CB0F46A}" type="presParOf" srcId="{0E3A7EAB-32B8-42F1-BBB4-5EC930ABC4C0}" destId="{8B46F069-31C7-4CD9-96BD-AD255DAAD80A}" srcOrd="0" destOrd="0" presId="urn:microsoft.com/office/officeart/2005/8/layout/hProcess11"/>
    <dgm:cxn modelId="{CC6DB479-A783-4DCB-A7BD-576680F82997}" type="presParOf" srcId="{0E3A7EAB-32B8-42F1-BBB4-5EC930ABC4C0}" destId="{C186BECB-E7D2-4426-9086-0C83AA112957}" srcOrd="1" destOrd="0" presId="urn:microsoft.com/office/officeart/2005/8/layout/hProcess11"/>
    <dgm:cxn modelId="{EB9C5CF2-5381-4B0B-9AC5-F06743DC4E15}" type="presParOf" srcId="{C186BECB-E7D2-4426-9086-0C83AA112957}" destId="{53D31DF2-1DD2-48B3-BE4B-B7714FB6564F}" srcOrd="0" destOrd="0" presId="urn:microsoft.com/office/officeart/2005/8/layout/hProcess11"/>
    <dgm:cxn modelId="{41B49B82-79A5-455B-B552-A5FDFCA07014}" type="presParOf" srcId="{53D31DF2-1DD2-48B3-BE4B-B7714FB6564F}" destId="{6432B328-8482-4057-B643-436F0A613538}" srcOrd="0" destOrd="0" presId="urn:microsoft.com/office/officeart/2005/8/layout/hProcess11"/>
    <dgm:cxn modelId="{9DDD1552-2ABD-4AB7-8583-CCA858EC8BD1}" type="presParOf" srcId="{53D31DF2-1DD2-48B3-BE4B-B7714FB6564F}" destId="{656E5F37-9748-40D6-A633-12F299E57000}" srcOrd="1" destOrd="0" presId="urn:microsoft.com/office/officeart/2005/8/layout/hProcess11"/>
    <dgm:cxn modelId="{7C53E5EF-B072-40E9-B86A-ED924A89B65E}" type="presParOf" srcId="{53D31DF2-1DD2-48B3-BE4B-B7714FB6564F}" destId="{1F7A6295-6746-4976-9FE5-D3BDB994F1ED}" srcOrd="2" destOrd="0" presId="urn:microsoft.com/office/officeart/2005/8/layout/hProcess11"/>
    <dgm:cxn modelId="{0F00D623-1DD8-4164-8B54-1C6DB876C389}" type="presParOf" srcId="{C186BECB-E7D2-4426-9086-0C83AA112957}" destId="{FEEBCDA5-86ED-4220-A543-4B6E427973EF}" srcOrd="1" destOrd="0" presId="urn:microsoft.com/office/officeart/2005/8/layout/hProcess11"/>
    <dgm:cxn modelId="{E81E2CA3-5C82-4DFD-89AB-9CDFEE981F66}" type="presParOf" srcId="{C186BECB-E7D2-4426-9086-0C83AA112957}" destId="{212906A2-BAD0-4F15-B75F-B1744E544DFE}" srcOrd="2" destOrd="0" presId="urn:microsoft.com/office/officeart/2005/8/layout/hProcess11"/>
    <dgm:cxn modelId="{60EE2FD7-5F5B-437B-B684-190CA643BFE6}" type="presParOf" srcId="{212906A2-BAD0-4F15-B75F-B1744E544DFE}" destId="{11DB53D1-B311-4E3D-8893-032D6831C753}" srcOrd="0" destOrd="0" presId="urn:microsoft.com/office/officeart/2005/8/layout/hProcess11"/>
    <dgm:cxn modelId="{1073E9E4-8ACE-4AEB-8E09-E644EAD52EF5}" type="presParOf" srcId="{212906A2-BAD0-4F15-B75F-B1744E544DFE}" destId="{3722EEF0-5E9A-422F-AED7-8701D324B8EB}" srcOrd="1" destOrd="0" presId="urn:microsoft.com/office/officeart/2005/8/layout/hProcess11"/>
    <dgm:cxn modelId="{73047AB8-FFA7-42F4-9B2F-49662CBE86A2}" type="presParOf" srcId="{212906A2-BAD0-4F15-B75F-B1744E544DFE}" destId="{8A181471-4DD7-439F-81C1-3268E28C0CD5}" srcOrd="2" destOrd="0" presId="urn:microsoft.com/office/officeart/2005/8/layout/hProcess11"/>
    <dgm:cxn modelId="{5AC3B4F6-C9B0-4645-B8A3-1B0C4A6F43CB}" type="presParOf" srcId="{C186BECB-E7D2-4426-9086-0C83AA112957}" destId="{2EF3EABD-B99F-49F3-B6F4-809884483C4A}" srcOrd="3" destOrd="0" presId="urn:microsoft.com/office/officeart/2005/8/layout/hProcess11"/>
    <dgm:cxn modelId="{CC6E8B86-DE7D-48E0-BA76-6C5BCBCB3828}" type="presParOf" srcId="{C186BECB-E7D2-4426-9086-0C83AA112957}" destId="{F9E7EE79-A53F-40DD-9689-C7F5A707C82B}" srcOrd="4" destOrd="0" presId="urn:microsoft.com/office/officeart/2005/8/layout/hProcess11"/>
    <dgm:cxn modelId="{6551EA18-FCFC-44C5-B375-AD0852496E36}" type="presParOf" srcId="{F9E7EE79-A53F-40DD-9689-C7F5A707C82B}" destId="{28CBDD9B-DA5E-4D80-B0E7-9805B3A425DE}" srcOrd="0" destOrd="0" presId="urn:microsoft.com/office/officeart/2005/8/layout/hProcess11"/>
    <dgm:cxn modelId="{78A9FEF8-BF29-4E64-811E-7977D1619679}" type="presParOf" srcId="{F9E7EE79-A53F-40DD-9689-C7F5A707C82B}" destId="{D88EC6B9-DF77-49C8-A29C-295F7130FD38}" srcOrd="1" destOrd="0" presId="urn:microsoft.com/office/officeart/2005/8/layout/hProcess11"/>
    <dgm:cxn modelId="{F7D44C96-8A9E-438E-938D-376B489C78E8}" type="presParOf" srcId="{F9E7EE79-A53F-40DD-9689-C7F5A707C82B}" destId="{BFDC10E4-5D34-4AA0-B7E4-8A98EAF3B723}"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A46478-F59A-4D07-9474-A141A2F38317}" type="doc">
      <dgm:prSet loTypeId="urn:microsoft.com/office/officeart/2005/8/layout/hProcess11" loCatId="process" qsTypeId="urn:microsoft.com/office/officeart/2005/8/quickstyle/simple1" qsCatId="simple" csTypeId="urn:microsoft.com/office/officeart/2005/8/colors/accent1_2" csCatId="accent1" phldr="1"/>
      <dgm:spPr/>
    </dgm:pt>
    <dgm:pt modelId="{DB5887CD-EDDA-4922-8739-2280FDABCBC0}">
      <dgm:prSet phldrT="[Text]"/>
      <dgm:spPr/>
      <dgm:t>
        <a:bodyPr/>
        <a:lstStyle/>
        <a:p>
          <a:r>
            <a:rPr lang="en-US" dirty="0"/>
            <a:t>Windows XP/Server 2003</a:t>
          </a:r>
        </a:p>
      </dgm:t>
    </dgm:pt>
    <dgm:pt modelId="{6E8FD52A-3595-45B4-8628-43B513E99CF8}" type="parTrans" cxnId="{D18A8FB6-0084-4407-B3AA-9E1E2036F485}">
      <dgm:prSet/>
      <dgm:spPr/>
      <dgm:t>
        <a:bodyPr/>
        <a:lstStyle/>
        <a:p>
          <a:endParaRPr lang="en-US"/>
        </a:p>
      </dgm:t>
    </dgm:pt>
    <dgm:pt modelId="{5678CCAC-BFB1-4E8B-960A-5F8EEAB70C7F}" type="sibTrans" cxnId="{D18A8FB6-0084-4407-B3AA-9E1E2036F485}">
      <dgm:prSet/>
      <dgm:spPr/>
      <dgm:t>
        <a:bodyPr/>
        <a:lstStyle/>
        <a:p>
          <a:endParaRPr lang="en-US"/>
        </a:p>
      </dgm:t>
    </dgm:pt>
    <dgm:pt modelId="{CBD2CD7C-71FD-4CFE-A7A4-600353702340}">
      <dgm:prSet phldrT="[Text]"/>
      <dgm:spPr/>
      <dgm:t>
        <a:bodyPr/>
        <a:lstStyle/>
        <a:p>
          <a:r>
            <a:rPr lang="en-US" dirty="0"/>
            <a:t>Windows Vista/</a:t>
          </a:r>
          <a:br>
            <a:rPr lang="en-US" dirty="0"/>
          </a:br>
          <a:r>
            <a:rPr lang="en-US" dirty="0"/>
            <a:t>Windows 7/</a:t>
          </a:r>
          <a:br>
            <a:rPr lang="en-US" dirty="0"/>
          </a:br>
          <a:r>
            <a:rPr lang="en-US" dirty="0"/>
            <a:t>Server 2008</a:t>
          </a:r>
        </a:p>
      </dgm:t>
    </dgm:pt>
    <dgm:pt modelId="{B5695138-AF96-45CE-BB8B-D43A0936E5A6}" type="parTrans" cxnId="{1F7E3A92-FEF0-482F-BC0B-0695F3B00200}">
      <dgm:prSet/>
      <dgm:spPr/>
      <dgm:t>
        <a:bodyPr/>
        <a:lstStyle/>
        <a:p>
          <a:endParaRPr lang="en-US"/>
        </a:p>
      </dgm:t>
    </dgm:pt>
    <dgm:pt modelId="{7C592700-6428-43F4-B4BB-5AB60194EAD2}" type="sibTrans" cxnId="{1F7E3A92-FEF0-482F-BC0B-0695F3B00200}">
      <dgm:prSet/>
      <dgm:spPr/>
      <dgm:t>
        <a:bodyPr/>
        <a:lstStyle/>
        <a:p>
          <a:endParaRPr lang="en-US"/>
        </a:p>
      </dgm:t>
    </dgm:pt>
    <dgm:pt modelId="{93F3A243-7A82-4056-AF9F-4211CE2AC20B}">
      <dgm:prSet phldrT="[Text]"/>
      <dgm:spPr/>
      <dgm:t>
        <a:bodyPr/>
        <a:lstStyle/>
        <a:p>
          <a:r>
            <a:rPr lang="en-US" dirty="0"/>
            <a:t>Windows 8/</a:t>
          </a:r>
          <a:br>
            <a:rPr lang="en-US" dirty="0"/>
          </a:br>
          <a:r>
            <a:rPr lang="en-US" dirty="0"/>
            <a:t>Server 2012</a:t>
          </a:r>
        </a:p>
      </dgm:t>
    </dgm:pt>
    <dgm:pt modelId="{6A14CFE6-B63F-4A29-9318-4A82AA13025F}" type="parTrans" cxnId="{4AB6F85A-E171-4B05-BCDF-3DF1CDD8D550}">
      <dgm:prSet/>
      <dgm:spPr/>
      <dgm:t>
        <a:bodyPr/>
        <a:lstStyle/>
        <a:p>
          <a:endParaRPr lang="en-US"/>
        </a:p>
      </dgm:t>
    </dgm:pt>
    <dgm:pt modelId="{998A77E4-266B-472A-B0E7-E7F21524E33B}" type="sibTrans" cxnId="{4AB6F85A-E171-4B05-BCDF-3DF1CDD8D550}">
      <dgm:prSet/>
      <dgm:spPr/>
      <dgm:t>
        <a:bodyPr/>
        <a:lstStyle/>
        <a:p>
          <a:endParaRPr lang="en-US"/>
        </a:p>
      </dgm:t>
    </dgm:pt>
    <dgm:pt modelId="{0E3A7EAB-32B8-42F1-BBB4-5EC930ABC4C0}" type="pres">
      <dgm:prSet presAssocID="{C5A46478-F59A-4D07-9474-A141A2F38317}" presName="Name0" presStyleCnt="0">
        <dgm:presLayoutVars>
          <dgm:dir/>
          <dgm:resizeHandles val="exact"/>
        </dgm:presLayoutVars>
      </dgm:prSet>
      <dgm:spPr/>
    </dgm:pt>
    <dgm:pt modelId="{8B46F069-31C7-4CD9-96BD-AD255DAAD80A}" type="pres">
      <dgm:prSet presAssocID="{C5A46478-F59A-4D07-9474-A141A2F38317}" presName="arrow" presStyleLbl="bgShp" presStyleIdx="0" presStyleCnt="1"/>
      <dgm:spPr/>
    </dgm:pt>
    <dgm:pt modelId="{C186BECB-E7D2-4426-9086-0C83AA112957}" type="pres">
      <dgm:prSet presAssocID="{C5A46478-F59A-4D07-9474-A141A2F38317}" presName="points" presStyleCnt="0"/>
      <dgm:spPr/>
    </dgm:pt>
    <dgm:pt modelId="{53D31DF2-1DD2-48B3-BE4B-B7714FB6564F}" type="pres">
      <dgm:prSet presAssocID="{DB5887CD-EDDA-4922-8739-2280FDABCBC0}" presName="compositeA" presStyleCnt="0"/>
      <dgm:spPr/>
    </dgm:pt>
    <dgm:pt modelId="{6432B328-8482-4057-B643-436F0A613538}" type="pres">
      <dgm:prSet presAssocID="{DB5887CD-EDDA-4922-8739-2280FDABCBC0}" presName="textA" presStyleLbl="revTx" presStyleIdx="0" presStyleCnt="3">
        <dgm:presLayoutVars>
          <dgm:bulletEnabled val="1"/>
        </dgm:presLayoutVars>
      </dgm:prSet>
      <dgm:spPr/>
    </dgm:pt>
    <dgm:pt modelId="{656E5F37-9748-40D6-A633-12F299E57000}" type="pres">
      <dgm:prSet presAssocID="{DB5887CD-EDDA-4922-8739-2280FDABCBC0}" presName="circleA" presStyleLbl="node1" presStyleIdx="0" presStyleCnt="3"/>
      <dgm:spPr/>
    </dgm:pt>
    <dgm:pt modelId="{1F7A6295-6746-4976-9FE5-D3BDB994F1ED}" type="pres">
      <dgm:prSet presAssocID="{DB5887CD-EDDA-4922-8739-2280FDABCBC0}" presName="spaceA" presStyleCnt="0"/>
      <dgm:spPr/>
    </dgm:pt>
    <dgm:pt modelId="{FEEBCDA5-86ED-4220-A543-4B6E427973EF}" type="pres">
      <dgm:prSet presAssocID="{5678CCAC-BFB1-4E8B-960A-5F8EEAB70C7F}" presName="space" presStyleCnt="0"/>
      <dgm:spPr/>
    </dgm:pt>
    <dgm:pt modelId="{212906A2-BAD0-4F15-B75F-B1744E544DFE}" type="pres">
      <dgm:prSet presAssocID="{CBD2CD7C-71FD-4CFE-A7A4-600353702340}" presName="compositeB" presStyleCnt="0"/>
      <dgm:spPr/>
    </dgm:pt>
    <dgm:pt modelId="{11DB53D1-B311-4E3D-8893-032D6831C753}" type="pres">
      <dgm:prSet presAssocID="{CBD2CD7C-71FD-4CFE-A7A4-600353702340}" presName="textB" presStyleLbl="revTx" presStyleIdx="1" presStyleCnt="3">
        <dgm:presLayoutVars>
          <dgm:bulletEnabled val="1"/>
        </dgm:presLayoutVars>
      </dgm:prSet>
      <dgm:spPr/>
    </dgm:pt>
    <dgm:pt modelId="{3722EEF0-5E9A-422F-AED7-8701D324B8EB}" type="pres">
      <dgm:prSet presAssocID="{CBD2CD7C-71FD-4CFE-A7A4-600353702340}" presName="circleB" presStyleLbl="node1" presStyleIdx="1" presStyleCnt="3"/>
      <dgm:spPr/>
    </dgm:pt>
    <dgm:pt modelId="{8A181471-4DD7-439F-81C1-3268E28C0CD5}" type="pres">
      <dgm:prSet presAssocID="{CBD2CD7C-71FD-4CFE-A7A4-600353702340}" presName="spaceB" presStyleCnt="0"/>
      <dgm:spPr/>
    </dgm:pt>
    <dgm:pt modelId="{2EF3EABD-B99F-49F3-B6F4-809884483C4A}" type="pres">
      <dgm:prSet presAssocID="{7C592700-6428-43F4-B4BB-5AB60194EAD2}" presName="space" presStyleCnt="0"/>
      <dgm:spPr/>
    </dgm:pt>
    <dgm:pt modelId="{F9E7EE79-A53F-40DD-9689-C7F5A707C82B}" type="pres">
      <dgm:prSet presAssocID="{93F3A243-7A82-4056-AF9F-4211CE2AC20B}" presName="compositeA" presStyleCnt="0"/>
      <dgm:spPr/>
    </dgm:pt>
    <dgm:pt modelId="{28CBDD9B-DA5E-4D80-B0E7-9805B3A425DE}" type="pres">
      <dgm:prSet presAssocID="{93F3A243-7A82-4056-AF9F-4211CE2AC20B}" presName="textA" presStyleLbl="revTx" presStyleIdx="2" presStyleCnt="3">
        <dgm:presLayoutVars>
          <dgm:bulletEnabled val="1"/>
        </dgm:presLayoutVars>
      </dgm:prSet>
      <dgm:spPr/>
    </dgm:pt>
    <dgm:pt modelId="{D88EC6B9-DF77-49C8-A29C-295F7130FD38}" type="pres">
      <dgm:prSet presAssocID="{93F3A243-7A82-4056-AF9F-4211CE2AC20B}" presName="circleA" presStyleLbl="node1" presStyleIdx="2" presStyleCnt="3"/>
      <dgm:spPr/>
    </dgm:pt>
    <dgm:pt modelId="{BFDC10E4-5D34-4AA0-B7E4-8A98EAF3B723}" type="pres">
      <dgm:prSet presAssocID="{93F3A243-7A82-4056-AF9F-4211CE2AC20B}" presName="spaceA" presStyleCnt="0"/>
      <dgm:spPr/>
    </dgm:pt>
  </dgm:ptLst>
  <dgm:cxnLst>
    <dgm:cxn modelId="{DCEB2764-1D4C-45B1-8701-9220B961B489}" type="presOf" srcId="{C5A46478-F59A-4D07-9474-A141A2F38317}" destId="{0E3A7EAB-32B8-42F1-BBB4-5EC930ABC4C0}" srcOrd="0" destOrd="0" presId="urn:microsoft.com/office/officeart/2005/8/layout/hProcess11"/>
    <dgm:cxn modelId="{2DF1AD54-A5B8-4C9C-95C0-5664FBBA2ECD}" type="presOf" srcId="{DB5887CD-EDDA-4922-8739-2280FDABCBC0}" destId="{6432B328-8482-4057-B643-436F0A613538}" srcOrd="0" destOrd="0" presId="urn:microsoft.com/office/officeart/2005/8/layout/hProcess11"/>
    <dgm:cxn modelId="{4AB6F85A-E171-4B05-BCDF-3DF1CDD8D550}" srcId="{C5A46478-F59A-4D07-9474-A141A2F38317}" destId="{93F3A243-7A82-4056-AF9F-4211CE2AC20B}" srcOrd="2" destOrd="0" parTransId="{6A14CFE6-B63F-4A29-9318-4A82AA13025F}" sibTransId="{998A77E4-266B-472A-B0E7-E7F21524E33B}"/>
    <dgm:cxn modelId="{1F7E3A92-FEF0-482F-BC0B-0695F3B00200}" srcId="{C5A46478-F59A-4D07-9474-A141A2F38317}" destId="{CBD2CD7C-71FD-4CFE-A7A4-600353702340}" srcOrd="1" destOrd="0" parTransId="{B5695138-AF96-45CE-BB8B-D43A0936E5A6}" sibTransId="{7C592700-6428-43F4-B4BB-5AB60194EAD2}"/>
    <dgm:cxn modelId="{6C58739E-D6AA-4CDE-92B5-F1B48D8571AE}" type="presOf" srcId="{93F3A243-7A82-4056-AF9F-4211CE2AC20B}" destId="{28CBDD9B-DA5E-4D80-B0E7-9805B3A425DE}" srcOrd="0" destOrd="0" presId="urn:microsoft.com/office/officeart/2005/8/layout/hProcess11"/>
    <dgm:cxn modelId="{D18A8FB6-0084-4407-B3AA-9E1E2036F485}" srcId="{C5A46478-F59A-4D07-9474-A141A2F38317}" destId="{DB5887CD-EDDA-4922-8739-2280FDABCBC0}" srcOrd="0" destOrd="0" parTransId="{6E8FD52A-3595-45B4-8628-43B513E99CF8}" sibTransId="{5678CCAC-BFB1-4E8B-960A-5F8EEAB70C7F}"/>
    <dgm:cxn modelId="{120A63DD-DB96-409F-9877-B2EDDD576349}" type="presOf" srcId="{CBD2CD7C-71FD-4CFE-A7A4-600353702340}" destId="{11DB53D1-B311-4E3D-8893-032D6831C753}" srcOrd="0" destOrd="0" presId="urn:microsoft.com/office/officeart/2005/8/layout/hProcess11"/>
    <dgm:cxn modelId="{CC646648-EEE5-403E-97BE-CB9303D069F9}" type="presParOf" srcId="{0E3A7EAB-32B8-42F1-BBB4-5EC930ABC4C0}" destId="{8B46F069-31C7-4CD9-96BD-AD255DAAD80A}" srcOrd="0" destOrd="0" presId="urn:microsoft.com/office/officeart/2005/8/layout/hProcess11"/>
    <dgm:cxn modelId="{EA099C1F-9822-4ADA-B5CD-1D5C2EF87D40}" type="presParOf" srcId="{0E3A7EAB-32B8-42F1-BBB4-5EC930ABC4C0}" destId="{C186BECB-E7D2-4426-9086-0C83AA112957}" srcOrd="1" destOrd="0" presId="urn:microsoft.com/office/officeart/2005/8/layout/hProcess11"/>
    <dgm:cxn modelId="{03539BA9-531A-4501-AD50-35631FCB40BB}" type="presParOf" srcId="{C186BECB-E7D2-4426-9086-0C83AA112957}" destId="{53D31DF2-1DD2-48B3-BE4B-B7714FB6564F}" srcOrd="0" destOrd="0" presId="urn:microsoft.com/office/officeart/2005/8/layout/hProcess11"/>
    <dgm:cxn modelId="{9DE8BFA7-E4DA-4E74-9C2B-5337E2B93D8B}" type="presParOf" srcId="{53D31DF2-1DD2-48B3-BE4B-B7714FB6564F}" destId="{6432B328-8482-4057-B643-436F0A613538}" srcOrd="0" destOrd="0" presId="urn:microsoft.com/office/officeart/2005/8/layout/hProcess11"/>
    <dgm:cxn modelId="{60A24C47-E5CE-468F-8D05-A323E06A48CA}" type="presParOf" srcId="{53D31DF2-1DD2-48B3-BE4B-B7714FB6564F}" destId="{656E5F37-9748-40D6-A633-12F299E57000}" srcOrd="1" destOrd="0" presId="urn:microsoft.com/office/officeart/2005/8/layout/hProcess11"/>
    <dgm:cxn modelId="{70357550-B59C-4F66-BC57-86C762F081C4}" type="presParOf" srcId="{53D31DF2-1DD2-48B3-BE4B-B7714FB6564F}" destId="{1F7A6295-6746-4976-9FE5-D3BDB994F1ED}" srcOrd="2" destOrd="0" presId="urn:microsoft.com/office/officeart/2005/8/layout/hProcess11"/>
    <dgm:cxn modelId="{58280417-AC88-494E-9C03-F29A59396AB4}" type="presParOf" srcId="{C186BECB-E7D2-4426-9086-0C83AA112957}" destId="{FEEBCDA5-86ED-4220-A543-4B6E427973EF}" srcOrd="1" destOrd="0" presId="urn:microsoft.com/office/officeart/2005/8/layout/hProcess11"/>
    <dgm:cxn modelId="{88F7D1FA-8499-4EF8-B54E-04BAA13214F8}" type="presParOf" srcId="{C186BECB-E7D2-4426-9086-0C83AA112957}" destId="{212906A2-BAD0-4F15-B75F-B1744E544DFE}" srcOrd="2" destOrd="0" presId="urn:microsoft.com/office/officeart/2005/8/layout/hProcess11"/>
    <dgm:cxn modelId="{00501FDE-3829-4BD7-9027-44CD3FF04C61}" type="presParOf" srcId="{212906A2-BAD0-4F15-B75F-B1744E544DFE}" destId="{11DB53D1-B311-4E3D-8893-032D6831C753}" srcOrd="0" destOrd="0" presId="urn:microsoft.com/office/officeart/2005/8/layout/hProcess11"/>
    <dgm:cxn modelId="{3CF2DCDF-9487-4BF8-8107-DF612FD8A58B}" type="presParOf" srcId="{212906A2-BAD0-4F15-B75F-B1744E544DFE}" destId="{3722EEF0-5E9A-422F-AED7-8701D324B8EB}" srcOrd="1" destOrd="0" presId="urn:microsoft.com/office/officeart/2005/8/layout/hProcess11"/>
    <dgm:cxn modelId="{33A717D7-8BC9-49BE-B40D-076B5548CF89}" type="presParOf" srcId="{212906A2-BAD0-4F15-B75F-B1744E544DFE}" destId="{8A181471-4DD7-439F-81C1-3268E28C0CD5}" srcOrd="2" destOrd="0" presId="urn:microsoft.com/office/officeart/2005/8/layout/hProcess11"/>
    <dgm:cxn modelId="{50F587DF-C1D4-40B2-8C9D-9B37D270012E}" type="presParOf" srcId="{C186BECB-E7D2-4426-9086-0C83AA112957}" destId="{2EF3EABD-B99F-49F3-B6F4-809884483C4A}" srcOrd="3" destOrd="0" presId="urn:microsoft.com/office/officeart/2005/8/layout/hProcess11"/>
    <dgm:cxn modelId="{B5ED29C1-67F8-4513-A57A-499E641B17CF}" type="presParOf" srcId="{C186BECB-E7D2-4426-9086-0C83AA112957}" destId="{F9E7EE79-A53F-40DD-9689-C7F5A707C82B}" srcOrd="4" destOrd="0" presId="urn:microsoft.com/office/officeart/2005/8/layout/hProcess11"/>
    <dgm:cxn modelId="{4D00D187-1278-4B64-BDCD-C757315CF6EF}" type="presParOf" srcId="{F9E7EE79-A53F-40DD-9689-C7F5A707C82B}" destId="{28CBDD9B-DA5E-4D80-B0E7-9805B3A425DE}" srcOrd="0" destOrd="0" presId="urn:microsoft.com/office/officeart/2005/8/layout/hProcess11"/>
    <dgm:cxn modelId="{59D25308-795C-43F6-B2A9-73A97F112B52}" type="presParOf" srcId="{F9E7EE79-A53F-40DD-9689-C7F5A707C82B}" destId="{D88EC6B9-DF77-49C8-A29C-295F7130FD38}" srcOrd="1" destOrd="0" presId="urn:microsoft.com/office/officeart/2005/8/layout/hProcess11"/>
    <dgm:cxn modelId="{1BAA92F3-4158-4FA4-B85F-57765046FCCC}" type="presParOf" srcId="{F9E7EE79-A53F-40DD-9689-C7F5A707C82B}" destId="{BFDC10E4-5D34-4AA0-B7E4-8A98EAF3B723}"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F0C853C-D8A2-4F37-84E7-E8904139D09A}"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9AD1AE48-3525-4535-8490-65318A10C777}">
      <dgm:prSet phldrT="[Text]"/>
      <dgm:spPr/>
      <dgm:t>
        <a:bodyPr/>
        <a:lstStyle/>
        <a:p>
          <a:r>
            <a:rPr lang="en-US"/>
            <a:t>Windows 10</a:t>
          </a:r>
        </a:p>
      </dgm:t>
    </dgm:pt>
    <dgm:pt modelId="{B746EFD6-3AB8-4E02-A633-A0069858ED16}" type="parTrans" cxnId="{CB006018-C80B-45BB-B88F-E6AD11328E33}">
      <dgm:prSet/>
      <dgm:spPr/>
      <dgm:t>
        <a:bodyPr/>
        <a:lstStyle/>
        <a:p>
          <a:endParaRPr lang="en-US"/>
        </a:p>
      </dgm:t>
    </dgm:pt>
    <dgm:pt modelId="{248DBE04-EE48-459E-B7BC-F799072F2EC1}" type="sibTrans" cxnId="{CB006018-C80B-45BB-B88F-E6AD11328E33}">
      <dgm:prSet/>
      <dgm:spPr/>
      <dgm:t>
        <a:bodyPr/>
        <a:lstStyle/>
        <a:p>
          <a:endParaRPr lang="en-US"/>
        </a:p>
      </dgm:t>
    </dgm:pt>
    <dgm:pt modelId="{EF19F0E8-F36C-43E3-9C08-6963A6C6FCC8}">
      <dgm:prSet phldrT="[Text]"/>
      <dgm:spPr/>
      <dgm:t>
        <a:bodyPr/>
        <a:lstStyle/>
        <a:p>
          <a:r>
            <a:rPr lang="en-US"/>
            <a:t>Cortana</a:t>
          </a:r>
        </a:p>
      </dgm:t>
    </dgm:pt>
    <dgm:pt modelId="{7B850EFB-2E28-407D-8942-A6557D1BEA50}" type="parTrans" cxnId="{8B79706C-853F-400B-AA9D-2D53B4D10169}">
      <dgm:prSet/>
      <dgm:spPr/>
      <dgm:t>
        <a:bodyPr/>
        <a:lstStyle/>
        <a:p>
          <a:endParaRPr lang="en-US"/>
        </a:p>
      </dgm:t>
    </dgm:pt>
    <dgm:pt modelId="{6218CB22-7C36-462E-8713-51F0F16FB6B6}" type="sibTrans" cxnId="{8B79706C-853F-400B-AA9D-2D53B4D10169}">
      <dgm:prSet/>
      <dgm:spPr/>
      <dgm:t>
        <a:bodyPr/>
        <a:lstStyle/>
        <a:p>
          <a:endParaRPr lang="en-US"/>
        </a:p>
      </dgm:t>
    </dgm:pt>
    <dgm:pt modelId="{1D65B628-9A8D-472D-8C56-7A8E0B23360A}">
      <dgm:prSet phldrT="[Text]"/>
      <dgm:spPr/>
      <dgm:t>
        <a:bodyPr/>
        <a:lstStyle/>
        <a:p>
          <a:r>
            <a:rPr lang="en-US"/>
            <a:t>Edge browser</a:t>
          </a:r>
        </a:p>
      </dgm:t>
    </dgm:pt>
    <dgm:pt modelId="{92E7E514-B8C0-4055-BFCA-F5F520302BF5}" type="parTrans" cxnId="{1338BFC4-1A87-4CDC-8B09-8ACBBA5CC043}">
      <dgm:prSet/>
      <dgm:spPr/>
      <dgm:t>
        <a:bodyPr/>
        <a:lstStyle/>
        <a:p>
          <a:endParaRPr lang="en-US"/>
        </a:p>
      </dgm:t>
    </dgm:pt>
    <dgm:pt modelId="{A51B51E7-E72C-4C6F-B726-0CD89F8D0F4D}" type="sibTrans" cxnId="{1338BFC4-1A87-4CDC-8B09-8ACBBA5CC043}">
      <dgm:prSet/>
      <dgm:spPr/>
      <dgm:t>
        <a:bodyPr/>
        <a:lstStyle/>
        <a:p>
          <a:endParaRPr lang="en-US"/>
        </a:p>
      </dgm:t>
    </dgm:pt>
    <dgm:pt modelId="{949B6D90-0092-4E2C-97CA-1CA4A4A4C8CB}">
      <dgm:prSet phldrT="[Text]"/>
      <dgm:spPr/>
      <dgm:t>
        <a:bodyPr/>
        <a:lstStyle/>
        <a:p>
          <a:r>
            <a:rPr lang="en-US"/>
            <a:t>Universal apps</a:t>
          </a:r>
        </a:p>
      </dgm:t>
    </dgm:pt>
    <dgm:pt modelId="{E5515660-459D-4D1F-AD0B-910BD04BDD4B}" type="parTrans" cxnId="{C69795DF-B53F-42BD-8719-C19E0E003D6F}">
      <dgm:prSet/>
      <dgm:spPr/>
      <dgm:t>
        <a:bodyPr/>
        <a:lstStyle/>
        <a:p>
          <a:endParaRPr lang="en-US"/>
        </a:p>
      </dgm:t>
    </dgm:pt>
    <dgm:pt modelId="{E239F726-8FAE-4969-A77E-09C2CE28A362}" type="sibTrans" cxnId="{C69795DF-B53F-42BD-8719-C19E0E003D6F}">
      <dgm:prSet/>
      <dgm:spPr/>
      <dgm:t>
        <a:bodyPr/>
        <a:lstStyle/>
        <a:p>
          <a:endParaRPr lang="en-US"/>
        </a:p>
      </dgm:t>
    </dgm:pt>
    <dgm:pt modelId="{1F55F85E-C0B4-4A15-8B72-75BC506C2EEC}" type="pres">
      <dgm:prSet presAssocID="{7F0C853C-D8A2-4F37-84E7-E8904139D09A}" presName="cycle" presStyleCnt="0">
        <dgm:presLayoutVars>
          <dgm:chMax val="1"/>
          <dgm:dir/>
          <dgm:animLvl val="ctr"/>
          <dgm:resizeHandles val="exact"/>
        </dgm:presLayoutVars>
      </dgm:prSet>
      <dgm:spPr/>
    </dgm:pt>
    <dgm:pt modelId="{F643A365-8E18-4C45-A1A4-3CDF9E8E7A42}" type="pres">
      <dgm:prSet presAssocID="{9AD1AE48-3525-4535-8490-65318A10C777}" presName="centerShape" presStyleLbl="node0" presStyleIdx="0" presStyleCnt="1"/>
      <dgm:spPr/>
    </dgm:pt>
    <dgm:pt modelId="{5EBE390C-6DB4-430B-9EB5-931F524100C9}" type="pres">
      <dgm:prSet presAssocID="{7B850EFB-2E28-407D-8942-A6557D1BEA50}" presName="parTrans" presStyleLbl="bgSibTrans2D1" presStyleIdx="0" presStyleCnt="3"/>
      <dgm:spPr/>
    </dgm:pt>
    <dgm:pt modelId="{D590D019-96AE-4BFC-A2DF-C506F8789F32}" type="pres">
      <dgm:prSet presAssocID="{EF19F0E8-F36C-43E3-9C08-6963A6C6FCC8}" presName="node" presStyleLbl="node1" presStyleIdx="0" presStyleCnt="3">
        <dgm:presLayoutVars>
          <dgm:bulletEnabled val="1"/>
        </dgm:presLayoutVars>
      </dgm:prSet>
      <dgm:spPr/>
    </dgm:pt>
    <dgm:pt modelId="{7A9745D0-F0BD-4EBB-88AB-C63176B5273C}" type="pres">
      <dgm:prSet presAssocID="{92E7E514-B8C0-4055-BFCA-F5F520302BF5}" presName="parTrans" presStyleLbl="bgSibTrans2D1" presStyleIdx="1" presStyleCnt="3"/>
      <dgm:spPr/>
    </dgm:pt>
    <dgm:pt modelId="{8ED72D27-FBF4-4DE7-A4EA-835F557285BF}" type="pres">
      <dgm:prSet presAssocID="{1D65B628-9A8D-472D-8C56-7A8E0B23360A}" presName="node" presStyleLbl="node1" presStyleIdx="1" presStyleCnt="3">
        <dgm:presLayoutVars>
          <dgm:bulletEnabled val="1"/>
        </dgm:presLayoutVars>
      </dgm:prSet>
      <dgm:spPr/>
    </dgm:pt>
    <dgm:pt modelId="{8D82D5C3-5CAA-4478-AD94-6E4F6959E067}" type="pres">
      <dgm:prSet presAssocID="{E5515660-459D-4D1F-AD0B-910BD04BDD4B}" presName="parTrans" presStyleLbl="bgSibTrans2D1" presStyleIdx="2" presStyleCnt="3"/>
      <dgm:spPr/>
    </dgm:pt>
    <dgm:pt modelId="{3372A4FF-28AC-4304-A38D-A4FA3623CC8B}" type="pres">
      <dgm:prSet presAssocID="{949B6D90-0092-4E2C-97CA-1CA4A4A4C8CB}" presName="node" presStyleLbl="node1" presStyleIdx="2" presStyleCnt="3">
        <dgm:presLayoutVars>
          <dgm:bulletEnabled val="1"/>
        </dgm:presLayoutVars>
      </dgm:prSet>
      <dgm:spPr/>
    </dgm:pt>
  </dgm:ptLst>
  <dgm:cxnLst>
    <dgm:cxn modelId="{F6E6EC02-7B69-4834-96B1-0471FB6A4ABB}" type="presOf" srcId="{949B6D90-0092-4E2C-97CA-1CA4A4A4C8CB}" destId="{3372A4FF-28AC-4304-A38D-A4FA3623CC8B}" srcOrd="0" destOrd="0" presId="urn:microsoft.com/office/officeart/2005/8/layout/radial4"/>
    <dgm:cxn modelId="{CB006018-C80B-45BB-B88F-E6AD11328E33}" srcId="{7F0C853C-D8A2-4F37-84E7-E8904139D09A}" destId="{9AD1AE48-3525-4535-8490-65318A10C777}" srcOrd="0" destOrd="0" parTransId="{B746EFD6-3AB8-4E02-A633-A0069858ED16}" sibTransId="{248DBE04-EE48-459E-B7BC-F799072F2EC1}"/>
    <dgm:cxn modelId="{9221D83F-64C1-4D56-BAD7-EB41FC4FE98E}" type="presOf" srcId="{7B850EFB-2E28-407D-8942-A6557D1BEA50}" destId="{5EBE390C-6DB4-430B-9EB5-931F524100C9}" srcOrd="0" destOrd="0" presId="urn:microsoft.com/office/officeart/2005/8/layout/radial4"/>
    <dgm:cxn modelId="{2266DE3F-22CF-4A01-956A-1C82D79A0108}" type="presOf" srcId="{7F0C853C-D8A2-4F37-84E7-E8904139D09A}" destId="{1F55F85E-C0B4-4A15-8B72-75BC506C2EEC}" srcOrd="0" destOrd="0" presId="urn:microsoft.com/office/officeart/2005/8/layout/radial4"/>
    <dgm:cxn modelId="{1095805B-E009-48AB-B605-3B62A3C1FF08}" type="presOf" srcId="{1D65B628-9A8D-472D-8C56-7A8E0B23360A}" destId="{8ED72D27-FBF4-4DE7-A4EA-835F557285BF}" srcOrd="0" destOrd="0" presId="urn:microsoft.com/office/officeart/2005/8/layout/radial4"/>
    <dgm:cxn modelId="{5C1E9841-DA3C-4424-ABD7-6504640511BD}" type="presOf" srcId="{E5515660-459D-4D1F-AD0B-910BD04BDD4B}" destId="{8D82D5C3-5CAA-4478-AD94-6E4F6959E067}" srcOrd="0" destOrd="0" presId="urn:microsoft.com/office/officeart/2005/8/layout/radial4"/>
    <dgm:cxn modelId="{8B79706C-853F-400B-AA9D-2D53B4D10169}" srcId="{9AD1AE48-3525-4535-8490-65318A10C777}" destId="{EF19F0E8-F36C-43E3-9C08-6963A6C6FCC8}" srcOrd="0" destOrd="0" parTransId="{7B850EFB-2E28-407D-8942-A6557D1BEA50}" sibTransId="{6218CB22-7C36-462E-8713-51F0F16FB6B6}"/>
    <dgm:cxn modelId="{F740D5A5-D38E-49CB-AA13-5ACDED559574}" type="presOf" srcId="{9AD1AE48-3525-4535-8490-65318A10C777}" destId="{F643A365-8E18-4C45-A1A4-3CDF9E8E7A42}" srcOrd="0" destOrd="0" presId="urn:microsoft.com/office/officeart/2005/8/layout/radial4"/>
    <dgm:cxn modelId="{188AB5B3-C2C4-4BD3-8A76-765472B8D723}" type="presOf" srcId="{92E7E514-B8C0-4055-BFCA-F5F520302BF5}" destId="{7A9745D0-F0BD-4EBB-88AB-C63176B5273C}" srcOrd="0" destOrd="0" presId="urn:microsoft.com/office/officeart/2005/8/layout/radial4"/>
    <dgm:cxn modelId="{1338BFC4-1A87-4CDC-8B09-8ACBBA5CC043}" srcId="{9AD1AE48-3525-4535-8490-65318A10C777}" destId="{1D65B628-9A8D-472D-8C56-7A8E0B23360A}" srcOrd="1" destOrd="0" parTransId="{92E7E514-B8C0-4055-BFCA-F5F520302BF5}" sibTransId="{A51B51E7-E72C-4C6F-B726-0CD89F8D0F4D}"/>
    <dgm:cxn modelId="{3C9868D9-4F25-40A7-B0D8-8905AF5FBABD}" type="presOf" srcId="{EF19F0E8-F36C-43E3-9C08-6963A6C6FCC8}" destId="{D590D019-96AE-4BFC-A2DF-C506F8789F32}" srcOrd="0" destOrd="0" presId="urn:microsoft.com/office/officeart/2005/8/layout/radial4"/>
    <dgm:cxn modelId="{C69795DF-B53F-42BD-8719-C19E0E003D6F}" srcId="{9AD1AE48-3525-4535-8490-65318A10C777}" destId="{949B6D90-0092-4E2C-97CA-1CA4A4A4C8CB}" srcOrd="2" destOrd="0" parTransId="{E5515660-459D-4D1F-AD0B-910BD04BDD4B}" sibTransId="{E239F726-8FAE-4969-A77E-09C2CE28A362}"/>
    <dgm:cxn modelId="{5DA868E6-DB52-43B8-A8DF-2B29096179A8}" type="presParOf" srcId="{1F55F85E-C0B4-4A15-8B72-75BC506C2EEC}" destId="{F643A365-8E18-4C45-A1A4-3CDF9E8E7A42}" srcOrd="0" destOrd="0" presId="urn:microsoft.com/office/officeart/2005/8/layout/radial4"/>
    <dgm:cxn modelId="{6AA68AD7-7194-45AC-BFA6-A8A2613908F6}" type="presParOf" srcId="{1F55F85E-C0B4-4A15-8B72-75BC506C2EEC}" destId="{5EBE390C-6DB4-430B-9EB5-931F524100C9}" srcOrd="1" destOrd="0" presId="urn:microsoft.com/office/officeart/2005/8/layout/radial4"/>
    <dgm:cxn modelId="{2DC95CAD-5FF5-48E5-B570-5E94C813AA34}" type="presParOf" srcId="{1F55F85E-C0B4-4A15-8B72-75BC506C2EEC}" destId="{D590D019-96AE-4BFC-A2DF-C506F8789F32}" srcOrd="2" destOrd="0" presId="urn:microsoft.com/office/officeart/2005/8/layout/radial4"/>
    <dgm:cxn modelId="{2A90D069-D1A6-4027-B724-8ADDB4C7703B}" type="presParOf" srcId="{1F55F85E-C0B4-4A15-8B72-75BC506C2EEC}" destId="{7A9745D0-F0BD-4EBB-88AB-C63176B5273C}" srcOrd="3" destOrd="0" presId="urn:microsoft.com/office/officeart/2005/8/layout/radial4"/>
    <dgm:cxn modelId="{9E95E732-B139-4620-823A-089D0C711972}" type="presParOf" srcId="{1F55F85E-C0B4-4A15-8B72-75BC506C2EEC}" destId="{8ED72D27-FBF4-4DE7-A4EA-835F557285BF}" srcOrd="4" destOrd="0" presId="urn:microsoft.com/office/officeart/2005/8/layout/radial4"/>
    <dgm:cxn modelId="{4FE05714-1B49-4686-BE8D-A03A3458ED71}" type="presParOf" srcId="{1F55F85E-C0B4-4A15-8B72-75BC506C2EEC}" destId="{8D82D5C3-5CAA-4478-AD94-6E4F6959E067}" srcOrd="5" destOrd="0" presId="urn:microsoft.com/office/officeart/2005/8/layout/radial4"/>
    <dgm:cxn modelId="{02641388-172A-43D4-BFD4-31753B5C58D9}" type="presParOf" srcId="{1F55F85E-C0B4-4A15-8B72-75BC506C2EEC}" destId="{3372A4FF-28AC-4304-A38D-A4FA3623CC8B}"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34F6687-4813-4B99-BD65-2DF87AD7E04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F8E479F-BFF0-44E3-9BA7-3D3C937D75EB}">
      <dgm:prSet phldrT="[Text]" custT="1"/>
      <dgm:spPr/>
      <dgm:t>
        <a:bodyPr/>
        <a:lstStyle/>
        <a:p>
          <a:r>
            <a:rPr lang="en-US" sz="4000" dirty="0"/>
            <a:t>32-bit</a:t>
          </a:r>
        </a:p>
      </dgm:t>
    </dgm:pt>
    <dgm:pt modelId="{054708F7-7483-4612-B497-F7A38C0202E4}" type="parTrans" cxnId="{93B746E4-17AF-4C12-9FA0-5010657EC355}">
      <dgm:prSet/>
      <dgm:spPr/>
      <dgm:t>
        <a:bodyPr/>
        <a:lstStyle/>
        <a:p>
          <a:endParaRPr lang="en-US"/>
        </a:p>
      </dgm:t>
    </dgm:pt>
    <dgm:pt modelId="{109814DD-89F5-4936-AB13-08842614FD63}" type="sibTrans" cxnId="{93B746E4-17AF-4C12-9FA0-5010657EC355}">
      <dgm:prSet/>
      <dgm:spPr/>
      <dgm:t>
        <a:bodyPr/>
        <a:lstStyle/>
        <a:p>
          <a:endParaRPr lang="en-US"/>
        </a:p>
      </dgm:t>
    </dgm:pt>
    <dgm:pt modelId="{F6FA1BD1-1770-448A-BB2F-626468ADF381}">
      <dgm:prSet phldrT="[Text]"/>
      <dgm:spPr/>
      <dgm:t>
        <a:bodyPr/>
        <a:lstStyle/>
        <a:p>
          <a:r>
            <a:rPr lang="en-US" dirty="0"/>
            <a:t>Addresses up to 4,294,967,295 bytes</a:t>
          </a:r>
        </a:p>
      </dgm:t>
    </dgm:pt>
    <dgm:pt modelId="{0BC88A1B-EFDC-4F71-9072-DD5EBC056BD3}" type="parTrans" cxnId="{B69F3652-E3B1-4786-AE38-943504122F5C}">
      <dgm:prSet/>
      <dgm:spPr/>
      <dgm:t>
        <a:bodyPr/>
        <a:lstStyle/>
        <a:p>
          <a:endParaRPr lang="en-US"/>
        </a:p>
      </dgm:t>
    </dgm:pt>
    <dgm:pt modelId="{4262922C-8C53-4502-8510-4DCB60AE5DF3}" type="sibTrans" cxnId="{B69F3652-E3B1-4786-AE38-943504122F5C}">
      <dgm:prSet/>
      <dgm:spPr/>
      <dgm:t>
        <a:bodyPr/>
        <a:lstStyle/>
        <a:p>
          <a:endParaRPr lang="en-US"/>
        </a:p>
      </dgm:t>
    </dgm:pt>
    <dgm:pt modelId="{0AADBA0B-8612-42DE-9686-8E46B94721C7}">
      <dgm:prSet phldrT="[Text]"/>
      <dgm:spPr/>
      <dgm:t>
        <a:bodyPr/>
        <a:lstStyle/>
        <a:p>
          <a:r>
            <a:rPr lang="en-US" dirty="0"/>
            <a:t>Limited to 4 gigabytes (GB) of RAM</a:t>
          </a:r>
        </a:p>
      </dgm:t>
    </dgm:pt>
    <dgm:pt modelId="{0B8D8154-7EB4-4DD7-B4F8-1B4000F8E1E6}" type="parTrans" cxnId="{4A94CBE6-F12E-439B-B441-EA86B9A6E95F}">
      <dgm:prSet/>
      <dgm:spPr/>
      <dgm:t>
        <a:bodyPr/>
        <a:lstStyle/>
        <a:p>
          <a:endParaRPr lang="en-US"/>
        </a:p>
      </dgm:t>
    </dgm:pt>
    <dgm:pt modelId="{7561FEB7-BC84-4FCB-8AA5-5B3DC9E83B96}" type="sibTrans" cxnId="{4A94CBE6-F12E-439B-B441-EA86B9A6E95F}">
      <dgm:prSet/>
      <dgm:spPr/>
      <dgm:t>
        <a:bodyPr/>
        <a:lstStyle/>
        <a:p>
          <a:endParaRPr lang="en-US"/>
        </a:p>
      </dgm:t>
    </dgm:pt>
    <dgm:pt modelId="{90A412E1-1D9C-440C-8935-9E85B9739A36}">
      <dgm:prSet phldrT="[Text]" custT="1"/>
      <dgm:spPr/>
      <dgm:t>
        <a:bodyPr/>
        <a:lstStyle/>
        <a:p>
          <a:r>
            <a:rPr lang="en-US" sz="4000" dirty="0"/>
            <a:t>64-bit</a:t>
          </a:r>
        </a:p>
      </dgm:t>
    </dgm:pt>
    <dgm:pt modelId="{FC15F623-813B-4E47-89BF-68C6998B341D}" type="parTrans" cxnId="{84D9081E-895E-46A6-8BC1-246FF4643481}">
      <dgm:prSet/>
      <dgm:spPr/>
      <dgm:t>
        <a:bodyPr/>
        <a:lstStyle/>
        <a:p>
          <a:endParaRPr lang="en-US"/>
        </a:p>
      </dgm:t>
    </dgm:pt>
    <dgm:pt modelId="{B19FBF8D-08AC-4A4F-8F13-83D49044D415}" type="sibTrans" cxnId="{84D9081E-895E-46A6-8BC1-246FF4643481}">
      <dgm:prSet/>
      <dgm:spPr/>
      <dgm:t>
        <a:bodyPr/>
        <a:lstStyle/>
        <a:p>
          <a:endParaRPr lang="en-US"/>
        </a:p>
      </dgm:t>
    </dgm:pt>
    <dgm:pt modelId="{0CFE4495-CEF4-412A-8ACB-B315D358FA9F}">
      <dgm:prSet phldrT="[Text]"/>
      <dgm:spPr/>
      <dgm:t>
        <a:bodyPr/>
        <a:lstStyle/>
        <a:p>
          <a:r>
            <a:rPr lang="en-US" dirty="0"/>
            <a:t>Addresses up to 18,446,744,073,709,551,616 bytes</a:t>
          </a:r>
        </a:p>
      </dgm:t>
    </dgm:pt>
    <dgm:pt modelId="{A724E6AD-4936-4191-83FD-BABCC06E9D64}" type="parTrans" cxnId="{B06B20BD-685C-4D1E-91C2-AAE313D6697F}">
      <dgm:prSet/>
      <dgm:spPr/>
      <dgm:t>
        <a:bodyPr/>
        <a:lstStyle/>
        <a:p>
          <a:endParaRPr lang="en-US"/>
        </a:p>
      </dgm:t>
    </dgm:pt>
    <dgm:pt modelId="{0790C3F0-CE56-4CAF-A89E-3AE693937452}" type="sibTrans" cxnId="{B06B20BD-685C-4D1E-91C2-AAE313D6697F}">
      <dgm:prSet/>
      <dgm:spPr/>
      <dgm:t>
        <a:bodyPr/>
        <a:lstStyle/>
        <a:p>
          <a:endParaRPr lang="en-US"/>
        </a:p>
      </dgm:t>
    </dgm:pt>
    <dgm:pt modelId="{1606D254-EFF6-4230-8F0D-336878E4583B}">
      <dgm:prSet phldrT="[Text]"/>
      <dgm:spPr/>
      <dgm:t>
        <a:bodyPr/>
        <a:lstStyle/>
        <a:p>
          <a:r>
            <a:rPr lang="en-US" dirty="0"/>
            <a:t>Referred to as x86</a:t>
          </a:r>
        </a:p>
      </dgm:t>
    </dgm:pt>
    <dgm:pt modelId="{DE87B95A-C91E-477B-8656-C0D2245A4440}" type="parTrans" cxnId="{DF8D63AB-B13A-45F3-B71A-914C2D2DBC52}">
      <dgm:prSet/>
      <dgm:spPr/>
      <dgm:t>
        <a:bodyPr/>
        <a:lstStyle/>
        <a:p>
          <a:endParaRPr lang="en-US"/>
        </a:p>
      </dgm:t>
    </dgm:pt>
    <dgm:pt modelId="{71758243-5BFD-409D-9614-F816B40B83E7}" type="sibTrans" cxnId="{DF8D63AB-B13A-45F3-B71A-914C2D2DBC52}">
      <dgm:prSet/>
      <dgm:spPr/>
      <dgm:t>
        <a:bodyPr/>
        <a:lstStyle/>
        <a:p>
          <a:endParaRPr lang="en-US"/>
        </a:p>
      </dgm:t>
    </dgm:pt>
    <dgm:pt modelId="{4DDCFEB8-2DBE-48FD-A4D3-CA24A87B8328}">
      <dgm:prSet phldrT="[Text]"/>
      <dgm:spPr/>
      <dgm:t>
        <a:bodyPr/>
        <a:lstStyle/>
        <a:p>
          <a:r>
            <a:rPr lang="en-US" dirty="0"/>
            <a:t>Referred to as x64</a:t>
          </a:r>
        </a:p>
      </dgm:t>
    </dgm:pt>
    <dgm:pt modelId="{7A8AE3A1-1616-4254-AF38-3299FCACE561}" type="parTrans" cxnId="{2AC30B57-9EE1-437F-B72C-24D48756E242}">
      <dgm:prSet/>
      <dgm:spPr/>
      <dgm:t>
        <a:bodyPr/>
        <a:lstStyle/>
        <a:p>
          <a:endParaRPr lang="en-US"/>
        </a:p>
      </dgm:t>
    </dgm:pt>
    <dgm:pt modelId="{F87AF9C5-9B95-400D-9386-FB1DB2B7B1B0}" type="sibTrans" cxnId="{2AC30B57-9EE1-437F-B72C-24D48756E242}">
      <dgm:prSet/>
      <dgm:spPr/>
      <dgm:t>
        <a:bodyPr/>
        <a:lstStyle/>
        <a:p>
          <a:endParaRPr lang="en-US"/>
        </a:p>
      </dgm:t>
    </dgm:pt>
    <dgm:pt modelId="{6036E3F7-1079-48B7-BF5E-03FE9439DAFB}" type="pres">
      <dgm:prSet presAssocID="{534F6687-4813-4B99-BD65-2DF87AD7E04F}" presName="Name0" presStyleCnt="0">
        <dgm:presLayoutVars>
          <dgm:dir/>
          <dgm:animLvl val="lvl"/>
          <dgm:resizeHandles val="exact"/>
        </dgm:presLayoutVars>
      </dgm:prSet>
      <dgm:spPr/>
    </dgm:pt>
    <dgm:pt modelId="{4A1FB359-0652-4577-A2C5-47B29F5BA8DB}" type="pres">
      <dgm:prSet presAssocID="{2F8E479F-BFF0-44E3-9BA7-3D3C937D75EB}" presName="linNode" presStyleCnt="0"/>
      <dgm:spPr/>
    </dgm:pt>
    <dgm:pt modelId="{5F31C5A6-DCE7-420F-89EB-B7702DC974E5}" type="pres">
      <dgm:prSet presAssocID="{2F8E479F-BFF0-44E3-9BA7-3D3C937D75EB}" presName="parentText" presStyleLbl="node1" presStyleIdx="0" presStyleCnt="2">
        <dgm:presLayoutVars>
          <dgm:chMax val="1"/>
          <dgm:bulletEnabled val="1"/>
        </dgm:presLayoutVars>
      </dgm:prSet>
      <dgm:spPr/>
    </dgm:pt>
    <dgm:pt modelId="{B2C28143-05ED-4425-9222-3C67A828D3D7}" type="pres">
      <dgm:prSet presAssocID="{2F8E479F-BFF0-44E3-9BA7-3D3C937D75EB}" presName="descendantText" presStyleLbl="alignAccFollowNode1" presStyleIdx="0" presStyleCnt="2">
        <dgm:presLayoutVars>
          <dgm:bulletEnabled val="1"/>
        </dgm:presLayoutVars>
      </dgm:prSet>
      <dgm:spPr/>
    </dgm:pt>
    <dgm:pt modelId="{62FB383B-C883-4F32-B01A-C8D11E0F96BC}" type="pres">
      <dgm:prSet presAssocID="{109814DD-89F5-4936-AB13-08842614FD63}" presName="sp" presStyleCnt="0"/>
      <dgm:spPr/>
    </dgm:pt>
    <dgm:pt modelId="{D3C497B3-1610-4CDB-A9CB-F72942E9A17D}" type="pres">
      <dgm:prSet presAssocID="{90A412E1-1D9C-440C-8935-9E85B9739A36}" presName="linNode" presStyleCnt="0"/>
      <dgm:spPr/>
    </dgm:pt>
    <dgm:pt modelId="{A502C1CD-B48B-486C-921C-1F2D6EA589D2}" type="pres">
      <dgm:prSet presAssocID="{90A412E1-1D9C-440C-8935-9E85B9739A36}" presName="parentText" presStyleLbl="node1" presStyleIdx="1" presStyleCnt="2">
        <dgm:presLayoutVars>
          <dgm:chMax val="1"/>
          <dgm:bulletEnabled val="1"/>
        </dgm:presLayoutVars>
      </dgm:prSet>
      <dgm:spPr/>
    </dgm:pt>
    <dgm:pt modelId="{EEA3797B-072D-4DFB-9131-B2EDF69C8E09}" type="pres">
      <dgm:prSet presAssocID="{90A412E1-1D9C-440C-8935-9E85B9739A36}" presName="descendantText" presStyleLbl="alignAccFollowNode1" presStyleIdx="1" presStyleCnt="2">
        <dgm:presLayoutVars>
          <dgm:bulletEnabled val="1"/>
        </dgm:presLayoutVars>
      </dgm:prSet>
      <dgm:spPr/>
    </dgm:pt>
  </dgm:ptLst>
  <dgm:cxnLst>
    <dgm:cxn modelId="{84D9081E-895E-46A6-8BC1-246FF4643481}" srcId="{534F6687-4813-4B99-BD65-2DF87AD7E04F}" destId="{90A412E1-1D9C-440C-8935-9E85B9739A36}" srcOrd="1" destOrd="0" parTransId="{FC15F623-813B-4E47-89BF-68C6998B341D}" sibTransId="{B19FBF8D-08AC-4A4F-8F13-83D49044D415}"/>
    <dgm:cxn modelId="{35FF896F-5F98-4245-AEF0-327058D9C9E8}" type="presOf" srcId="{4DDCFEB8-2DBE-48FD-A4D3-CA24A87B8328}" destId="{EEA3797B-072D-4DFB-9131-B2EDF69C8E09}" srcOrd="0" destOrd="1" presId="urn:microsoft.com/office/officeart/2005/8/layout/vList5"/>
    <dgm:cxn modelId="{B69F3652-E3B1-4786-AE38-943504122F5C}" srcId="{2F8E479F-BFF0-44E3-9BA7-3D3C937D75EB}" destId="{F6FA1BD1-1770-448A-BB2F-626468ADF381}" srcOrd="0" destOrd="0" parTransId="{0BC88A1B-EFDC-4F71-9072-DD5EBC056BD3}" sibTransId="{4262922C-8C53-4502-8510-4DCB60AE5DF3}"/>
    <dgm:cxn modelId="{2AC30B57-9EE1-437F-B72C-24D48756E242}" srcId="{90A412E1-1D9C-440C-8935-9E85B9739A36}" destId="{4DDCFEB8-2DBE-48FD-A4D3-CA24A87B8328}" srcOrd="1" destOrd="0" parTransId="{7A8AE3A1-1616-4254-AF38-3299FCACE561}" sibTransId="{F87AF9C5-9B95-400D-9386-FB1DB2B7B1B0}"/>
    <dgm:cxn modelId="{3CCE767E-3BAC-4247-BCC3-6B23D003E93E}" type="presOf" srcId="{2F8E479F-BFF0-44E3-9BA7-3D3C937D75EB}" destId="{5F31C5A6-DCE7-420F-89EB-B7702DC974E5}" srcOrd="0" destOrd="0" presId="urn:microsoft.com/office/officeart/2005/8/layout/vList5"/>
    <dgm:cxn modelId="{2604BC98-5089-4E7B-8FAB-0496491FB23B}" type="presOf" srcId="{90A412E1-1D9C-440C-8935-9E85B9739A36}" destId="{A502C1CD-B48B-486C-921C-1F2D6EA589D2}" srcOrd="0" destOrd="0" presId="urn:microsoft.com/office/officeart/2005/8/layout/vList5"/>
    <dgm:cxn modelId="{DF8D63AB-B13A-45F3-B71A-914C2D2DBC52}" srcId="{2F8E479F-BFF0-44E3-9BA7-3D3C937D75EB}" destId="{1606D254-EFF6-4230-8F0D-336878E4583B}" srcOrd="2" destOrd="0" parTransId="{DE87B95A-C91E-477B-8656-C0D2245A4440}" sibTransId="{71758243-5BFD-409D-9614-F816B40B83E7}"/>
    <dgm:cxn modelId="{F266EEB0-AF1C-4CAF-9585-CA380C8B2EC0}" type="presOf" srcId="{F6FA1BD1-1770-448A-BB2F-626468ADF381}" destId="{B2C28143-05ED-4425-9222-3C67A828D3D7}" srcOrd="0" destOrd="0" presId="urn:microsoft.com/office/officeart/2005/8/layout/vList5"/>
    <dgm:cxn modelId="{6DC02DB3-B642-42A3-BEAF-8626477A374E}" type="presOf" srcId="{0CFE4495-CEF4-412A-8ACB-B315D358FA9F}" destId="{EEA3797B-072D-4DFB-9131-B2EDF69C8E09}" srcOrd="0" destOrd="0" presId="urn:microsoft.com/office/officeart/2005/8/layout/vList5"/>
    <dgm:cxn modelId="{B06B20BD-685C-4D1E-91C2-AAE313D6697F}" srcId="{90A412E1-1D9C-440C-8935-9E85B9739A36}" destId="{0CFE4495-CEF4-412A-8ACB-B315D358FA9F}" srcOrd="0" destOrd="0" parTransId="{A724E6AD-4936-4191-83FD-BABCC06E9D64}" sibTransId="{0790C3F0-CE56-4CAF-A89E-3AE693937452}"/>
    <dgm:cxn modelId="{54EA40C1-8B74-4A69-94CE-E2CA627FE3C8}" type="presOf" srcId="{1606D254-EFF6-4230-8F0D-336878E4583B}" destId="{B2C28143-05ED-4425-9222-3C67A828D3D7}" srcOrd="0" destOrd="2" presId="urn:microsoft.com/office/officeart/2005/8/layout/vList5"/>
    <dgm:cxn modelId="{93B746E4-17AF-4C12-9FA0-5010657EC355}" srcId="{534F6687-4813-4B99-BD65-2DF87AD7E04F}" destId="{2F8E479F-BFF0-44E3-9BA7-3D3C937D75EB}" srcOrd="0" destOrd="0" parTransId="{054708F7-7483-4612-B497-F7A38C0202E4}" sibTransId="{109814DD-89F5-4936-AB13-08842614FD63}"/>
    <dgm:cxn modelId="{4A94CBE6-F12E-439B-B441-EA86B9A6E95F}" srcId="{2F8E479F-BFF0-44E3-9BA7-3D3C937D75EB}" destId="{0AADBA0B-8612-42DE-9686-8E46B94721C7}" srcOrd="1" destOrd="0" parTransId="{0B8D8154-7EB4-4DD7-B4F8-1B4000F8E1E6}" sibTransId="{7561FEB7-BC84-4FCB-8AA5-5B3DC9E83B96}"/>
    <dgm:cxn modelId="{030B1DEE-B801-42CE-B9A4-C8C83EB4BFEB}" type="presOf" srcId="{534F6687-4813-4B99-BD65-2DF87AD7E04F}" destId="{6036E3F7-1079-48B7-BF5E-03FE9439DAFB}" srcOrd="0" destOrd="0" presId="urn:microsoft.com/office/officeart/2005/8/layout/vList5"/>
    <dgm:cxn modelId="{456FC7FE-A98A-419B-BCA3-723F02381882}" type="presOf" srcId="{0AADBA0B-8612-42DE-9686-8E46B94721C7}" destId="{B2C28143-05ED-4425-9222-3C67A828D3D7}" srcOrd="0" destOrd="1" presId="urn:microsoft.com/office/officeart/2005/8/layout/vList5"/>
    <dgm:cxn modelId="{E063ED8C-1071-480A-BC6F-1945432E0700}" type="presParOf" srcId="{6036E3F7-1079-48B7-BF5E-03FE9439DAFB}" destId="{4A1FB359-0652-4577-A2C5-47B29F5BA8DB}" srcOrd="0" destOrd="0" presId="urn:microsoft.com/office/officeart/2005/8/layout/vList5"/>
    <dgm:cxn modelId="{69D96958-B431-44EA-9F82-38BD22F12B57}" type="presParOf" srcId="{4A1FB359-0652-4577-A2C5-47B29F5BA8DB}" destId="{5F31C5A6-DCE7-420F-89EB-B7702DC974E5}" srcOrd="0" destOrd="0" presId="urn:microsoft.com/office/officeart/2005/8/layout/vList5"/>
    <dgm:cxn modelId="{34F6206E-3A51-438B-9B21-0783585C5851}" type="presParOf" srcId="{4A1FB359-0652-4577-A2C5-47B29F5BA8DB}" destId="{B2C28143-05ED-4425-9222-3C67A828D3D7}" srcOrd="1" destOrd="0" presId="urn:microsoft.com/office/officeart/2005/8/layout/vList5"/>
    <dgm:cxn modelId="{AA7A447C-A36F-4874-AFAA-832808FAA91A}" type="presParOf" srcId="{6036E3F7-1079-48B7-BF5E-03FE9439DAFB}" destId="{62FB383B-C883-4F32-B01A-C8D11E0F96BC}" srcOrd="1" destOrd="0" presId="urn:microsoft.com/office/officeart/2005/8/layout/vList5"/>
    <dgm:cxn modelId="{2C535273-2431-45F5-8BA2-BC7A8A906541}" type="presParOf" srcId="{6036E3F7-1079-48B7-BF5E-03FE9439DAFB}" destId="{D3C497B3-1610-4CDB-A9CB-F72942E9A17D}" srcOrd="2" destOrd="0" presId="urn:microsoft.com/office/officeart/2005/8/layout/vList5"/>
    <dgm:cxn modelId="{A924A42A-5D98-41A0-807C-9ABA7D5C2A41}" type="presParOf" srcId="{D3C497B3-1610-4CDB-A9CB-F72942E9A17D}" destId="{A502C1CD-B48B-486C-921C-1F2D6EA589D2}" srcOrd="0" destOrd="0" presId="urn:microsoft.com/office/officeart/2005/8/layout/vList5"/>
    <dgm:cxn modelId="{6FE8ACDC-FAE9-43EF-9372-0274973B09F0}" type="presParOf" srcId="{D3C497B3-1610-4CDB-A9CB-F72942E9A17D}" destId="{EEA3797B-072D-4DFB-9131-B2EDF69C8E0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6C94A3E-1AED-43F3-B6B7-E8D9DF27938D}"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69A444DF-BF02-421A-B82E-2C90E63FC217}">
      <dgm:prSet phldrT="[Text]"/>
      <dgm:spPr/>
      <dgm:t>
        <a:bodyPr/>
        <a:lstStyle/>
        <a:p>
          <a:r>
            <a:rPr lang="en-US" dirty="0"/>
            <a:t>BIOS</a:t>
          </a:r>
        </a:p>
      </dgm:t>
    </dgm:pt>
    <dgm:pt modelId="{5033CD16-352C-4F15-B783-3B97D24F7B6F}" type="parTrans" cxnId="{B604FA9E-547C-462F-A4B7-616A9C3919E8}">
      <dgm:prSet/>
      <dgm:spPr/>
      <dgm:t>
        <a:bodyPr/>
        <a:lstStyle/>
        <a:p>
          <a:endParaRPr lang="en-US"/>
        </a:p>
      </dgm:t>
    </dgm:pt>
    <dgm:pt modelId="{6F686D97-3C33-484D-8306-CA0D3140E451}" type="sibTrans" cxnId="{B604FA9E-547C-462F-A4B7-616A9C3919E8}">
      <dgm:prSet/>
      <dgm:spPr/>
      <dgm:t>
        <a:bodyPr/>
        <a:lstStyle/>
        <a:p>
          <a:endParaRPr lang="en-US"/>
        </a:p>
      </dgm:t>
    </dgm:pt>
    <dgm:pt modelId="{3A4FF8FB-6BD0-4AC7-8B43-DD8C3416BCA2}">
      <dgm:prSet phldrT="[Text]"/>
      <dgm:spPr/>
      <dgm:t>
        <a:bodyPr/>
        <a:lstStyle/>
        <a:p>
          <a:r>
            <a:rPr lang="en-US" dirty="0"/>
            <a:t>POST</a:t>
          </a:r>
        </a:p>
      </dgm:t>
    </dgm:pt>
    <dgm:pt modelId="{B3525F9B-40BC-4A69-AD60-2388FA6159D4}" type="parTrans" cxnId="{A469BC96-97CC-4855-9559-0972D738B713}">
      <dgm:prSet/>
      <dgm:spPr/>
      <dgm:t>
        <a:bodyPr/>
        <a:lstStyle/>
        <a:p>
          <a:endParaRPr lang="en-US"/>
        </a:p>
      </dgm:t>
    </dgm:pt>
    <dgm:pt modelId="{41D14B4E-A628-403F-8F2A-670CC3CF0021}" type="sibTrans" cxnId="{A469BC96-97CC-4855-9559-0972D738B713}">
      <dgm:prSet/>
      <dgm:spPr/>
      <dgm:t>
        <a:bodyPr/>
        <a:lstStyle/>
        <a:p>
          <a:endParaRPr lang="en-US"/>
        </a:p>
      </dgm:t>
    </dgm:pt>
    <dgm:pt modelId="{100FBF27-C701-4FE6-894A-7A4591662F1E}">
      <dgm:prSet phldrT="[Text]"/>
      <dgm:spPr/>
      <dgm:t>
        <a:bodyPr/>
        <a:lstStyle/>
        <a:p>
          <a:r>
            <a:rPr lang="en-US" dirty="0"/>
            <a:t>Read MBR</a:t>
          </a:r>
        </a:p>
      </dgm:t>
    </dgm:pt>
    <dgm:pt modelId="{B15A2F29-DA38-404D-B034-8EF170AF5685}" type="parTrans" cxnId="{33192E6C-BDCC-47BF-84DD-FF015786DAE4}">
      <dgm:prSet/>
      <dgm:spPr/>
      <dgm:t>
        <a:bodyPr/>
        <a:lstStyle/>
        <a:p>
          <a:endParaRPr lang="en-US"/>
        </a:p>
      </dgm:t>
    </dgm:pt>
    <dgm:pt modelId="{AEBE7265-ABF1-4DCD-B177-84D1DFC91A4D}" type="sibTrans" cxnId="{33192E6C-BDCC-47BF-84DD-FF015786DAE4}">
      <dgm:prSet/>
      <dgm:spPr/>
      <dgm:t>
        <a:bodyPr/>
        <a:lstStyle/>
        <a:p>
          <a:endParaRPr lang="en-US"/>
        </a:p>
      </dgm:t>
    </dgm:pt>
    <dgm:pt modelId="{0A4B568B-95D7-4116-B3B5-9A4E4BA71174}">
      <dgm:prSet phldrT="[Text]"/>
      <dgm:spPr/>
      <dgm:t>
        <a:bodyPr/>
        <a:lstStyle/>
        <a:p>
          <a:r>
            <a:rPr lang="en-US" dirty="0"/>
            <a:t>Boot Loader</a:t>
          </a:r>
        </a:p>
      </dgm:t>
    </dgm:pt>
    <dgm:pt modelId="{EF7EB503-096A-481E-ABBF-8AA5143E45DF}" type="parTrans" cxnId="{0A858120-BC9B-4192-B59F-35CA2C8DE934}">
      <dgm:prSet/>
      <dgm:spPr/>
      <dgm:t>
        <a:bodyPr/>
        <a:lstStyle/>
        <a:p>
          <a:endParaRPr lang="en-US"/>
        </a:p>
      </dgm:t>
    </dgm:pt>
    <dgm:pt modelId="{7A044248-05D6-4FAE-9BC5-84989D418C12}" type="sibTrans" cxnId="{0A858120-BC9B-4192-B59F-35CA2C8DE934}">
      <dgm:prSet/>
      <dgm:spPr/>
      <dgm:t>
        <a:bodyPr/>
        <a:lstStyle/>
        <a:p>
          <a:endParaRPr lang="en-US"/>
        </a:p>
      </dgm:t>
    </dgm:pt>
    <dgm:pt modelId="{48B809BF-DD95-4F87-BC92-2CE28A2F4B25}">
      <dgm:prSet phldrT="[Text]"/>
      <dgm:spPr/>
      <dgm:t>
        <a:bodyPr/>
        <a:lstStyle/>
        <a:p>
          <a:r>
            <a:rPr lang="en-US" dirty="0"/>
            <a:t>Loads NTLDR</a:t>
          </a:r>
        </a:p>
      </dgm:t>
    </dgm:pt>
    <dgm:pt modelId="{0183904D-7C1C-418E-BDE4-AAC2F3969297}" type="parTrans" cxnId="{A71C901C-1457-4C80-9F18-FF800065CDFE}">
      <dgm:prSet/>
      <dgm:spPr/>
      <dgm:t>
        <a:bodyPr/>
        <a:lstStyle/>
        <a:p>
          <a:endParaRPr lang="en-US"/>
        </a:p>
      </dgm:t>
    </dgm:pt>
    <dgm:pt modelId="{689C2C25-6B26-4CCF-806E-52A20EFD1BB5}" type="sibTrans" cxnId="{A71C901C-1457-4C80-9F18-FF800065CDFE}">
      <dgm:prSet/>
      <dgm:spPr/>
      <dgm:t>
        <a:bodyPr/>
        <a:lstStyle/>
        <a:p>
          <a:endParaRPr lang="en-US"/>
        </a:p>
      </dgm:t>
    </dgm:pt>
    <dgm:pt modelId="{30D34F24-2081-4B0C-982A-78C38C824D00}">
      <dgm:prSet phldrT="[Text]"/>
      <dgm:spPr/>
      <dgm:t>
        <a:bodyPr/>
        <a:lstStyle/>
        <a:p>
          <a:r>
            <a:rPr lang="en-US" dirty="0"/>
            <a:t>Switches to 32- or 64-bit</a:t>
          </a:r>
        </a:p>
      </dgm:t>
    </dgm:pt>
    <dgm:pt modelId="{C185CB60-7D49-496B-8925-3D14997F314B}" type="parTrans" cxnId="{93AD5413-98AA-46AD-87BE-0A1C47B1C04E}">
      <dgm:prSet/>
      <dgm:spPr/>
      <dgm:t>
        <a:bodyPr/>
        <a:lstStyle/>
        <a:p>
          <a:endParaRPr lang="en-US"/>
        </a:p>
      </dgm:t>
    </dgm:pt>
    <dgm:pt modelId="{A50E15AE-CCF3-4D04-BAAE-ED03C73ECB57}" type="sibTrans" cxnId="{93AD5413-98AA-46AD-87BE-0A1C47B1C04E}">
      <dgm:prSet/>
      <dgm:spPr/>
      <dgm:t>
        <a:bodyPr/>
        <a:lstStyle/>
        <a:p>
          <a:endParaRPr lang="en-US"/>
        </a:p>
      </dgm:t>
    </dgm:pt>
    <dgm:pt modelId="{58A5DF09-4A77-47D8-B20C-31316AF7F54A}">
      <dgm:prSet phldrT="[Text]"/>
      <dgm:spPr/>
      <dgm:t>
        <a:bodyPr/>
        <a:lstStyle/>
        <a:p>
          <a:r>
            <a:rPr lang="en-US" dirty="0"/>
            <a:t>Boot Files</a:t>
          </a:r>
        </a:p>
      </dgm:t>
    </dgm:pt>
    <dgm:pt modelId="{6AE26A83-5C00-448D-B556-3A439800DB56}" type="parTrans" cxnId="{65D04871-DF33-494F-A7FC-EA399857E5A3}">
      <dgm:prSet/>
      <dgm:spPr/>
      <dgm:t>
        <a:bodyPr/>
        <a:lstStyle/>
        <a:p>
          <a:endParaRPr lang="en-US"/>
        </a:p>
      </dgm:t>
    </dgm:pt>
    <dgm:pt modelId="{0DD55EC2-AADE-419E-B4EF-9450B2C0B95C}" type="sibTrans" cxnId="{65D04871-DF33-494F-A7FC-EA399857E5A3}">
      <dgm:prSet/>
      <dgm:spPr/>
      <dgm:t>
        <a:bodyPr/>
        <a:lstStyle/>
        <a:p>
          <a:endParaRPr lang="en-US"/>
        </a:p>
      </dgm:t>
    </dgm:pt>
    <dgm:pt modelId="{5C9E1F67-24B0-4CDA-8153-788166A90DC4}">
      <dgm:prSet phldrT="[Text]"/>
      <dgm:spPr/>
      <dgm:t>
        <a:bodyPr/>
        <a:lstStyle/>
        <a:p>
          <a:r>
            <a:rPr lang="en-US" dirty="0"/>
            <a:t>Min. drivers</a:t>
          </a:r>
        </a:p>
      </dgm:t>
    </dgm:pt>
    <dgm:pt modelId="{86105675-BBD0-417D-8FA1-43D4F94188BB}" type="parTrans" cxnId="{1CA0158D-E323-4818-AC99-3D737997016F}">
      <dgm:prSet/>
      <dgm:spPr/>
      <dgm:t>
        <a:bodyPr/>
        <a:lstStyle/>
        <a:p>
          <a:endParaRPr lang="en-US"/>
        </a:p>
      </dgm:t>
    </dgm:pt>
    <dgm:pt modelId="{7D5339F2-108F-45D5-A269-982D10BB2C4C}" type="sibTrans" cxnId="{1CA0158D-E323-4818-AC99-3D737997016F}">
      <dgm:prSet/>
      <dgm:spPr/>
      <dgm:t>
        <a:bodyPr/>
        <a:lstStyle/>
        <a:p>
          <a:endParaRPr lang="en-US"/>
        </a:p>
      </dgm:t>
    </dgm:pt>
    <dgm:pt modelId="{BB8E8C87-734B-466B-8AC0-80ADD0995BB8}">
      <dgm:prSet phldrT="[Text]"/>
      <dgm:spPr/>
      <dgm:t>
        <a:bodyPr/>
        <a:lstStyle/>
        <a:p>
          <a:r>
            <a:rPr lang="en-US" dirty="0"/>
            <a:t>NTOSKRNL</a:t>
          </a:r>
        </a:p>
      </dgm:t>
    </dgm:pt>
    <dgm:pt modelId="{852293E5-B06E-4727-9E23-43E5C7B8F647}" type="parTrans" cxnId="{E598FCB5-4A10-4062-8111-ACC3F9253F9D}">
      <dgm:prSet/>
      <dgm:spPr/>
      <dgm:t>
        <a:bodyPr/>
        <a:lstStyle/>
        <a:p>
          <a:endParaRPr lang="en-US"/>
        </a:p>
      </dgm:t>
    </dgm:pt>
    <dgm:pt modelId="{0DF26C13-9250-4FF5-8A5F-34042FEF5244}" type="sibTrans" cxnId="{E598FCB5-4A10-4062-8111-ACC3F9253F9D}">
      <dgm:prSet/>
      <dgm:spPr/>
      <dgm:t>
        <a:bodyPr/>
        <a:lstStyle/>
        <a:p>
          <a:endParaRPr lang="en-US"/>
        </a:p>
      </dgm:t>
    </dgm:pt>
    <dgm:pt modelId="{11662322-F0C3-443E-BF35-2D36F436A439}">
      <dgm:prSet/>
      <dgm:spPr/>
      <dgm:t>
        <a:bodyPr/>
        <a:lstStyle/>
        <a:p>
          <a:r>
            <a:rPr lang="en-US" dirty="0"/>
            <a:t>boot.ini</a:t>
          </a:r>
        </a:p>
      </dgm:t>
    </dgm:pt>
    <dgm:pt modelId="{94AF165A-2408-438F-AF33-C448473C71EB}" type="parTrans" cxnId="{5F142B9B-1C3D-48D2-B6B6-59DB3FF26793}">
      <dgm:prSet/>
      <dgm:spPr/>
      <dgm:t>
        <a:bodyPr/>
        <a:lstStyle/>
        <a:p>
          <a:endParaRPr lang="en-US"/>
        </a:p>
      </dgm:t>
    </dgm:pt>
    <dgm:pt modelId="{BD3FFA5D-E95E-42A6-916B-F49F95938E7B}" type="sibTrans" cxnId="{5F142B9B-1C3D-48D2-B6B6-59DB3FF26793}">
      <dgm:prSet/>
      <dgm:spPr/>
      <dgm:t>
        <a:bodyPr/>
        <a:lstStyle/>
        <a:p>
          <a:endParaRPr lang="en-US"/>
        </a:p>
      </dgm:t>
    </dgm:pt>
    <dgm:pt modelId="{5BAF1F49-7C3F-4661-A155-3B3DC0965FC8}" type="pres">
      <dgm:prSet presAssocID="{B6C94A3E-1AED-43F3-B6B7-E8D9DF27938D}" presName="Name0" presStyleCnt="0">
        <dgm:presLayoutVars>
          <dgm:dir/>
          <dgm:animLvl val="lvl"/>
          <dgm:resizeHandles val="exact"/>
        </dgm:presLayoutVars>
      </dgm:prSet>
      <dgm:spPr/>
    </dgm:pt>
    <dgm:pt modelId="{5E0530B7-B72B-4C5E-9BE7-6E851DE47E1F}" type="pres">
      <dgm:prSet presAssocID="{58A5DF09-4A77-47D8-B20C-31316AF7F54A}" presName="boxAndChildren" presStyleCnt="0"/>
      <dgm:spPr/>
    </dgm:pt>
    <dgm:pt modelId="{27D6C9DB-7087-459E-AD12-CA5BC5065EB1}" type="pres">
      <dgm:prSet presAssocID="{58A5DF09-4A77-47D8-B20C-31316AF7F54A}" presName="parentTextBox" presStyleLbl="node1" presStyleIdx="0" presStyleCnt="3"/>
      <dgm:spPr/>
    </dgm:pt>
    <dgm:pt modelId="{4C45A97C-AB9A-4202-9E92-2FB0E3115DB4}" type="pres">
      <dgm:prSet presAssocID="{58A5DF09-4A77-47D8-B20C-31316AF7F54A}" presName="entireBox" presStyleLbl="node1" presStyleIdx="0" presStyleCnt="3"/>
      <dgm:spPr/>
    </dgm:pt>
    <dgm:pt modelId="{6C0EDED6-2CDE-4CA2-BEC3-5984F9D16B60}" type="pres">
      <dgm:prSet presAssocID="{58A5DF09-4A77-47D8-B20C-31316AF7F54A}" presName="descendantBox" presStyleCnt="0"/>
      <dgm:spPr/>
    </dgm:pt>
    <dgm:pt modelId="{08E18215-500D-4267-BF9C-5E69A8BAA083}" type="pres">
      <dgm:prSet presAssocID="{5C9E1F67-24B0-4CDA-8153-788166A90DC4}" presName="childTextBox" presStyleLbl="fgAccFollowNode1" presStyleIdx="0" presStyleCnt="7">
        <dgm:presLayoutVars>
          <dgm:bulletEnabled val="1"/>
        </dgm:presLayoutVars>
      </dgm:prSet>
      <dgm:spPr/>
    </dgm:pt>
    <dgm:pt modelId="{5CAF53AD-A7C1-4DBE-A4BC-EB31625C685D}" type="pres">
      <dgm:prSet presAssocID="{11662322-F0C3-443E-BF35-2D36F436A439}" presName="childTextBox" presStyleLbl="fgAccFollowNode1" presStyleIdx="1" presStyleCnt="7">
        <dgm:presLayoutVars>
          <dgm:bulletEnabled val="1"/>
        </dgm:presLayoutVars>
      </dgm:prSet>
      <dgm:spPr/>
    </dgm:pt>
    <dgm:pt modelId="{40C211B6-350A-4F54-9271-184456E0B8C4}" type="pres">
      <dgm:prSet presAssocID="{BB8E8C87-734B-466B-8AC0-80ADD0995BB8}" presName="childTextBox" presStyleLbl="fgAccFollowNode1" presStyleIdx="2" presStyleCnt="7">
        <dgm:presLayoutVars>
          <dgm:bulletEnabled val="1"/>
        </dgm:presLayoutVars>
      </dgm:prSet>
      <dgm:spPr/>
    </dgm:pt>
    <dgm:pt modelId="{13CD43A3-924A-45C0-9AE4-A0E4E8E80EB8}" type="pres">
      <dgm:prSet presAssocID="{7A044248-05D6-4FAE-9BC5-84989D418C12}" presName="sp" presStyleCnt="0"/>
      <dgm:spPr/>
    </dgm:pt>
    <dgm:pt modelId="{7713841F-C3FD-4EF6-9DCE-CA45741D03AB}" type="pres">
      <dgm:prSet presAssocID="{0A4B568B-95D7-4116-B3B5-9A4E4BA71174}" presName="arrowAndChildren" presStyleCnt="0"/>
      <dgm:spPr/>
    </dgm:pt>
    <dgm:pt modelId="{47FD35A9-A6AF-47B3-A6F5-07ADBB1BBF52}" type="pres">
      <dgm:prSet presAssocID="{0A4B568B-95D7-4116-B3B5-9A4E4BA71174}" presName="parentTextArrow" presStyleLbl="node1" presStyleIdx="0" presStyleCnt="3"/>
      <dgm:spPr/>
    </dgm:pt>
    <dgm:pt modelId="{9041B969-FE40-47C0-B5B2-1576100C12B1}" type="pres">
      <dgm:prSet presAssocID="{0A4B568B-95D7-4116-B3B5-9A4E4BA71174}" presName="arrow" presStyleLbl="node1" presStyleIdx="1" presStyleCnt="3"/>
      <dgm:spPr/>
    </dgm:pt>
    <dgm:pt modelId="{9F710B13-7CEB-462F-BBAE-34A5428386E8}" type="pres">
      <dgm:prSet presAssocID="{0A4B568B-95D7-4116-B3B5-9A4E4BA71174}" presName="descendantArrow" presStyleCnt="0"/>
      <dgm:spPr/>
    </dgm:pt>
    <dgm:pt modelId="{D9C328D7-AC4C-4F41-8011-B8E089AB1516}" type="pres">
      <dgm:prSet presAssocID="{48B809BF-DD95-4F87-BC92-2CE28A2F4B25}" presName="childTextArrow" presStyleLbl="fgAccFollowNode1" presStyleIdx="3" presStyleCnt="7">
        <dgm:presLayoutVars>
          <dgm:bulletEnabled val="1"/>
        </dgm:presLayoutVars>
      </dgm:prSet>
      <dgm:spPr/>
    </dgm:pt>
    <dgm:pt modelId="{3232FC3A-F7B8-483E-B815-7D711381B991}" type="pres">
      <dgm:prSet presAssocID="{30D34F24-2081-4B0C-982A-78C38C824D00}" presName="childTextArrow" presStyleLbl="fgAccFollowNode1" presStyleIdx="4" presStyleCnt="7">
        <dgm:presLayoutVars>
          <dgm:bulletEnabled val="1"/>
        </dgm:presLayoutVars>
      </dgm:prSet>
      <dgm:spPr/>
    </dgm:pt>
    <dgm:pt modelId="{DF74A21F-E8D7-43DE-8571-23C807472C93}" type="pres">
      <dgm:prSet presAssocID="{6F686D97-3C33-484D-8306-CA0D3140E451}" presName="sp" presStyleCnt="0"/>
      <dgm:spPr/>
    </dgm:pt>
    <dgm:pt modelId="{5811DB0B-0E26-4E2E-A51E-8FD45BCBEB32}" type="pres">
      <dgm:prSet presAssocID="{69A444DF-BF02-421A-B82E-2C90E63FC217}" presName="arrowAndChildren" presStyleCnt="0"/>
      <dgm:spPr/>
    </dgm:pt>
    <dgm:pt modelId="{522EF6E5-3838-4A72-AF44-D59481CE83CA}" type="pres">
      <dgm:prSet presAssocID="{69A444DF-BF02-421A-B82E-2C90E63FC217}" presName="parentTextArrow" presStyleLbl="node1" presStyleIdx="1" presStyleCnt="3"/>
      <dgm:spPr/>
    </dgm:pt>
    <dgm:pt modelId="{2432D8FB-4A8D-4CFB-B66F-B08D1092672E}" type="pres">
      <dgm:prSet presAssocID="{69A444DF-BF02-421A-B82E-2C90E63FC217}" presName="arrow" presStyleLbl="node1" presStyleIdx="2" presStyleCnt="3"/>
      <dgm:spPr/>
    </dgm:pt>
    <dgm:pt modelId="{B9D36BA8-A06A-4047-B33B-D4728BEFDACC}" type="pres">
      <dgm:prSet presAssocID="{69A444DF-BF02-421A-B82E-2C90E63FC217}" presName="descendantArrow" presStyleCnt="0"/>
      <dgm:spPr/>
    </dgm:pt>
    <dgm:pt modelId="{E37E7B48-F7FF-4E42-8AE1-DC86F03FD47C}" type="pres">
      <dgm:prSet presAssocID="{3A4FF8FB-6BD0-4AC7-8B43-DD8C3416BCA2}" presName="childTextArrow" presStyleLbl="fgAccFollowNode1" presStyleIdx="5" presStyleCnt="7">
        <dgm:presLayoutVars>
          <dgm:bulletEnabled val="1"/>
        </dgm:presLayoutVars>
      </dgm:prSet>
      <dgm:spPr/>
    </dgm:pt>
    <dgm:pt modelId="{8C91013C-3191-4BC7-8674-8C04ACDDBEA3}" type="pres">
      <dgm:prSet presAssocID="{100FBF27-C701-4FE6-894A-7A4591662F1E}" presName="childTextArrow" presStyleLbl="fgAccFollowNode1" presStyleIdx="6" presStyleCnt="7">
        <dgm:presLayoutVars>
          <dgm:bulletEnabled val="1"/>
        </dgm:presLayoutVars>
      </dgm:prSet>
      <dgm:spPr/>
    </dgm:pt>
  </dgm:ptLst>
  <dgm:cxnLst>
    <dgm:cxn modelId="{01EB4E13-48A6-4712-8E67-C6EA9623B68E}" type="presOf" srcId="{48B809BF-DD95-4F87-BC92-2CE28A2F4B25}" destId="{D9C328D7-AC4C-4F41-8011-B8E089AB1516}" srcOrd="0" destOrd="0" presId="urn:microsoft.com/office/officeart/2005/8/layout/process4"/>
    <dgm:cxn modelId="{93AD5413-98AA-46AD-87BE-0A1C47B1C04E}" srcId="{0A4B568B-95D7-4116-B3B5-9A4E4BA71174}" destId="{30D34F24-2081-4B0C-982A-78C38C824D00}" srcOrd="1" destOrd="0" parTransId="{C185CB60-7D49-496B-8925-3D14997F314B}" sibTransId="{A50E15AE-CCF3-4D04-BAAE-ED03C73ECB57}"/>
    <dgm:cxn modelId="{A71C901C-1457-4C80-9F18-FF800065CDFE}" srcId="{0A4B568B-95D7-4116-B3B5-9A4E4BA71174}" destId="{48B809BF-DD95-4F87-BC92-2CE28A2F4B25}" srcOrd="0" destOrd="0" parTransId="{0183904D-7C1C-418E-BDE4-AAC2F3969297}" sibTransId="{689C2C25-6B26-4CCF-806E-52A20EFD1BB5}"/>
    <dgm:cxn modelId="{0A858120-BC9B-4192-B59F-35CA2C8DE934}" srcId="{B6C94A3E-1AED-43F3-B6B7-E8D9DF27938D}" destId="{0A4B568B-95D7-4116-B3B5-9A4E4BA71174}" srcOrd="1" destOrd="0" parTransId="{EF7EB503-096A-481E-ABBF-8AA5143E45DF}" sibTransId="{7A044248-05D6-4FAE-9BC5-84989D418C12}"/>
    <dgm:cxn modelId="{F7D74560-86AD-433A-9ABA-5573E071A87D}" type="presOf" srcId="{30D34F24-2081-4B0C-982A-78C38C824D00}" destId="{3232FC3A-F7B8-483E-B815-7D711381B991}" srcOrd="0" destOrd="0" presId="urn:microsoft.com/office/officeart/2005/8/layout/process4"/>
    <dgm:cxn modelId="{33192E6C-BDCC-47BF-84DD-FF015786DAE4}" srcId="{69A444DF-BF02-421A-B82E-2C90E63FC217}" destId="{100FBF27-C701-4FE6-894A-7A4591662F1E}" srcOrd="1" destOrd="0" parTransId="{B15A2F29-DA38-404D-B034-8EF170AF5685}" sibTransId="{AEBE7265-ABF1-4DCD-B177-84D1DFC91A4D}"/>
    <dgm:cxn modelId="{65D04871-DF33-494F-A7FC-EA399857E5A3}" srcId="{B6C94A3E-1AED-43F3-B6B7-E8D9DF27938D}" destId="{58A5DF09-4A77-47D8-B20C-31316AF7F54A}" srcOrd="2" destOrd="0" parTransId="{6AE26A83-5C00-448D-B556-3A439800DB56}" sibTransId="{0DD55EC2-AADE-419E-B4EF-9450B2C0B95C}"/>
    <dgm:cxn modelId="{E89BCD71-60C1-4F8D-A453-CB19F07D3A4A}" type="presOf" srcId="{11662322-F0C3-443E-BF35-2D36F436A439}" destId="{5CAF53AD-A7C1-4DBE-A4BC-EB31625C685D}" srcOrd="0" destOrd="0" presId="urn:microsoft.com/office/officeart/2005/8/layout/process4"/>
    <dgm:cxn modelId="{3A991C54-359B-474D-8A56-5F5AB45D93E8}" type="presOf" srcId="{3A4FF8FB-6BD0-4AC7-8B43-DD8C3416BCA2}" destId="{E37E7B48-F7FF-4E42-8AE1-DC86F03FD47C}" srcOrd="0" destOrd="0" presId="urn:microsoft.com/office/officeart/2005/8/layout/process4"/>
    <dgm:cxn modelId="{92DC7A74-9B26-4472-98A3-BBBE7BA65590}" type="presOf" srcId="{58A5DF09-4A77-47D8-B20C-31316AF7F54A}" destId="{27D6C9DB-7087-459E-AD12-CA5BC5065EB1}" srcOrd="0" destOrd="0" presId="urn:microsoft.com/office/officeart/2005/8/layout/process4"/>
    <dgm:cxn modelId="{C3932F83-2309-4C83-A84F-1C1F37C6AB5F}" type="presOf" srcId="{0A4B568B-95D7-4116-B3B5-9A4E4BA71174}" destId="{47FD35A9-A6AF-47B3-A6F5-07ADBB1BBF52}" srcOrd="0" destOrd="0" presId="urn:microsoft.com/office/officeart/2005/8/layout/process4"/>
    <dgm:cxn modelId="{1CA0158D-E323-4818-AC99-3D737997016F}" srcId="{58A5DF09-4A77-47D8-B20C-31316AF7F54A}" destId="{5C9E1F67-24B0-4CDA-8153-788166A90DC4}" srcOrd="0" destOrd="0" parTransId="{86105675-BBD0-417D-8FA1-43D4F94188BB}" sibTransId="{7D5339F2-108F-45D5-A269-982D10BB2C4C}"/>
    <dgm:cxn modelId="{A469BC96-97CC-4855-9559-0972D738B713}" srcId="{69A444DF-BF02-421A-B82E-2C90E63FC217}" destId="{3A4FF8FB-6BD0-4AC7-8B43-DD8C3416BCA2}" srcOrd="0" destOrd="0" parTransId="{B3525F9B-40BC-4A69-AD60-2388FA6159D4}" sibTransId="{41D14B4E-A628-403F-8F2A-670CC3CF0021}"/>
    <dgm:cxn modelId="{5F142B9B-1C3D-48D2-B6B6-59DB3FF26793}" srcId="{58A5DF09-4A77-47D8-B20C-31316AF7F54A}" destId="{11662322-F0C3-443E-BF35-2D36F436A439}" srcOrd="1" destOrd="0" parTransId="{94AF165A-2408-438F-AF33-C448473C71EB}" sibTransId="{BD3FFA5D-E95E-42A6-916B-F49F95938E7B}"/>
    <dgm:cxn modelId="{90F2749B-25C4-4EED-872E-44F8E5BA9150}" type="presOf" srcId="{BB8E8C87-734B-466B-8AC0-80ADD0995BB8}" destId="{40C211B6-350A-4F54-9271-184456E0B8C4}" srcOrd="0" destOrd="0" presId="urn:microsoft.com/office/officeart/2005/8/layout/process4"/>
    <dgm:cxn modelId="{B604FA9E-547C-462F-A4B7-616A9C3919E8}" srcId="{B6C94A3E-1AED-43F3-B6B7-E8D9DF27938D}" destId="{69A444DF-BF02-421A-B82E-2C90E63FC217}" srcOrd="0" destOrd="0" parTransId="{5033CD16-352C-4F15-B783-3B97D24F7B6F}" sibTransId="{6F686D97-3C33-484D-8306-CA0D3140E451}"/>
    <dgm:cxn modelId="{03F5F09F-B552-4E09-8AB0-046C1A8073E9}" type="presOf" srcId="{69A444DF-BF02-421A-B82E-2C90E63FC217}" destId="{522EF6E5-3838-4A72-AF44-D59481CE83CA}" srcOrd="0" destOrd="0" presId="urn:microsoft.com/office/officeart/2005/8/layout/process4"/>
    <dgm:cxn modelId="{02CFC8AA-CCCA-4170-B2DC-28B70AA11383}" type="presOf" srcId="{B6C94A3E-1AED-43F3-B6B7-E8D9DF27938D}" destId="{5BAF1F49-7C3F-4661-A155-3B3DC0965FC8}" srcOrd="0" destOrd="0" presId="urn:microsoft.com/office/officeart/2005/8/layout/process4"/>
    <dgm:cxn modelId="{1B8DEEB0-EE8E-452E-B4C9-9144308B8D1E}" type="presOf" srcId="{5C9E1F67-24B0-4CDA-8153-788166A90DC4}" destId="{08E18215-500D-4267-BF9C-5E69A8BAA083}" srcOrd="0" destOrd="0" presId="urn:microsoft.com/office/officeart/2005/8/layout/process4"/>
    <dgm:cxn modelId="{E598FCB5-4A10-4062-8111-ACC3F9253F9D}" srcId="{58A5DF09-4A77-47D8-B20C-31316AF7F54A}" destId="{BB8E8C87-734B-466B-8AC0-80ADD0995BB8}" srcOrd="2" destOrd="0" parTransId="{852293E5-B06E-4727-9E23-43E5C7B8F647}" sibTransId="{0DF26C13-9250-4FF5-8A5F-34042FEF5244}"/>
    <dgm:cxn modelId="{5A6DBDE6-AD0D-4898-AB24-06F70A2DE0C7}" type="presOf" srcId="{69A444DF-BF02-421A-B82E-2C90E63FC217}" destId="{2432D8FB-4A8D-4CFB-B66F-B08D1092672E}" srcOrd="1" destOrd="0" presId="urn:microsoft.com/office/officeart/2005/8/layout/process4"/>
    <dgm:cxn modelId="{FE8507E7-EFC1-43CD-ACD1-EF37F2ECF9BE}" type="presOf" srcId="{100FBF27-C701-4FE6-894A-7A4591662F1E}" destId="{8C91013C-3191-4BC7-8674-8C04ACDDBEA3}" srcOrd="0" destOrd="0" presId="urn:microsoft.com/office/officeart/2005/8/layout/process4"/>
    <dgm:cxn modelId="{2BC530F0-71AE-4E3A-ADF5-DC76E0E32503}" type="presOf" srcId="{58A5DF09-4A77-47D8-B20C-31316AF7F54A}" destId="{4C45A97C-AB9A-4202-9E92-2FB0E3115DB4}" srcOrd="1" destOrd="0" presId="urn:microsoft.com/office/officeart/2005/8/layout/process4"/>
    <dgm:cxn modelId="{22AC6FF6-92CC-4317-8D65-CD1C246DB35D}" type="presOf" srcId="{0A4B568B-95D7-4116-B3B5-9A4E4BA71174}" destId="{9041B969-FE40-47C0-B5B2-1576100C12B1}" srcOrd="1" destOrd="0" presId="urn:microsoft.com/office/officeart/2005/8/layout/process4"/>
    <dgm:cxn modelId="{47C61B53-7627-4539-B19E-4065AD0CB886}" type="presParOf" srcId="{5BAF1F49-7C3F-4661-A155-3B3DC0965FC8}" destId="{5E0530B7-B72B-4C5E-9BE7-6E851DE47E1F}" srcOrd="0" destOrd="0" presId="urn:microsoft.com/office/officeart/2005/8/layout/process4"/>
    <dgm:cxn modelId="{8283B9C8-2AE9-42F4-98BE-0589176C2CF7}" type="presParOf" srcId="{5E0530B7-B72B-4C5E-9BE7-6E851DE47E1F}" destId="{27D6C9DB-7087-459E-AD12-CA5BC5065EB1}" srcOrd="0" destOrd="0" presId="urn:microsoft.com/office/officeart/2005/8/layout/process4"/>
    <dgm:cxn modelId="{274002F1-CD36-4B5E-847C-FD93F7ACA0C7}" type="presParOf" srcId="{5E0530B7-B72B-4C5E-9BE7-6E851DE47E1F}" destId="{4C45A97C-AB9A-4202-9E92-2FB0E3115DB4}" srcOrd="1" destOrd="0" presId="urn:microsoft.com/office/officeart/2005/8/layout/process4"/>
    <dgm:cxn modelId="{7775E9DE-B8A6-403C-885A-CD39DE8E2BB5}" type="presParOf" srcId="{5E0530B7-B72B-4C5E-9BE7-6E851DE47E1F}" destId="{6C0EDED6-2CDE-4CA2-BEC3-5984F9D16B60}" srcOrd="2" destOrd="0" presId="urn:microsoft.com/office/officeart/2005/8/layout/process4"/>
    <dgm:cxn modelId="{B1603499-BA05-441B-BDA7-2F8A4B5A8F29}" type="presParOf" srcId="{6C0EDED6-2CDE-4CA2-BEC3-5984F9D16B60}" destId="{08E18215-500D-4267-BF9C-5E69A8BAA083}" srcOrd="0" destOrd="0" presId="urn:microsoft.com/office/officeart/2005/8/layout/process4"/>
    <dgm:cxn modelId="{F59DE5EB-2B6A-47D0-A381-1DC8575916C1}" type="presParOf" srcId="{6C0EDED6-2CDE-4CA2-BEC3-5984F9D16B60}" destId="{5CAF53AD-A7C1-4DBE-A4BC-EB31625C685D}" srcOrd="1" destOrd="0" presId="urn:microsoft.com/office/officeart/2005/8/layout/process4"/>
    <dgm:cxn modelId="{7C8EE98F-F855-4118-B513-D611E08A35D8}" type="presParOf" srcId="{6C0EDED6-2CDE-4CA2-BEC3-5984F9D16B60}" destId="{40C211B6-350A-4F54-9271-184456E0B8C4}" srcOrd="2" destOrd="0" presId="urn:microsoft.com/office/officeart/2005/8/layout/process4"/>
    <dgm:cxn modelId="{8EF24286-9E0A-461C-A261-67E058D657FC}" type="presParOf" srcId="{5BAF1F49-7C3F-4661-A155-3B3DC0965FC8}" destId="{13CD43A3-924A-45C0-9AE4-A0E4E8E80EB8}" srcOrd="1" destOrd="0" presId="urn:microsoft.com/office/officeart/2005/8/layout/process4"/>
    <dgm:cxn modelId="{5628F722-6C4C-4BAA-887E-DE8DA6EF6F81}" type="presParOf" srcId="{5BAF1F49-7C3F-4661-A155-3B3DC0965FC8}" destId="{7713841F-C3FD-4EF6-9DCE-CA45741D03AB}" srcOrd="2" destOrd="0" presId="urn:microsoft.com/office/officeart/2005/8/layout/process4"/>
    <dgm:cxn modelId="{40528F77-46DF-4B2E-86A8-60DBA5BBA3AB}" type="presParOf" srcId="{7713841F-C3FD-4EF6-9DCE-CA45741D03AB}" destId="{47FD35A9-A6AF-47B3-A6F5-07ADBB1BBF52}" srcOrd="0" destOrd="0" presId="urn:microsoft.com/office/officeart/2005/8/layout/process4"/>
    <dgm:cxn modelId="{F2221D60-440A-410B-B943-7862E8C39740}" type="presParOf" srcId="{7713841F-C3FD-4EF6-9DCE-CA45741D03AB}" destId="{9041B969-FE40-47C0-B5B2-1576100C12B1}" srcOrd="1" destOrd="0" presId="urn:microsoft.com/office/officeart/2005/8/layout/process4"/>
    <dgm:cxn modelId="{C103F638-7F07-4EE7-971E-F66ECFB36D68}" type="presParOf" srcId="{7713841F-C3FD-4EF6-9DCE-CA45741D03AB}" destId="{9F710B13-7CEB-462F-BBAE-34A5428386E8}" srcOrd="2" destOrd="0" presId="urn:microsoft.com/office/officeart/2005/8/layout/process4"/>
    <dgm:cxn modelId="{49DCC811-A7B8-4730-AE3D-69286F588ACE}" type="presParOf" srcId="{9F710B13-7CEB-462F-BBAE-34A5428386E8}" destId="{D9C328D7-AC4C-4F41-8011-B8E089AB1516}" srcOrd="0" destOrd="0" presId="urn:microsoft.com/office/officeart/2005/8/layout/process4"/>
    <dgm:cxn modelId="{89A97FEE-2841-47B2-AF1E-7E5BA95A07A5}" type="presParOf" srcId="{9F710B13-7CEB-462F-BBAE-34A5428386E8}" destId="{3232FC3A-F7B8-483E-B815-7D711381B991}" srcOrd="1" destOrd="0" presId="urn:microsoft.com/office/officeart/2005/8/layout/process4"/>
    <dgm:cxn modelId="{7E20C77C-E935-436D-AD15-D15CA823DB7D}" type="presParOf" srcId="{5BAF1F49-7C3F-4661-A155-3B3DC0965FC8}" destId="{DF74A21F-E8D7-43DE-8571-23C807472C93}" srcOrd="3" destOrd="0" presId="urn:microsoft.com/office/officeart/2005/8/layout/process4"/>
    <dgm:cxn modelId="{202C26C3-AE23-4600-A734-571CDC8AF855}" type="presParOf" srcId="{5BAF1F49-7C3F-4661-A155-3B3DC0965FC8}" destId="{5811DB0B-0E26-4E2E-A51E-8FD45BCBEB32}" srcOrd="4" destOrd="0" presId="urn:microsoft.com/office/officeart/2005/8/layout/process4"/>
    <dgm:cxn modelId="{26C0301C-40E0-4779-B8D4-AA2A1444AC81}" type="presParOf" srcId="{5811DB0B-0E26-4E2E-A51E-8FD45BCBEB32}" destId="{522EF6E5-3838-4A72-AF44-D59481CE83CA}" srcOrd="0" destOrd="0" presId="urn:microsoft.com/office/officeart/2005/8/layout/process4"/>
    <dgm:cxn modelId="{672A7C38-0C8A-4B1B-8EFC-18A074FEA135}" type="presParOf" srcId="{5811DB0B-0E26-4E2E-A51E-8FD45BCBEB32}" destId="{2432D8FB-4A8D-4CFB-B66F-B08D1092672E}" srcOrd="1" destOrd="0" presId="urn:microsoft.com/office/officeart/2005/8/layout/process4"/>
    <dgm:cxn modelId="{03DE04BB-9557-4E4A-A29F-5588627BBA20}" type="presParOf" srcId="{5811DB0B-0E26-4E2E-A51E-8FD45BCBEB32}" destId="{B9D36BA8-A06A-4047-B33B-D4728BEFDACC}" srcOrd="2" destOrd="0" presId="urn:microsoft.com/office/officeart/2005/8/layout/process4"/>
    <dgm:cxn modelId="{E74295E9-B666-4BDD-BB3A-FF231F9486E6}" type="presParOf" srcId="{B9D36BA8-A06A-4047-B33B-D4728BEFDACC}" destId="{E37E7B48-F7FF-4E42-8AE1-DC86F03FD47C}" srcOrd="0" destOrd="0" presId="urn:microsoft.com/office/officeart/2005/8/layout/process4"/>
    <dgm:cxn modelId="{0D314A1C-76E2-437B-8925-3DFE2AA87C70}" type="presParOf" srcId="{B9D36BA8-A06A-4047-B33B-D4728BEFDACC}" destId="{8C91013C-3191-4BC7-8674-8C04ACDDBEA3}"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6C94A3E-1AED-43F3-B6B7-E8D9DF27938D}"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69A444DF-BF02-421A-B82E-2C90E63FC217}">
      <dgm:prSet phldrT="[Text]"/>
      <dgm:spPr/>
      <dgm:t>
        <a:bodyPr/>
        <a:lstStyle/>
        <a:p>
          <a:r>
            <a:rPr lang="en-US" dirty="0"/>
            <a:t>Boot Files (cont.)</a:t>
          </a:r>
        </a:p>
      </dgm:t>
    </dgm:pt>
    <dgm:pt modelId="{5033CD16-352C-4F15-B783-3B97D24F7B6F}" type="parTrans" cxnId="{B604FA9E-547C-462F-A4B7-616A9C3919E8}">
      <dgm:prSet/>
      <dgm:spPr/>
      <dgm:t>
        <a:bodyPr/>
        <a:lstStyle/>
        <a:p>
          <a:endParaRPr lang="en-US"/>
        </a:p>
      </dgm:t>
    </dgm:pt>
    <dgm:pt modelId="{6F686D97-3C33-484D-8306-CA0D3140E451}" type="sibTrans" cxnId="{B604FA9E-547C-462F-A4B7-616A9C3919E8}">
      <dgm:prSet/>
      <dgm:spPr/>
      <dgm:t>
        <a:bodyPr/>
        <a:lstStyle/>
        <a:p>
          <a:endParaRPr lang="en-US"/>
        </a:p>
      </dgm:t>
    </dgm:pt>
    <dgm:pt modelId="{3A4FF8FB-6BD0-4AC7-8B43-DD8C3416BCA2}">
      <dgm:prSet phldrT="[Text]"/>
      <dgm:spPr/>
      <dgm:t>
        <a:bodyPr/>
        <a:lstStyle/>
        <a:p>
          <a:r>
            <a:rPr lang="en-US" dirty="0"/>
            <a:t>hal.dll</a:t>
          </a:r>
        </a:p>
      </dgm:t>
    </dgm:pt>
    <dgm:pt modelId="{B3525F9B-40BC-4A69-AD60-2388FA6159D4}" type="parTrans" cxnId="{A469BC96-97CC-4855-9559-0972D738B713}">
      <dgm:prSet/>
      <dgm:spPr/>
      <dgm:t>
        <a:bodyPr/>
        <a:lstStyle/>
        <a:p>
          <a:endParaRPr lang="en-US"/>
        </a:p>
      </dgm:t>
    </dgm:pt>
    <dgm:pt modelId="{41D14B4E-A628-403F-8F2A-670CC3CF0021}" type="sibTrans" cxnId="{A469BC96-97CC-4855-9559-0972D738B713}">
      <dgm:prSet/>
      <dgm:spPr/>
      <dgm:t>
        <a:bodyPr/>
        <a:lstStyle/>
        <a:p>
          <a:endParaRPr lang="en-US"/>
        </a:p>
      </dgm:t>
    </dgm:pt>
    <dgm:pt modelId="{100FBF27-C701-4FE6-894A-7A4591662F1E}">
      <dgm:prSet phldrT="[Text]"/>
      <dgm:spPr/>
      <dgm:t>
        <a:bodyPr/>
        <a:lstStyle/>
        <a:p>
          <a:r>
            <a:rPr lang="en-US" dirty="0"/>
            <a:t>Windows Registry</a:t>
          </a:r>
        </a:p>
      </dgm:t>
    </dgm:pt>
    <dgm:pt modelId="{B15A2F29-DA38-404D-B034-8EF170AF5685}" type="parTrans" cxnId="{33192E6C-BDCC-47BF-84DD-FF015786DAE4}">
      <dgm:prSet/>
      <dgm:spPr/>
      <dgm:t>
        <a:bodyPr/>
        <a:lstStyle/>
        <a:p>
          <a:endParaRPr lang="en-US"/>
        </a:p>
      </dgm:t>
    </dgm:pt>
    <dgm:pt modelId="{AEBE7265-ABF1-4DCD-B177-84D1DFC91A4D}" type="sibTrans" cxnId="{33192E6C-BDCC-47BF-84DD-FF015786DAE4}">
      <dgm:prSet/>
      <dgm:spPr/>
      <dgm:t>
        <a:bodyPr/>
        <a:lstStyle/>
        <a:p>
          <a:endParaRPr lang="en-US"/>
        </a:p>
      </dgm:t>
    </dgm:pt>
    <dgm:pt modelId="{0A4B568B-95D7-4116-B3B5-9A4E4BA71174}">
      <dgm:prSet phldrT="[Text]"/>
      <dgm:spPr/>
      <dgm:t>
        <a:bodyPr/>
        <a:lstStyle/>
        <a:p>
          <a:r>
            <a:rPr lang="en-US" dirty="0"/>
            <a:t>Kernel Loading</a:t>
          </a:r>
        </a:p>
      </dgm:t>
    </dgm:pt>
    <dgm:pt modelId="{EF7EB503-096A-481E-ABBF-8AA5143E45DF}" type="parTrans" cxnId="{0A858120-BC9B-4192-B59F-35CA2C8DE934}">
      <dgm:prSet/>
      <dgm:spPr/>
      <dgm:t>
        <a:bodyPr/>
        <a:lstStyle/>
        <a:p>
          <a:endParaRPr lang="en-US"/>
        </a:p>
      </dgm:t>
    </dgm:pt>
    <dgm:pt modelId="{7A044248-05D6-4FAE-9BC5-84989D418C12}" type="sibTrans" cxnId="{0A858120-BC9B-4192-B59F-35CA2C8DE934}">
      <dgm:prSet/>
      <dgm:spPr/>
      <dgm:t>
        <a:bodyPr/>
        <a:lstStyle/>
        <a:p>
          <a:endParaRPr lang="en-US"/>
        </a:p>
      </dgm:t>
    </dgm:pt>
    <dgm:pt modelId="{58A5DF09-4A77-47D8-B20C-31316AF7F54A}">
      <dgm:prSet phldrT="[Text]"/>
      <dgm:spPr/>
      <dgm:t>
        <a:bodyPr/>
        <a:lstStyle/>
        <a:p>
          <a:r>
            <a:rPr lang="en-US" dirty="0"/>
            <a:t>Win32 Subsystem Starts</a:t>
          </a:r>
        </a:p>
      </dgm:t>
    </dgm:pt>
    <dgm:pt modelId="{6AE26A83-5C00-448D-B556-3A439800DB56}" type="parTrans" cxnId="{65D04871-DF33-494F-A7FC-EA399857E5A3}">
      <dgm:prSet/>
      <dgm:spPr/>
      <dgm:t>
        <a:bodyPr/>
        <a:lstStyle/>
        <a:p>
          <a:endParaRPr lang="en-US"/>
        </a:p>
      </dgm:t>
    </dgm:pt>
    <dgm:pt modelId="{0DD55EC2-AADE-419E-B4EF-9450B2C0B95C}" type="sibTrans" cxnId="{65D04871-DF33-494F-A7FC-EA399857E5A3}">
      <dgm:prSet/>
      <dgm:spPr/>
      <dgm:t>
        <a:bodyPr/>
        <a:lstStyle/>
        <a:p>
          <a:endParaRPr lang="en-US"/>
        </a:p>
      </dgm:t>
    </dgm:pt>
    <dgm:pt modelId="{5BAF1F49-7C3F-4661-A155-3B3DC0965FC8}" type="pres">
      <dgm:prSet presAssocID="{B6C94A3E-1AED-43F3-B6B7-E8D9DF27938D}" presName="Name0" presStyleCnt="0">
        <dgm:presLayoutVars>
          <dgm:dir/>
          <dgm:animLvl val="lvl"/>
          <dgm:resizeHandles val="exact"/>
        </dgm:presLayoutVars>
      </dgm:prSet>
      <dgm:spPr/>
    </dgm:pt>
    <dgm:pt modelId="{5E0530B7-B72B-4C5E-9BE7-6E851DE47E1F}" type="pres">
      <dgm:prSet presAssocID="{58A5DF09-4A77-47D8-B20C-31316AF7F54A}" presName="boxAndChildren" presStyleCnt="0"/>
      <dgm:spPr/>
    </dgm:pt>
    <dgm:pt modelId="{27D6C9DB-7087-459E-AD12-CA5BC5065EB1}" type="pres">
      <dgm:prSet presAssocID="{58A5DF09-4A77-47D8-B20C-31316AF7F54A}" presName="parentTextBox" presStyleLbl="node1" presStyleIdx="0" presStyleCnt="3"/>
      <dgm:spPr/>
    </dgm:pt>
    <dgm:pt modelId="{13CD43A3-924A-45C0-9AE4-A0E4E8E80EB8}" type="pres">
      <dgm:prSet presAssocID="{7A044248-05D6-4FAE-9BC5-84989D418C12}" presName="sp" presStyleCnt="0"/>
      <dgm:spPr/>
    </dgm:pt>
    <dgm:pt modelId="{7713841F-C3FD-4EF6-9DCE-CA45741D03AB}" type="pres">
      <dgm:prSet presAssocID="{0A4B568B-95D7-4116-B3B5-9A4E4BA71174}" presName="arrowAndChildren" presStyleCnt="0"/>
      <dgm:spPr/>
    </dgm:pt>
    <dgm:pt modelId="{47FD35A9-A6AF-47B3-A6F5-07ADBB1BBF52}" type="pres">
      <dgm:prSet presAssocID="{0A4B568B-95D7-4116-B3B5-9A4E4BA71174}" presName="parentTextArrow" presStyleLbl="node1" presStyleIdx="1" presStyleCnt="3"/>
      <dgm:spPr/>
    </dgm:pt>
    <dgm:pt modelId="{DF74A21F-E8D7-43DE-8571-23C807472C93}" type="pres">
      <dgm:prSet presAssocID="{6F686D97-3C33-484D-8306-CA0D3140E451}" presName="sp" presStyleCnt="0"/>
      <dgm:spPr/>
    </dgm:pt>
    <dgm:pt modelId="{5811DB0B-0E26-4E2E-A51E-8FD45BCBEB32}" type="pres">
      <dgm:prSet presAssocID="{69A444DF-BF02-421A-B82E-2C90E63FC217}" presName="arrowAndChildren" presStyleCnt="0"/>
      <dgm:spPr/>
    </dgm:pt>
    <dgm:pt modelId="{522EF6E5-3838-4A72-AF44-D59481CE83CA}" type="pres">
      <dgm:prSet presAssocID="{69A444DF-BF02-421A-B82E-2C90E63FC217}" presName="parentTextArrow" presStyleLbl="node1" presStyleIdx="1" presStyleCnt="3"/>
      <dgm:spPr/>
    </dgm:pt>
    <dgm:pt modelId="{2432D8FB-4A8D-4CFB-B66F-B08D1092672E}" type="pres">
      <dgm:prSet presAssocID="{69A444DF-BF02-421A-B82E-2C90E63FC217}" presName="arrow" presStyleLbl="node1" presStyleIdx="2" presStyleCnt="3"/>
      <dgm:spPr/>
    </dgm:pt>
    <dgm:pt modelId="{B9D36BA8-A06A-4047-B33B-D4728BEFDACC}" type="pres">
      <dgm:prSet presAssocID="{69A444DF-BF02-421A-B82E-2C90E63FC217}" presName="descendantArrow" presStyleCnt="0"/>
      <dgm:spPr/>
    </dgm:pt>
    <dgm:pt modelId="{E37E7B48-F7FF-4E42-8AE1-DC86F03FD47C}" type="pres">
      <dgm:prSet presAssocID="{3A4FF8FB-6BD0-4AC7-8B43-DD8C3416BCA2}" presName="childTextArrow" presStyleLbl="fgAccFollowNode1" presStyleIdx="0" presStyleCnt="2">
        <dgm:presLayoutVars>
          <dgm:bulletEnabled val="1"/>
        </dgm:presLayoutVars>
      </dgm:prSet>
      <dgm:spPr/>
    </dgm:pt>
    <dgm:pt modelId="{8C91013C-3191-4BC7-8674-8C04ACDDBEA3}" type="pres">
      <dgm:prSet presAssocID="{100FBF27-C701-4FE6-894A-7A4591662F1E}" presName="childTextArrow" presStyleLbl="fgAccFollowNode1" presStyleIdx="1" presStyleCnt="2">
        <dgm:presLayoutVars>
          <dgm:bulletEnabled val="1"/>
        </dgm:presLayoutVars>
      </dgm:prSet>
      <dgm:spPr/>
    </dgm:pt>
  </dgm:ptLst>
  <dgm:cxnLst>
    <dgm:cxn modelId="{DF9B3518-0DF0-4673-A96C-874EAE65905F}" type="presOf" srcId="{69A444DF-BF02-421A-B82E-2C90E63FC217}" destId="{522EF6E5-3838-4A72-AF44-D59481CE83CA}" srcOrd="0" destOrd="0" presId="urn:microsoft.com/office/officeart/2005/8/layout/process4"/>
    <dgm:cxn modelId="{0A858120-BC9B-4192-B59F-35CA2C8DE934}" srcId="{B6C94A3E-1AED-43F3-B6B7-E8D9DF27938D}" destId="{0A4B568B-95D7-4116-B3B5-9A4E4BA71174}" srcOrd="1" destOrd="0" parTransId="{EF7EB503-096A-481E-ABBF-8AA5143E45DF}" sibTransId="{7A044248-05D6-4FAE-9BC5-84989D418C12}"/>
    <dgm:cxn modelId="{7FA9263C-39AC-491D-A2E7-98D1C0BB3FBE}" type="presOf" srcId="{69A444DF-BF02-421A-B82E-2C90E63FC217}" destId="{2432D8FB-4A8D-4CFB-B66F-B08D1092672E}" srcOrd="1" destOrd="0" presId="urn:microsoft.com/office/officeart/2005/8/layout/process4"/>
    <dgm:cxn modelId="{E20A5162-E903-42D1-88A6-C47563773F29}" type="presOf" srcId="{100FBF27-C701-4FE6-894A-7A4591662F1E}" destId="{8C91013C-3191-4BC7-8674-8C04ACDDBEA3}" srcOrd="0" destOrd="0" presId="urn:microsoft.com/office/officeart/2005/8/layout/process4"/>
    <dgm:cxn modelId="{33192E6C-BDCC-47BF-84DD-FF015786DAE4}" srcId="{69A444DF-BF02-421A-B82E-2C90E63FC217}" destId="{100FBF27-C701-4FE6-894A-7A4591662F1E}" srcOrd="1" destOrd="0" parTransId="{B15A2F29-DA38-404D-B034-8EF170AF5685}" sibTransId="{AEBE7265-ABF1-4DCD-B177-84D1DFC91A4D}"/>
    <dgm:cxn modelId="{65D04871-DF33-494F-A7FC-EA399857E5A3}" srcId="{B6C94A3E-1AED-43F3-B6B7-E8D9DF27938D}" destId="{58A5DF09-4A77-47D8-B20C-31316AF7F54A}" srcOrd="2" destOrd="0" parTransId="{6AE26A83-5C00-448D-B556-3A439800DB56}" sibTransId="{0DD55EC2-AADE-419E-B4EF-9450B2C0B95C}"/>
    <dgm:cxn modelId="{D1580F7B-6CA4-4E2C-AA8D-6110D4FD7BD3}" type="presOf" srcId="{B6C94A3E-1AED-43F3-B6B7-E8D9DF27938D}" destId="{5BAF1F49-7C3F-4661-A155-3B3DC0965FC8}" srcOrd="0" destOrd="0" presId="urn:microsoft.com/office/officeart/2005/8/layout/process4"/>
    <dgm:cxn modelId="{A469BC96-97CC-4855-9559-0972D738B713}" srcId="{69A444DF-BF02-421A-B82E-2C90E63FC217}" destId="{3A4FF8FB-6BD0-4AC7-8B43-DD8C3416BCA2}" srcOrd="0" destOrd="0" parTransId="{B3525F9B-40BC-4A69-AD60-2388FA6159D4}" sibTransId="{41D14B4E-A628-403F-8F2A-670CC3CF0021}"/>
    <dgm:cxn modelId="{B604FA9E-547C-462F-A4B7-616A9C3919E8}" srcId="{B6C94A3E-1AED-43F3-B6B7-E8D9DF27938D}" destId="{69A444DF-BF02-421A-B82E-2C90E63FC217}" srcOrd="0" destOrd="0" parTransId="{5033CD16-352C-4F15-B783-3B97D24F7B6F}" sibTransId="{6F686D97-3C33-484D-8306-CA0D3140E451}"/>
    <dgm:cxn modelId="{1D0230A5-2CE7-42D3-8D8F-6341C0DCF307}" type="presOf" srcId="{58A5DF09-4A77-47D8-B20C-31316AF7F54A}" destId="{27D6C9DB-7087-459E-AD12-CA5BC5065EB1}" srcOrd="0" destOrd="0" presId="urn:microsoft.com/office/officeart/2005/8/layout/process4"/>
    <dgm:cxn modelId="{50E213B0-7E39-42FA-AA0B-5654808FF835}" type="presOf" srcId="{0A4B568B-95D7-4116-B3B5-9A4E4BA71174}" destId="{47FD35A9-A6AF-47B3-A6F5-07ADBB1BBF52}" srcOrd="0" destOrd="0" presId="urn:microsoft.com/office/officeart/2005/8/layout/process4"/>
    <dgm:cxn modelId="{33B21FC2-7CFC-475D-B617-8396B64CF875}" type="presOf" srcId="{3A4FF8FB-6BD0-4AC7-8B43-DD8C3416BCA2}" destId="{E37E7B48-F7FF-4E42-8AE1-DC86F03FD47C}" srcOrd="0" destOrd="0" presId="urn:microsoft.com/office/officeart/2005/8/layout/process4"/>
    <dgm:cxn modelId="{1DF5DA3E-BB81-4B58-8DD4-F98EECB2DB1D}" type="presParOf" srcId="{5BAF1F49-7C3F-4661-A155-3B3DC0965FC8}" destId="{5E0530B7-B72B-4C5E-9BE7-6E851DE47E1F}" srcOrd="0" destOrd="0" presId="urn:microsoft.com/office/officeart/2005/8/layout/process4"/>
    <dgm:cxn modelId="{EEEE73E6-D259-4187-A3AB-30DEFE05B96D}" type="presParOf" srcId="{5E0530B7-B72B-4C5E-9BE7-6E851DE47E1F}" destId="{27D6C9DB-7087-459E-AD12-CA5BC5065EB1}" srcOrd="0" destOrd="0" presId="urn:microsoft.com/office/officeart/2005/8/layout/process4"/>
    <dgm:cxn modelId="{2E07394D-138A-4985-A6EB-C88CED9FDE4E}" type="presParOf" srcId="{5BAF1F49-7C3F-4661-A155-3B3DC0965FC8}" destId="{13CD43A3-924A-45C0-9AE4-A0E4E8E80EB8}" srcOrd="1" destOrd="0" presId="urn:microsoft.com/office/officeart/2005/8/layout/process4"/>
    <dgm:cxn modelId="{BF421521-2C05-4173-9533-76DE82018BBF}" type="presParOf" srcId="{5BAF1F49-7C3F-4661-A155-3B3DC0965FC8}" destId="{7713841F-C3FD-4EF6-9DCE-CA45741D03AB}" srcOrd="2" destOrd="0" presId="urn:microsoft.com/office/officeart/2005/8/layout/process4"/>
    <dgm:cxn modelId="{A3D8412D-441B-40DD-9907-6DE80C48A0BE}" type="presParOf" srcId="{7713841F-C3FD-4EF6-9DCE-CA45741D03AB}" destId="{47FD35A9-A6AF-47B3-A6F5-07ADBB1BBF52}" srcOrd="0" destOrd="0" presId="urn:microsoft.com/office/officeart/2005/8/layout/process4"/>
    <dgm:cxn modelId="{B78779F7-E41A-4CA8-A7A8-EDB6D37C3D07}" type="presParOf" srcId="{5BAF1F49-7C3F-4661-A155-3B3DC0965FC8}" destId="{DF74A21F-E8D7-43DE-8571-23C807472C93}" srcOrd="3" destOrd="0" presId="urn:microsoft.com/office/officeart/2005/8/layout/process4"/>
    <dgm:cxn modelId="{1C97966E-1178-431D-AD4D-9E967AE47A70}" type="presParOf" srcId="{5BAF1F49-7C3F-4661-A155-3B3DC0965FC8}" destId="{5811DB0B-0E26-4E2E-A51E-8FD45BCBEB32}" srcOrd="4" destOrd="0" presId="urn:microsoft.com/office/officeart/2005/8/layout/process4"/>
    <dgm:cxn modelId="{9CC41E30-784C-435C-B56C-317CBDB2AF4F}" type="presParOf" srcId="{5811DB0B-0E26-4E2E-A51E-8FD45BCBEB32}" destId="{522EF6E5-3838-4A72-AF44-D59481CE83CA}" srcOrd="0" destOrd="0" presId="urn:microsoft.com/office/officeart/2005/8/layout/process4"/>
    <dgm:cxn modelId="{A6E03360-05A9-4D11-8923-AB3F5F17396E}" type="presParOf" srcId="{5811DB0B-0E26-4E2E-A51E-8FD45BCBEB32}" destId="{2432D8FB-4A8D-4CFB-B66F-B08D1092672E}" srcOrd="1" destOrd="0" presId="urn:microsoft.com/office/officeart/2005/8/layout/process4"/>
    <dgm:cxn modelId="{CD300E9B-39B3-4173-87A2-F20EE67EC201}" type="presParOf" srcId="{5811DB0B-0E26-4E2E-A51E-8FD45BCBEB32}" destId="{B9D36BA8-A06A-4047-B33B-D4728BEFDACC}" srcOrd="2" destOrd="0" presId="urn:microsoft.com/office/officeart/2005/8/layout/process4"/>
    <dgm:cxn modelId="{5DF1939C-2460-4BC4-B4CA-F6FE66A33D46}" type="presParOf" srcId="{B9D36BA8-A06A-4047-B33B-D4728BEFDACC}" destId="{E37E7B48-F7FF-4E42-8AE1-DC86F03FD47C}" srcOrd="0" destOrd="0" presId="urn:microsoft.com/office/officeart/2005/8/layout/process4"/>
    <dgm:cxn modelId="{904C34DB-7EDF-4F61-99EC-D0D7E04E436F}" type="presParOf" srcId="{B9D36BA8-A06A-4047-B33B-D4728BEFDACC}" destId="{8C91013C-3191-4BC7-8674-8C04ACDDBEA3}"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12AD940-5D59-430A-991D-ED94C4A0D1CC}" type="doc">
      <dgm:prSet loTypeId="urn:microsoft.com/office/officeart/2005/8/layout/default" loCatId="list" qsTypeId="urn:microsoft.com/office/officeart/2005/8/quickstyle/simple1" qsCatId="simple" csTypeId="urn:microsoft.com/office/officeart/2005/8/colors/accent1_3" csCatId="accent1" phldr="1"/>
      <dgm:spPr/>
      <dgm:t>
        <a:bodyPr/>
        <a:lstStyle/>
        <a:p>
          <a:endParaRPr lang="en-US"/>
        </a:p>
      </dgm:t>
    </dgm:pt>
    <dgm:pt modelId="{6F69C53B-A8FD-4C21-9293-353AD4FA7D4F}">
      <dgm:prSet phldrT="[Text]"/>
      <dgm:spPr/>
      <dgm:t>
        <a:bodyPr/>
        <a:lstStyle/>
        <a:p>
          <a:r>
            <a:rPr lang="en-US"/>
            <a:t>Ntdetect.com</a:t>
          </a:r>
        </a:p>
      </dgm:t>
    </dgm:pt>
    <dgm:pt modelId="{B894D9F6-8587-4B86-84A1-599CED8C8FAD}" type="parTrans" cxnId="{C87F23BB-5E1D-4B62-A5D3-997F7144DCF5}">
      <dgm:prSet/>
      <dgm:spPr/>
      <dgm:t>
        <a:bodyPr/>
        <a:lstStyle/>
        <a:p>
          <a:endParaRPr lang="en-US"/>
        </a:p>
      </dgm:t>
    </dgm:pt>
    <dgm:pt modelId="{4C2768AD-79D2-480B-A94B-A8231C183C46}" type="sibTrans" cxnId="{C87F23BB-5E1D-4B62-A5D3-997F7144DCF5}">
      <dgm:prSet/>
      <dgm:spPr/>
      <dgm:t>
        <a:bodyPr/>
        <a:lstStyle/>
        <a:p>
          <a:endParaRPr lang="en-US"/>
        </a:p>
      </dgm:t>
    </dgm:pt>
    <dgm:pt modelId="{49CF15D1-3D85-4932-BC2A-1E025D1975AA}">
      <dgm:prSet phldrT="[Text]"/>
      <dgm:spPr/>
      <dgm:t>
        <a:bodyPr/>
        <a:lstStyle/>
        <a:p>
          <a:r>
            <a:rPr lang="en-US"/>
            <a:t>Ntbootdd.sys</a:t>
          </a:r>
        </a:p>
      </dgm:t>
    </dgm:pt>
    <dgm:pt modelId="{15CEC6A7-D681-46FA-94ED-D8751F43D6ED}" type="parTrans" cxnId="{EBDB78A7-CAD8-4866-B6C6-43040246FC81}">
      <dgm:prSet/>
      <dgm:spPr/>
      <dgm:t>
        <a:bodyPr/>
        <a:lstStyle/>
        <a:p>
          <a:endParaRPr lang="en-US"/>
        </a:p>
      </dgm:t>
    </dgm:pt>
    <dgm:pt modelId="{873313B2-2F29-42C7-8737-56C646D6DB2D}" type="sibTrans" cxnId="{EBDB78A7-CAD8-4866-B6C6-43040246FC81}">
      <dgm:prSet/>
      <dgm:spPr/>
      <dgm:t>
        <a:bodyPr/>
        <a:lstStyle/>
        <a:p>
          <a:endParaRPr lang="en-US"/>
        </a:p>
      </dgm:t>
    </dgm:pt>
    <dgm:pt modelId="{4E2BF379-7F7A-4937-B44B-A03F2C8378C1}">
      <dgm:prSet phldrT="[Text]"/>
      <dgm:spPr/>
      <dgm:t>
        <a:bodyPr/>
        <a:lstStyle/>
        <a:p>
          <a:r>
            <a:rPr lang="en-US"/>
            <a:t>Ntoskrnl.exe</a:t>
          </a:r>
        </a:p>
      </dgm:t>
    </dgm:pt>
    <dgm:pt modelId="{A73C5F10-DCB2-4137-A0B9-2520811F5477}" type="parTrans" cxnId="{4AA70198-3A06-473E-AB7D-EBCD2CA15B20}">
      <dgm:prSet/>
      <dgm:spPr/>
      <dgm:t>
        <a:bodyPr/>
        <a:lstStyle/>
        <a:p>
          <a:endParaRPr lang="en-US"/>
        </a:p>
      </dgm:t>
    </dgm:pt>
    <dgm:pt modelId="{F76E0C8A-D8D5-4EF0-B9F7-249CB33956B4}" type="sibTrans" cxnId="{4AA70198-3A06-473E-AB7D-EBCD2CA15B20}">
      <dgm:prSet/>
      <dgm:spPr/>
      <dgm:t>
        <a:bodyPr/>
        <a:lstStyle/>
        <a:p>
          <a:endParaRPr lang="en-US"/>
        </a:p>
      </dgm:t>
    </dgm:pt>
    <dgm:pt modelId="{08389FFD-62B3-44DB-92D3-84DD0A83AD56}">
      <dgm:prSet phldrT="[Text]"/>
      <dgm:spPr/>
      <dgm:t>
        <a:bodyPr/>
        <a:lstStyle/>
        <a:p>
          <a:r>
            <a:rPr lang="en-US"/>
            <a:t>Hal.dll</a:t>
          </a:r>
        </a:p>
      </dgm:t>
    </dgm:pt>
    <dgm:pt modelId="{C0F30CE3-4BDB-4F0B-9049-BBA2E9F47CAB}" type="parTrans" cxnId="{9FB8C86E-1D3B-400E-A498-7B6CCD8BE3DD}">
      <dgm:prSet/>
      <dgm:spPr/>
      <dgm:t>
        <a:bodyPr/>
        <a:lstStyle/>
        <a:p>
          <a:endParaRPr lang="en-US"/>
        </a:p>
      </dgm:t>
    </dgm:pt>
    <dgm:pt modelId="{1FB0E403-8CA7-4F99-9610-C57CDB3FEF09}" type="sibTrans" cxnId="{9FB8C86E-1D3B-400E-A498-7B6CCD8BE3DD}">
      <dgm:prSet/>
      <dgm:spPr/>
      <dgm:t>
        <a:bodyPr/>
        <a:lstStyle/>
        <a:p>
          <a:endParaRPr lang="en-US"/>
        </a:p>
      </dgm:t>
    </dgm:pt>
    <dgm:pt modelId="{FF1360A9-9F7F-488A-8D9C-8AC61916A3C0}">
      <dgm:prSet phldrT="[Text]"/>
      <dgm:spPr/>
      <dgm:t>
        <a:bodyPr/>
        <a:lstStyle/>
        <a:p>
          <a:r>
            <a:rPr lang="en-US"/>
            <a:t>Smss.exe</a:t>
          </a:r>
        </a:p>
      </dgm:t>
    </dgm:pt>
    <dgm:pt modelId="{46494968-9E09-4E18-85B9-D3A86422CF08}" type="parTrans" cxnId="{98F5775B-C563-4B9A-A7CD-0B9EFF16C7FA}">
      <dgm:prSet/>
      <dgm:spPr/>
      <dgm:t>
        <a:bodyPr/>
        <a:lstStyle/>
        <a:p>
          <a:endParaRPr lang="en-US"/>
        </a:p>
      </dgm:t>
    </dgm:pt>
    <dgm:pt modelId="{F4E74994-9111-457B-B4DF-BBFFCD82B334}" type="sibTrans" cxnId="{98F5775B-C563-4B9A-A7CD-0B9EFF16C7FA}">
      <dgm:prSet/>
      <dgm:spPr/>
      <dgm:t>
        <a:bodyPr/>
        <a:lstStyle/>
        <a:p>
          <a:endParaRPr lang="en-US"/>
        </a:p>
      </dgm:t>
    </dgm:pt>
    <dgm:pt modelId="{38EBA4ED-EB9D-444E-BEA1-D7D38E95E19C}">
      <dgm:prSet/>
      <dgm:spPr/>
      <dgm:t>
        <a:bodyPr/>
        <a:lstStyle/>
        <a:p>
          <a:r>
            <a:rPr lang="en-US"/>
            <a:t>Winlogon.exe</a:t>
          </a:r>
        </a:p>
      </dgm:t>
    </dgm:pt>
    <dgm:pt modelId="{99F3B96C-A096-429D-A94B-07BC3BFDE301}" type="parTrans" cxnId="{D817A301-922D-4B4C-B0E7-7D25729A066D}">
      <dgm:prSet/>
      <dgm:spPr/>
      <dgm:t>
        <a:bodyPr/>
        <a:lstStyle/>
        <a:p>
          <a:endParaRPr lang="en-US"/>
        </a:p>
      </dgm:t>
    </dgm:pt>
    <dgm:pt modelId="{B40AF952-9D95-4397-AA8B-6CD01EBE00CB}" type="sibTrans" cxnId="{D817A301-922D-4B4C-B0E7-7D25729A066D}">
      <dgm:prSet/>
      <dgm:spPr/>
      <dgm:t>
        <a:bodyPr/>
        <a:lstStyle/>
        <a:p>
          <a:endParaRPr lang="en-US"/>
        </a:p>
      </dgm:t>
    </dgm:pt>
    <dgm:pt modelId="{1ABE0242-ED9C-491E-95CB-EBB957DF5DEF}">
      <dgm:prSet/>
      <dgm:spPr/>
      <dgm:t>
        <a:bodyPr/>
        <a:lstStyle/>
        <a:p>
          <a:r>
            <a:rPr lang="en-US"/>
            <a:t>Lsass.exe</a:t>
          </a:r>
        </a:p>
      </dgm:t>
    </dgm:pt>
    <dgm:pt modelId="{FB7A5E93-5DC3-405F-B8B6-1D22A7BAD206}" type="parTrans" cxnId="{D78646D8-C51F-47B2-B9FE-A463EF67B3E0}">
      <dgm:prSet/>
      <dgm:spPr/>
      <dgm:t>
        <a:bodyPr/>
        <a:lstStyle/>
        <a:p>
          <a:endParaRPr lang="en-US"/>
        </a:p>
      </dgm:t>
    </dgm:pt>
    <dgm:pt modelId="{3F66CE22-E9EF-4254-A828-3491EF419A7D}" type="sibTrans" cxnId="{D78646D8-C51F-47B2-B9FE-A463EF67B3E0}">
      <dgm:prSet/>
      <dgm:spPr/>
      <dgm:t>
        <a:bodyPr/>
        <a:lstStyle/>
        <a:p>
          <a:endParaRPr lang="en-US"/>
        </a:p>
      </dgm:t>
    </dgm:pt>
    <dgm:pt modelId="{120BC5B0-D15B-4BB4-B55C-CC0476E424D5}">
      <dgm:prSet/>
      <dgm:spPr/>
      <dgm:t>
        <a:bodyPr/>
        <a:lstStyle/>
        <a:p>
          <a:r>
            <a:rPr lang="en-US"/>
            <a:t>Explorer.exe</a:t>
          </a:r>
        </a:p>
      </dgm:t>
    </dgm:pt>
    <dgm:pt modelId="{A26AACBF-8F93-4D2D-8662-2E099E041A6B}" type="parTrans" cxnId="{E932BB0E-8F40-4039-922A-1A051BD09F7C}">
      <dgm:prSet/>
      <dgm:spPr/>
      <dgm:t>
        <a:bodyPr/>
        <a:lstStyle/>
        <a:p>
          <a:endParaRPr lang="en-US"/>
        </a:p>
      </dgm:t>
    </dgm:pt>
    <dgm:pt modelId="{3BFC1820-375D-4062-A1EC-93F5C934F95B}" type="sibTrans" cxnId="{E932BB0E-8F40-4039-922A-1A051BD09F7C}">
      <dgm:prSet/>
      <dgm:spPr/>
      <dgm:t>
        <a:bodyPr/>
        <a:lstStyle/>
        <a:p>
          <a:endParaRPr lang="en-US"/>
        </a:p>
      </dgm:t>
    </dgm:pt>
    <dgm:pt modelId="{CBB5EC8A-1919-483C-B7FF-31EBBB03FFFC}">
      <dgm:prSet/>
      <dgm:spPr/>
      <dgm:t>
        <a:bodyPr/>
        <a:lstStyle/>
        <a:p>
          <a:r>
            <a:rPr lang="en-US"/>
            <a:t>Crss.exe</a:t>
          </a:r>
        </a:p>
      </dgm:t>
    </dgm:pt>
    <dgm:pt modelId="{4DE76A7A-14E3-41E4-93FA-2DB336066C62}" type="parTrans" cxnId="{C4E1AC30-D825-4F5D-BDB6-FE06ECA2F524}">
      <dgm:prSet/>
      <dgm:spPr/>
      <dgm:t>
        <a:bodyPr/>
        <a:lstStyle/>
        <a:p>
          <a:endParaRPr lang="en-US"/>
        </a:p>
      </dgm:t>
    </dgm:pt>
    <dgm:pt modelId="{488395BB-F2AC-4122-9531-D143D121415F}" type="sibTrans" cxnId="{C4E1AC30-D825-4F5D-BDB6-FE06ECA2F524}">
      <dgm:prSet/>
      <dgm:spPr/>
      <dgm:t>
        <a:bodyPr/>
        <a:lstStyle/>
        <a:p>
          <a:endParaRPr lang="en-US"/>
        </a:p>
      </dgm:t>
    </dgm:pt>
    <dgm:pt modelId="{C1E4E945-4967-4231-A358-12BB81C89128}" type="pres">
      <dgm:prSet presAssocID="{C12AD940-5D59-430A-991D-ED94C4A0D1CC}" presName="diagram" presStyleCnt="0">
        <dgm:presLayoutVars>
          <dgm:dir/>
          <dgm:resizeHandles val="exact"/>
        </dgm:presLayoutVars>
      </dgm:prSet>
      <dgm:spPr/>
    </dgm:pt>
    <dgm:pt modelId="{FEDE7E6E-6325-4902-8AC4-F29361EADD91}" type="pres">
      <dgm:prSet presAssocID="{6F69C53B-A8FD-4C21-9293-353AD4FA7D4F}" presName="node" presStyleLbl="node1" presStyleIdx="0" presStyleCnt="9">
        <dgm:presLayoutVars>
          <dgm:bulletEnabled val="1"/>
        </dgm:presLayoutVars>
      </dgm:prSet>
      <dgm:spPr/>
    </dgm:pt>
    <dgm:pt modelId="{48395896-82BA-4787-AD3B-3EE97C3495BB}" type="pres">
      <dgm:prSet presAssocID="{4C2768AD-79D2-480B-A94B-A8231C183C46}" presName="sibTrans" presStyleCnt="0"/>
      <dgm:spPr/>
    </dgm:pt>
    <dgm:pt modelId="{24753F66-22B0-4328-9084-A78CB3A9CF67}" type="pres">
      <dgm:prSet presAssocID="{49CF15D1-3D85-4932-BC2A-1E025D1975AA}" presName="node" presStyleLbl="node1" presStyleIdx="1" presStyleCnt="9">
        <dgm:presLayoutVars>
          <dgm:bulletEnabled val="1"/>
        </dgm:presLayoutVars>
      </dgm:prSet>
      <dgm:spPr/>
    </dgm:pt>
    <dgm:pt modelId="{1B4B1CF0-ED7F-427F-BD26-7AC81EC3AE9B}" type="pres">
      <dgm:prSet presAssocID="{873313B2-2F29-42C7-8737-56C646D6DB2D}" presName="sibTrans" presStyleCnt="0"/>
      <dgm:spPr/>
    </dgm:pt>
    <dgm:pt modelId="{636A2E06-841D-48A3-B3DC-8166E6EA6994}" type="pres">
      <dgm:prSet presAssocID="{4E2BF379-7F7A-4937-B44B-A03F2C8378C1}" presName="node" presStyleLbl="node1" presStyleIdx="2" presStyleCnt="9">
        <dgm:presLayoutVars>
          <dgm:bulletEnabled val="1"/>
        </dgm:presLayoutVars>
      </dgm:prSet>
      <dgm:spPr/>
    </dgm:pt>
    <dgm:pt modelId="{26DABCC9-8A17-4E03-91CD-D6E090442C2A}" type="pres">
      <dgm:prSet presAssocID="{F76E0C8A-D8D5-4EF0-B9F7-249CB33956B4}" presName="sibTrans" presStyleCnt="0"/>
      <dgm:spPr/>
    </dgm:pt>
    <dgm:pt modelId="{1659FEE8-DEE1-44BC-80F5-2A5A35D46A96}" type="pres">
      <dgm:prSet presAssocID="{08389FFD-62B3-44DB-92D3-84DD0A83AD56}" presName="node" presStyleLbl="node1" presStyleIdx="3" presStyleCnt="9">
        <dgm:presLayoutVars>
          <dgm:bulletEnabled val="1"/>
        </dgm:presLayoutVars>
      </dgm:prSet>
      <dgm:spPr/>
    </dgm:pt>
    <dgm:pt modelId="{5F1023EC-8436-4464-A5E8-5C2F2C330D9C}" type="pres">
      <dgm:prSet presAssocID="{1FB0E403-8CA7-4F99-9610-C57CDB3FEF09}" presName="sibTrans" presStyleCnt="0"/>
      <dgm:spPr/>
    </dgm:pt>
    <dgm:pt modelId="{48345AF6-9B3A-4058-9722-78584F41685A}" type="pres">
      <dgm:prSet presAssocID="{FF1360A9-9F7F-488A-8D9C-8AC61916A3C0}" presName="node" presStyleLbl="node1" presStyleIdx="4" presStyleCnt="9">
        <dgm:presLayoutVars>
          <dgm:bulletEnabled val="1"/>
        </dgm:presLayoutVars>
      </dgm:prSet>
      <dgm:spPr/>
    </dgm:pt>
    <dgm:pt modelId="{90AA58C2-494A-44E2-BDA2-17C7C7F6327C}" type="pres">
      <dgm:prSet presAssocID="{F4E74994-9111-457B-B4DF-BBFFCD82B334}" presName="sibTrans" presStyleCnt="0"/>
      <dgm:spPr/>
    </dgm:pt>
    <dgm:pt modelId="{786E8698-F7C5-47FB-9CD7-98B956F272C5}" type="pres">
      <dgm:prSet presAssocID="{38EBA4ED-EB9D-444E-BEA1-D7D38E95E19C}" presName="node" presStyleLbl="node1" presStyleIdx="5" presStyleCnt="9">
        <dgm:presLayoutVars>
          <dgm:bulletEnabled val="1"/>
        </dgm:presLayoutVars>
      </dgm:prSet>
      <dgm:spPr/>
    </dgm:pt>
    <dgm:pt modelId="{220FC669-E0F4-4300-8D73-AB7484754B4F}" type="pres">
      <dgm:prSet presAssocID="{B40AF952-9D95-4397-AA8B-6CD01EBE00CB}" presName="sibTrans" presStyleCnt="0"/>
      <dgm:spPr/>
    </dgm:pt>
    <dgm:pt modelId="{E5511B70-4463-4DDA-9893-842278578BB1}" type="pres">
      <dgm:prSet presAssocID="{1ABE0242-ED9C-491E-95CB-EBB957DF5DEF}" presName="node" presStyleLbl="node1" presStyleIdx="6" presStyleCnt="9">
        <dgm:presLayoutVars>
          <dgm:bulletEnabled val="1"/>
        </dgm:presLayoutVars>
      </dgm:prSet>
      <dgm:spPr/>
    </dgm:pt>
    <dgm:pt modelId="{C976C2EB-4B43-442E-B20E-FBA95EB2AD4F}" type="pres">
      <dgm:prSet presAssocID="{3F66CE22-E9EF-4254-A828-3491EF419A7D}" presName="sibTrans" presStyleCnt="0"/>
      <dgm:spPr/>
    </dgm:pt>
    <dgm:pt modelId="{6CBD805D-C4D8-45B9-95FF-B072E08ACB1C}" type="pres">
      <dgm:prSet presAssocID="{120BC5B0-D15B-4BB4-B55C-CC0476E424D5}" presName="node" presStyleLbl="node1" presStyleIdx="7" presStyleCnt="9">
        <dgm:presLayoutVars>
          <dgm:bulletEnabled val="1"/>
        </dgm:presLayoutVars>
      </dgm:prSet>
      <dgm:spPr/>
    </dgm:pt>
    <dgm:pt modelId="{A6F867D3-E437-4D49-B1C9-25C653123A63}" type="pres">
      <dgm:prSet presAssocID="{3BFC1820-375D-4062-A1EC-93F5C934F95B}" presName="sibTrans" presStyleCnt="0"/>
      <dgm:spPr/>
    </dgm:pt>
    <dgm:pt modelId="{D3A4E8A8-A91A-4CDA-A5C2-CD539A009F4E}" type="pres">
      <dgm:prSet presAssocID="{CBB5EC8A-1919-483C-B7FF-31EBBB03FFFC}" presName="node" presStyleLbl="node1" presStyleIdx="8" presStyleCnt="9">
        <dgm:presLayoutVars>
          <dgm:bulletEnabled val="1"/>
        </dgm:presLayoutVars>
      </dgm:prSet>
      <dgm:spPr/>
    </dgm:pt>
  </dgm:ptLst>
  <dgm:cxnLst>
    <dgm:cxn modelId="{D817A301-922D-4B4C-B0E7-7D25729A066D}" srcId="{C12AD940-5D59-430A-991D-ED94C4A0D1CC}" destId="{38EBA4ED-EB9D-444E-BEA1-D7D38E95E19C}" srcOrd="5" destOrd="0" parTransId="{99F3B96C-A096-429D-A94B-07BC3BFDE301}" sibTransId="{B40AF952-9D95-4397-AA8B-6CD01EBE00CB}"/>
    <dgm:cxn modelId="{E932BB0E-8F40-4039-922A-1A051BD09F7C}" srcId="{C12AD940-5D59-430A-991D-ED94C4A0D1CC}" destId="{120BC5B0-D15B-4BB4-B55C-CC0476E424D5}" srcOrd="7" destOrd="0" parTransId="{A26AACBF-8F93-4D2D-8662-2E099E041A6B}" sibTransId="{3BFC1820-375D-4062-A1EC-93F5C934F95B}"/>
    <dgm:cxn modelId="{C4E1AC30-D825-4F5D-BDB6-FE06ECA2F524}" srcId="{C12AD940-5D59-430A-991D-ED94C4A0D1CC}" destId="{CBB5EC8A-1919-483C-B7FF-31EBBB03FFFC}" srcOrd="8" destOrd="0" parTransId="{4DE76A7A-14E3-41E4-93FA-2DB336066C62}" sibTransId="{488395BB-F2AC-4122-9531-D143D121415F}"/>
    <dgm:cxn modelId="{98F5775B-C563-4B9A-A7CD-0B9EFF16C7FA}" srcId="{C12AD940-5D59-430A-991D-ED94C4A0D1CC}" destId="{FF1360A9-9F7F-488A-8D9C-8AC61916A3C0}" srcOrd="4" destOrd="0" parTransId="{46494968-9E09-4E18-85B9-D3A86422CF08}" sibTransId="{F4E74994-9111-457B-B4DF-BBFFCD82B334}"/>
    <dgm:cxn modelId="{2E654D43-7889-4DAC-B656-B64AA861B9E3}" type="presOf" srcId="{6F69C53B-A8FD-4C21-9293-353AD4FA7D4F}" destId="{FEDE7E6E-6325-4902-8AC4-F29361EADD91}" srcOrd="0" destOrd="0" presId="urn:microsoft.com/office/officeart/2005/8/layout/default"/>
    <dgm:cxn modelId="{5FAFE367-7FEC-4CB0-B949-BF71786B0C44}" type="presOf" srcId="{4E2BF379-7F7A-4937-B44B-A03F2C8378C1}" destId="{636A2E06-841D-48A3-B3DC-8166E6EA6994}" srcOrd="0" destOrd="0" presId="urn:microsoft.com/office/officeart/2005/8/layout/default"/>
    <dgm:cxn modelId="{9FB8C86E-1D3B-400E-A498-7B6CCD8BE3DD}" srcId="{C12AD940-5D59-430A-991D-ED94C4A0D1CC}" destId="{08389FFD-62B3-44DB-92D3-84DD0A83AD56}" srcOrd="3" destOrd="0" parTransId="{C0F30CE3-4BDB-4F0B-9049-BBA2E9F47CAB}" sibTransId="{1FB0E403-8CA7-4F99-9610-C57CDB3FEF09}"/>
    <dgm:cxn modelId="{433FE051-3D92-471A-86E3-35BD9593A5E8}" type="presOf" srcId="{CBB5EC8A-1919-483C-B7FF-31EBBB03FFFC}" destId="{D3A4E8A8-A91A-4CDA-A5C2-CD539A009F4E}" srcOrd="0" destOrd="0" presId="urn:microsoft.com/office/officeart/2005/8/layout/default"/>
    <dgm:cxn modelId="{4AA70198-3A06-473E-AB7D-EBCD2CA15B20}" srcId="{C12AD940-5D59-430A-991D-ED94C4A0D1CC}" destId="{4E2BF379-7F7A-4937-B44B-A03F2C8378C1}" srcOrd="2" destOrd="0" parTransId="{A73C5F10-DCB2-4137-A0B9-2520811F5477}" sibTransId="{F76E0C8A-D8D5-4EF0-B9F7-249CB33956B4}"/>
    <dgm:cxn modelId="{EBDB78A7-CAD8-4866-B6C6-43040246FC81}" srcId="{C12AD940-5D59-430A-991D-ED94C4A0D1CC}" destId="{49CF15D1-3D85-4932-BC2A-1E025D1975AA}" srcOrd="1" destOrd="0" parTransId="{15CEC6A7-D681-46FA-94ED-D8751F43D6ED}" sibTransId="{873313B2-2F29-42C7-8737-56C646D6DB2D}"/>
    <dgm:cxn modelId="{364C35AA-3772-428D-9F3E-08150B15D456}" type="presOf" srcId="{08389FFD-62B3-44DB-92D3-84DD0A83AD56}" destId="{1659FEE8-DEE1-44BC-80F5-2A5A35D46A96}" srcOrd="0" destOrd="0" presId="urn:microsoft.com/office/officeart/2005/8/layout/default"/>
    <dgm:cxn modelId="{C87F23BB-5E1D-4B62-A5D3-997F7144DCF5}" srcId="{C12AD940-5D59-430A-991D-ED94C4A0D1CC}" destId="{6F69C53B-A8FD-4C21-9293-353AD4FA7D4F}" srcOrd="0" destOrd="0" parTransId="{B894D9F6-8587-4B86-84A1-599CED8C8FAD}" sibTransId="{4C2768AD-79D2-480B-A94B-A8231C183C46}"/>
    <dgm:cxn modelId="{D464F6BE-ED67-40F0-8F6C-C08AD50BAD7A}" type="presOf" srcId="{FF1360A9-9F7F-488A-8D9C-8AC61916A3C0}" destId="{48345AF6-9B3A-4058-9722-78584F41685A}" srcOrd="0" destOrd="0" presId="urn:microsoft.com/office/officeart/2005/8/layout/default"/>
    <dgm:cxn modelId="{6FB1E1BF-D69D-4379-B134-6F29A823E6FC}" type="presOf" srcId="{120BC5B0-D15B-4BB4-B55C-CC0476E424D5}" destId="{6CBD805D-C4D8-45B9-95FF-B072E08ACB1C}" srcOrd="0" destOrd="0" presId="urn:microsoft.com/office/officeart/2005/8/layout/default"/>
    <dgm:cxn modelId="{9778DAD0-F7AA-4939-8EE3-4B44F1CA2E5D}" type="presOf" srcId="{1ABE0242-ED9C-491E-95CB-EBB957DF5DEF}" destId="{E5511B70-4463-4DDA-9893-842278578BB1}" srcOrd="0" destOrd="0" presId="urn:microsoft.com/office/officeart/2005/8/layout/default"/>
    <dgm:cxn modelId="{D78646D8-C51F-47B2-B9FE-A463EF67B3E0}" srcId="{C12AD940-5D59-430A-991D-ED94C4A0D1CC}" destId="{1ABE0242-ED9C-491E-95CB-EBB957DF5DEF}" srcOrd="6" destOrd="0" parTransId="{FB7A5E93-5DC3-405F-B8B6-1D22A7BAD206}" sibTransId="{3F66CE22-E9EF-4254-A828-3491EF419A7D}"/>
    <dgm:cxn modelId="{86A44DD8-9883-4403-8C20-C78B70F4DE98}" type="presOf" srcId="{49CF15D1-3D85-4932-BC2A-1E025D1975AA}" destId="{24753F66-22B0-4328-9084-A78CB3A9CF67}" srcOrd="0" destOrd="0" presId="urn:microsoft.com/office/officeart/2005/8/layout/default"/>
    <dgm:cxn modelId="{21CA0CE4-4FAD-4259-B624-7A89A9E551F9}" type="presOf" srcId="{38EBA4ED-EB9D-444E-BEA1-D7D38E95E19C}" destId="{786E8698-F7C5-47FB-9CD7-98B956F272C5}" srcOrd="0" destOrd="0" presId="urn:microsoft.com/office/officeart/2005/8/layout/default"/>
    <dgm:cxn modelId="{DC53DCF0-C5EB-4D28-815B-F55581529F00}" type="presOf" srcId="{C12AD940-5D59-430A-991D-ED94C4A0D1CC}" destId="{C1E4E945-4967-4231-A358-12BB81C89128}" srcOrd="0" destOrd="0" presId="urn:microsoft.com/office/officeart/2005/8/layout/default"/>
    <dgm:cxn modelId="{94F59C1C-CC82-49C0-AECC-C166B11BF45F}" type="presParOf" srcId="{C1E4E945-4967-4231-A358-12BB81C89128}" destId="{FEDE7E6E-6325-4902-8AC4-F29361EADD91}" srcOrd="0" destOrd="0" presId="urn:microsoft.com/office/officeart/2005/8/layout/default"/>
    <dgm:cxn modelId="{177A87D7-7FD5-437D-96BF-A049326040AA}" type="presParOf" srcId="{C1E4E945-4967-4231-A358-12BB81C89128}" destId="{48395896-82BA-4787-AD3B-3EE97C3495BB}" srcOrd="1" destOrd="0" presId="urn:microsoft.com/office/officeart/2005/8/layout/default"/>
    <dgm:cxn modelId="{039F78C8-AF3C-4F1E-AD5F-8689B9550258}" type="presParOf" srcId="{C1E4E945-4967-4231-A358-12BB81C89128}" destId="{24753F66-22B0-4328-9084-A78CB3A9CF67}" srcOrd="2" destOrd="0" presId="urn:microsoft.com/office/officeart/2005/8/layout/default"/>
    <dgm:cxn modelId="{423D0555-7785-4E82-998E-990E41E69EAE}" type="presParOf" srcId="{C1E4E945-4967-4231-A358-12BB81C89128}" destId="{1B4B1CF0-ED7F-427F-BD26-7AC81EC3AE9B}" srcOrd="3" destOrd="0" presId="urn:microsoft.com/office/officeart/2005/8/layout/default"/>
    <dgm:cxn modelId="{88789D69-9960-46B2-8235-0C8BADEDF020}" type="presParOf" srcId="{C1E4E945-4967-4231-A358-12BB81C89128}" destId="{636A2E06-841D-48A3-B3DC-8166E6EA6994}" srcOrd="4" destOrd="0" presId="urn:microsoft.com/office/officeart/2005/8/layout/default"/>
    <dgm:cxn modelId="{F946FBD0-9789-423A-BB4C-4F1828CC4A48}" type="presParOf" srcId="{C1E4E945-4967-4231-A358-12BB81C89128}" destId="{26DABCC9-8A17-4E03-91CD-D6E090442C2A}" srcOrd="5" destOrd="0" presId="urn:microsoft.com/office/officeart/2005/8/layout/default"/>
    <dgm:cxn modelId="{84A686AF-CCD2-48BF-B52A-31197643CF02}" type="presParOf" srcId="{C1E4E945-4967-4231-A358-12BB81C89128}" destId="{1659FEE8-DEE1-44BC-80F5-2A5A35D46A96}" srcOrd="6" destOrd="0" presId="urn:microsoft.com/office/officeart/2005/8/layout/default"/>
    <dgm:cxn modelId="{2525CF1B-983C-4F9B-88E7-A0890F9C0395}" type="presParOf" srcId="{C1E4E945-4967-4231-A358-12BB81C89128}" destId="{5F1023EC-8436-4464-A5E8-5C2F2C330D9C}" srcOrd="7" destOrd="0" presId="urn:microsoft.com/office/officeart/2005/8/layout/default"/>
    <dgm:cxn modelId="{65C579CB-90CD-46E4-9C36-57036B5ACE48}" type="presParOf" srcId="{C1E4E945-4967-4231-A358-12BB81C89128}" destId="{48345AF6-9B3A-4058-9722-78584F41685A}" srcOrd="8" destOrd="0" presId="urn:microsoft.com/office/officeart/2005/8/layout/default"/>
    <dgm:cxn modelId="{B624B7AE-4579-4A17-9317-824EE41A3275}" type="presParOf" srcId="{C1E4E945-4967-4231-A358-12BB81C89128}" destId="{90AA58C2-494A-44E2-BDA2-17C7C7F6327C}" srcOrd="9" destOrd="0" presId="urn:microsoft.com/office/officeart/2005/8/layout/default"/>
    <dgm:cxn modelId="{A04FF734-54FB-452B-AE25-F11A701A5684}" type="presParOf" srcId="{C1E4E945-4967-4231-A358-12BB81C89128}" destId="{786E8698-F7C5-47FB-9CD7-98B956F272C5}" srcOrd="10" destOrd="0" presId="urn:microsoft.com/office/officeart/2005/8/layout/default"/>
    <dgm:cxn modelId="{3A0AD272-95B4-4B01-BEB2-E7AA63422316}" type="presParOf" srcId="{C1E4E945-4967-4231-A358-12BB81C89128}" destId="{220FC669-E0F4-4300-8D73-AB7484754B4F}" srcOrd="11" destOrd="0" presId="urn:microsoft.com/office/officeart/2005/8/layout/default"/>
    <dgm:cxn modelId="{9CAEFA08-8999-4C27-AF30-1503D54FA684}" type="presParOf" srcId="{C1E4E945-4967-4231-A358-12BB81C89128}" destId="{E5511B70-4463-4DDA-9893-842278578BB1}" srcOrd="12" destOrd="0" presId="urn:microsoft.com/office/officeart/2005/8/layout/default"/>
    <dgm:cxn modelId="{6134AC31-577D-4157-A46A-D439C791DED9}" type="presParOf" srcId="{C1E4E945-4967-4231-A358-12BB81C89128}" destId="{C976C2EB-4B43-442E-B20E-FBA95EB2AD4F}" srcOrd="13" destOrd="0" presId="urn:microsoft.com/office/officeart/2005/8/layout/default"/>
    <dgm:cxn modelId="{AA974246-B613-4800-AD6C-A7C09E90CB36}" type="presParOf" srcId="{C1E4E945-4967-4231-A358-12BB81C89128}" destId="{6CBD805D-C4D8-45B9-95FF-B072E08ACB1C}" srcOrd="14" destOrd="0" presId="urn:microsoft.com/office/officeart/2005/8/layout/default"/>
    <dgm:cxn modelId="{11C0434F-6C10-4E0C-A1B5-D4BFF1AF257E}" type="presParOf" srcId="{C1E4E945-4967-4231-A358-12BB81C89128}" destId="{A6F867D3-E437-4D49-B1C9-25C653123A63}" srcOrd="15" destOrd="0" presId="urn:microsoft.com/office/officeart/2005/8/layout/default"/>
    <dgm:cxn modelId="{D5D8A8AC-2512-49D7-A278-A7ED29EC9149}" type="presParOf" srcId="{C1E4E945-4967-4231-A358-12BB81C89128}" destId="{D3A4E8A8-A91A-4CDA-A5C2-CD539A009F4E}"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437F647-4FCC-4247-93D6-C787C953750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1B7B9EF3-F75A-4CBD-AA1F-B0916E9AB0EB}">
      <dgm:prSet phldrT="[Text]"/>
      <dgm:spPr/>
      <dgm:t>
        <a:bodyPr/>
        <a:lstStyle/>
        <a:p>
          <a:r>
            <a:rPr lang="en-US" dirty="0"/>
            <a:t>Stack (</a:t>
          </a:r>
          <a:r>
            <a:rPr lang="en-US" i="1" dirty="0"/>
            <a:t>S</a:t>
          </a:r>
          <a:r>
            <a:rPr lang="en-US" dirty="0"/>
            <a:t>)</a:t>
          </a:r>
        </a:p>
      </dgm:t>
    </dgm:pt>
    <dgm:pt modelId="{BFB7E6F7-9D03-4DE8-ADD7-174D5F717FAA}" type="parTrans" cxnId="{D6928560-2EDA-4024-99A2-94785BC0933A}">
      <dgm:prSet/>
      <dgm:spPr/>
      <dgm:t>
        <a:bodyPr/>
        <a:lstStyle/>
        <a:p>
          <a:endParaRPr lang="en-US"/>
        </a:p>
      </dgm:t>
    </dgm:pt>
    <dgm:pt modelId="{68817C4C-2F16-461F-9212-283D0348B366}" type="sibTrans" cxnId="{D6928560-2EDA-4024-99A2-94785BC0933A}">
      <dgm:prSet/>
      <dgm:spPr/>
      <dgm:t>
        <a:bodyPr/>
        <a:lstStyle/>
        <a:p>
          <a:endParaRPr lang="en-US"/>
        </a:p>
      </dgm:t>
    </dgm:pt>
    <dgm:pt modelId="{530BA98E-4E0A-4788-BF49-F95ACB7BD694}">
      <dgm:prSet phldrT="[Text]"/>
      <dgm:spPr/>
      <dgm:t>
        <a:bodyPr/>
        <a:lstStyle/>
        <a:p>
          <a:r>
            <a:rPr lang="en-US" dirty="0"/>
            <a:t>Allocated based on last-in, first-out (LIFO)</a:t>
          </a:r>
        </a:p>
      </dgm:t>
    </dgm:pt>
    <dgm:pt modelId="{362DF8DD-2C88-41DC-A297-43F4249514A3}" type="parTrans" cxnId="{BE8F3997-808D-4819-A7C1-C1A6F99B75C7}">
      <dgm:prSet/>
      <dgm:spPr/>
      <dgm:t>
        <a:bodyPr/>
        <a:lstStyle/>
        <a:p>
          <a:endParaRPr lang="en-US"/>
        </a:p>
      </dgm:t>
    </dgm:pt>
    <dgm:pt modelId="{461423EC-F49E-4B1C-A51E-CBBE42D752A6}" type="sibTrans" cxnId="{BE8F3997-808D-4819-A7C1-C1A6F99B75C7}">
      <dgm:prSet/>
      <dgm:spPr/>
      <dgm:t>
        <a:bodyPr/>
        <a:lstStyle/>
        <a:p>
          <a:endParaRPr lang="en-US"/>
        </a:p>
      </dgm:t>
    </dgm:pt>
    <dgm:pt modelId="{4BF09B24-7E99-4FDD-B6AB-933601EAAC8E}">
      <dgm:prSet phldrT="[Text]"/>
      <dgm:spPr/>
      <dgm:t>
        <a:bodyPr/>
        <a:lstStyle/>
        <a:p>
          <a:r>
            <a:rPr lang="en-US" dirty="0"/>
            <a:t>Heap (</a:t>
          </a:r>
          <a:r>
            <a:rPr lang="en-US" i="1" dirty="0"/>
            <a:t>H</a:t>
          </a:r>
          <a:r>
            <a:rPr lang="en-US" dirty="0"/>
            <a:t>)</a:t>
          </a:r>
        </a:p>
      </dgm:t>
    </dgm:pt>
    <dgm:pt modelId="{BAD33DDB-9DEF-4397-9898-03EDE203E8E7}" type="parTrans" cxnId="{DFF7E986-DE8B-4E3D-8A1C-FBB8ACBAA76D}">
      <dgm:prSet/>
      <dgm:spPr/>
      <dgm:t>
        <a:bodyPr/>
        <a:lstStyle/>
        <a:p>
          <a:endParaRPr lang="en-US"/>
        </a:p>
      </dgm:t>
    </dgm:pt>
    <dgm:pt modelId="{6A984125-0A3E-467C-97F2-A3BEFB7B9FAF}" type="sibTrans" cxnId="{DFF7E986-DE8B-4E3D-8A1C-FBB8ACBAA76D}">
      <dgm:prSet/>
      <dgm:spPr/>
      <dgm:t>
        <a:bodyPr/>
        <a:lstStyle/>
        <a:p>
          <a:endParaRPr lang="en-US"/>
        </a:p>
      </dgm:t>
    </dgm:pt>
    <dgm:pt modelId="{336E73EE-3671-4A29-AD42-36CD3BA2A91D}">
      <dgm:prSet phldrT="[Text]"/>
      <dgm:spPr/>
      <dgm:t>
        <a:bodyPr/>
        <a:lstStyle/>
        <a:p>
          <a:r>
            <a:rPr lang="en-US" dirty="0"/>
            <a:t>Data can exist between function calls</a:t>
          </a:r>
        </a:p>
      </dgm:t>
    </dgm:pt>
    <dgm:pt modelId="{ECD85DC8-BBEF-4FCA-8831-7862086D7421}" type="parTrans" cxnId="{85D9023A-75B7-433E-A2F3-7C8B89C4AF25}">
      <dgm:prSet/>
      <dgm:spPr/>
      <dgm:t>
        <a:bodyPr/>
        <a:lstStyle/>
        <a:p>
          <a:endParaRPr lang="en-US"/>
        </a:p>
      </dgm:t>
    </dgm:pt>
    <dgm:pt modelId="{14E7FF12-003E-4502-970C-34CB9B687B9D}" type="sibTrans" cxnId="{85D9023A-75B7-433E-A2F3-7C8B89C4AF25}">
      <dgm:prSet/>
      <dgm:spPr/>
      <dgm:t>
        <a:bodyPr/>
        <a:lstStyle/>
        <a:p>
          <a:endParaRPr lang="en-US"/>
        </a:p>
      </dgm:t>
    </dgm:pt>
    <dgm:pt modelId="{E986484A-8D6D-4960-A037-6014E895744A}">
      <dgm:prSet phldrT="[Text]"/>
      <dgm:spPr/>
      <dgm:t>
        <a:bodyPr/>
        <a:lstStyle/>
        <a:p>
          <a:r>
            <a:rPr lang="en-US" dirty="0"/>
            <a:t>Is less stable than data in the data segment</a:t>
          </a:r>
        </a:p>
      </dgm:t>
    </dgm:pt>
    <dgm:pt modelId="{27B549C1-9F93-4B76-8D16-4219B69D114E}" type="parTrans" cxnId="{5501C55A-8ED1-4C3C-A9BE-5C25A217514A}">
      <dgm:prSet/>
      <dgm:spPr/>
      <dgm:t>
        <a:bodyPr/>
        <a:lstStyle/>
        <a:p>
          <a:endParaRPr lang="en-US"/>
        </a:p>
      </dgm:t>
    </dgm:pt>
    <dgm:pt modelId="{41F1B078-7C0A-429B-BC74-B3A04BFA46AA}" type="sibTrans" cxnId="{5501C55A-8ED1-4C3C-A9BE-5C25A217514A}">
      <dgm:prSet/>
      <dgm:spPr/>
      <dgm:t>
        <a:bodyPr/>
        <a:lstStyle/>
        <a:p>
          <a:endParaRPr lang="en-US"/>
        </a:p>
      </dgm:t>
    </dgm:pt>
    <dgm:pt modelId="{21B209EA-B66F-4562-AFAC-5279FAA3A215}">
      <dgm:prSet phldrT="[Text]"/>
      <dgm:spPr/>
      <dgm:t>
        <a:bodyPr/>
        <a:lstStyle/>
        <a:p>
          <a:r>
            <a:rPr lang="en-US" dirty="0"/>
            <a:t>Most dynamic area of memory process</a:t>
          </a:r>
        </a:p>
      </dgm:t>
    </dgm:pt>
    <dgm:pt modelId="{083A69C8-AB94-42B7-8517-1D0850B286C3}" type="parTrans" cxnId="{FEFFD099-D6EC-4759-B415-CB6D980F85A7}">
      <dgm:prSet/>
      <dgm:spPr/>
      <dgm:t>
        <a:bodyPr/>
        <a:lstStyle/>
        <a:p>
          <a:endParaRPr lang="en-US"/>
        </a:p>
      </dgm:t>
    </dgm:pt>
    <dgm:pt modelId="{467E837C-C525-465D-9DE3-7CFF4BFE675A}" type="sibTrans" cxnId="{FEFFD099-D6EC-4759-B415-CB6D980F85A7}">
      <dgm:prSet/>
      <dgm:spPr/>
      <dgm:t>
        <a:bodyPr/>
        <a:lstStyle/>
        <a:p>
          <a:endParaRPr lang="en-US"/>
        </a:p>
      </dgm:t>
    </dgm:pt>
    <dgm:pt modelId="{F1800566-68B7-4902-9C65-D188539E7353}" type="pres">
      <dgm:prSet presAssocID="{E437F647-4FCC-4247-93D6-C787C9537506}" presName="Name0" presStyleCnt="0">
        <dgm:presLayoutVars>
          <dgm:dir/>
          <dgm:animLvl val="lvl"/>
          <dgm:resizeHandles val="exact"/>
        </dgm:presLayoutVars>
      </dgm:prSet>
      <dgm:spPr/>
    </dgm:pt>
    <dgm:pt modelId="{9E7E3742-2FB8-4999-9880-9E218FD73F6F}" type="pres">
      <dgm:prSet presAssocID="{1B7B9EF3-F75A-4CBD-AA1F-B0916E9AB0EB}" presName="composite" presStyleCnt="0"/>
      <dgm:spPr/>
    </dgm:pt>
    <dgm:pt modelId="{919E23E0-33C6-4981-A414-6C5705572B52}" type="pres">
      <dgm:prSet presAssocID="{1B7B9EF3-F75A-4CBD-AA1F-B0916E9AB0EB}" presName="parTx" presStyleLbl="alignNode1" presStyleIdx="0" presStyleCnt="2">
        <dgm:presLayoutVars>
          <dgm:chMax val="0"/>
          <dgm:chPref val="0"/>
          <dgm:bulletEnabled val="1"/>
        </dgm:presLayoutVars>
      </dgm:prSet>
      <dgm:spPr/>
    </dgm:pt>
    <dgm:pt modelId="{2FB3636D-A95E-4861-BFFF-84B86DCC0A81}" type="pres">
      <dgm:prSet presAssocID="{1B7B9EF3-F75A-4CBD-AA1F-B0916E9AB0EB}" presName="desTx" presStyleLbl="alignAccFollowNode1" presStyleIdx="0" presStyleCnt="2">
        <dgm:presLayoutVars>
          <dgm:bulletEnabled val="1"/>
        </dgm:presLayoutVars>
      </dgm:prSet>
      <dgm:spPr/>
    </dgm:pt>
    <dgm:pt modelId="{6CBFBBAC-FCBB-49D2-9868-6C5ED5A3F031}" type="pres">
      <dgm:prSet presAssocID="{68817C4C-2F16-461F-9212-283D0348B366}" presName="space" presStyleCnt="0"/>
      <dgm:spPr/>
    </dgm:pt>
    <dgm:pt modelId="{BD3986B9-6A5C-41FB-97E0-B056DA59392D}" type="pres">
      <dgm:prSet presAssocID="{4BF09B24-7E99-4FDD-B6AB-933601EAAC8E}" presName="composite" presStyleCnt="0"/>
      <dgm:spPr/>
    </dgm:pt>
    <dgm:pt modelId="{580A0501-F5EF-4683-96BC-809878DECE5D}" type="pres">
      <dgm:prSet presAssocID="{4BF09B24-7E99-4FDD-B6AB-933601EAAC8E}" presName="parTx" presStyleLbl="alignNode1" presStyleIdx="1" presStyleCnt="2">
        <dgm:presLayoutVars>
          <dgm:chMax val="0"/>
          <dgm:chPref val="0"/>
          <dgm:bulletEnabled val="1"/>
        </dgm:presLayoutVars>
      </dgm:prSet>
      <dgm:spPr/>
    </dgm:pt>
    <dgm:pt modelId="{5A9409E2-FA96-4036-AAB0-42967E8BE81D}" type="pres">
      <dgm:prSet presAssocID="{4BF09B24-7E99-4FDD-B6AB-933601EAAC8E}" presName="desTx" presStyleLbl="alignAccFollowNode1" presStyleIdx="1" presStyleCnt="2">
        <dgm:presLayoutVars>
          <dgm:bulletEnabled val="1"/>
        </dgm:presLayoutVars>
      </dgm:prSet>
      <dgm:spPr/>
    </dgm:pt>
  </dgm:ptLst>
  <dgm:cxnLst>
    <dgm:cxn modelId="{F7AFD423-B80B-41B7-A98A-A3F574BD6BE7}" type="presOf" srcId="{4BF09B24-7E99-4FDD-B6AB-933601EAAC8E}" destId="{580A0501-F5EF-4683-96BC-809878DECE5D}" srcOrd="0" destOrd="0" presId="urn:microsoft.com/office/officeart/2005/8/layout/hList1"/>
    <dgm:cxn modelId="{85D9023A-75B7-433E-A2F3-7C8B89C4AF25}" srcId="{4BF09B24-7E99-4FDD-B6AB-933601EAAC8E}" destId="{336E73EE-3671-4A29-AD42-36CD3BA2A91D}" srcOrd="0" destOrd="0" parTransId="{ECD85DC8-BBEF-4FCA-8831-7862086D7421}" sibTransId="{14E7FF12-003E-4502-970C-34CB9B687B9D}"/>
    <dgm:cxn modelId="{D6928560-2EDA-4024-99A2-94785BC0933A}" srcId="{E437F647-4FCC-4247-93D6-C787C9537506}" destId="{1B7B9EF3-F75A-4CBD-AA1F-B0916E9AB0EB}" srcOrd="0" destOrd="0" parTransId="{BFB7E6F7-9D03-4DE8-ADD7-174D5F717FAA}" sibTransId="{68817C4C-2F16-461F-9212-283D0348B366}"/>
    <dgm:cxn modelId="{78B61568-7A13-415C-8D79-2E6DCF57F930}" type="presOf" srcId="{E986484A-8D6D-4960-A037-6014E895744A}" destId="{5A9409E2-FA96-4036-AAB0-42967E8BE81D}" srcOrd="0" destOrd="1" presId="urn:microsoft.com/office/officeart/2005/8/layout/hList1"/>
    <dgm:cxn modelId="{47301C51-C71B-4FCC-980E-EB02AE514E6A}" type="presOf" srcId="{21B209EA-B66F-4562-AFAC-5279FAA3A215}" destId="{2FB3636D-A95E-4861-BFFF-84B86DCC0A81}" srcOrd="0" destOrd="1" presId="urn:microsoft.com/office/officeart/2005/8/layout/hList1"/>
    <dgm:cxn modelId="{5501C55A-8ED1-4C3C-A9BE-5C25A217514A}" srcId="{4BF09B24-7E99-4FDD-B6AB-933601EAAC8E}" destId="{E986484A-8D6D-4960-A037-6014E895744A}" srcOrd="1" destOrd="0" parTransId="{27B549C1-9F93-4B76-8D16-4219B69D114E}" sibTransId="{41F1B078-7C0A-429B-BC74-B3A04BFA46AA}"/>
    <dgm:cxn modelId="{C034D97A-ED6E-4CCA-A4A6-233765C8213A}" type="presOf" srcId="{1B7B9EF3-F75A-4CBD-AA1F-B0916E9AB0EB}" destId="{919E23E0-33C6-4981-A414-6C5705572B52}" srcOrd="0" destOrd="0" presId="urn:microsoft.com/office/officeart/2005/8/layout/hList1"/>
    <dgm:cxn modelId="{DFF7E986-DE8B-4E3D-8A1C-FBB8ACBAA76D}" srcId="{E437F647-4FCC-4247-93D6-C787C9537506}" destId="{4BF09B24-7E99-4FDD-B6AB-933601EAAC8E}" srcOrd="1" destOrd="0" parTransId="{BAD33DDB-9DEF-4397-9898-03EDE203E8E7}" sibTransId="{6A984125-0A3E-467C-97F2-A3BEFB7B9FAF}"/>
    <dgm:cxn modelId="{BE8F3997-808D-4819-A7C1-C1A6F99B75C7}" srcId="{1B7B9EF3-F75A-4CBD-AA1F-B0916E9AB0EB}" destId="{530BA98E-4E0A-4788-BF49-F95ACB7BD694}" srcOrd="0" destOrd="0" parTransId="{362DF8DD-2C88-41DC-A297-43F4249514A3}" sibTransId="{461423EC-F49E-4B1C-A51E-CBBE42D752A6}"/>
    <dgm:cxn modelId="{FEFFD099-D6EC-4759-B415-CB6D980F85A7}" srcId="{1B7B9EF3-F75A-4CBD-AA1F-B0916E9AB0EB}" destId="{21B209EA-B66F-4562-AFAC-5279FAA3A215}" srcOrd="1" destOrd="0" parTransId="{083A69C8-AB94-42B7-8517-1D0850B286C3}" sibTransId="{467E837C-C525-465D-9DE3-7CFF4BFE675A}"/>
    <dgm:cxn modelId="{812A32A9-A0F5-41FB-ACEE-9EF13E4460F3}" type="presOf" srcId="{336E73EE-3671-4A29-AD42-36CD3BA2A91D}" destId="{5A9409E2-FA96-4036-AAB0-42967E8BE81D}" srcOrd="0" destOrd="0" presId="urn:microsoft.com/office/officeart/2005/8/layout/hList1"/>
    <dgm:cxn modelId="{6C2C77AA-69D6-4B28-97F5-81C600CF83C5}" type="presOf" srcId="{530BA98E-4E0A-4788-BF49-F95ACB7BD694}" destId="{2FB3636D-A95E-4861-BFFF-84B86DCC0A81}" srcOrd="0" destOrd="0" presId="urn:microsoft.com/office/officeart/2005/8/layout/hList1"/>
    <dgm:cxn modelId="{E509A3BA-EDCB-433B-B4E5-7AF643A5750C}" type="presOf" srcId="{E437F647-4FCC-4247-93D6-C787C9537506}" destId="{F1800566-68B7-4902-9C65-D188539E7353}" srcOrd="0" destOrd="0" presId="urn:microsoft.com/office/officeart/2005/8/layout/hList1"/>
    <dgm:cxn modelId="{B70DCA91-17DA-4E47-924C-1637C09C150E}" type="presParOf" srcId="{F1800566-68B7-4902-9C65-D188539E7353}" destId="{9E7E3742-2FB8-4999-9880-9E218FD73F6F}" srcOrd="0" destOrd="0" presId="urn:microsoft.com/office/officeart/2005/8/layout/hList1"/>
    <dgm:cxn modelId="{47C1B4CE-2110-4A17-B1C4-D65FAC25F755}" type="presParOf" srcId="{9E7E3742-2FB8-4999-9880-9E218FD73F6F}" destId="{919E23E0-33C6-4981-A414-6C5705572B52}" srcOrd="0" destOrd="0" presId="urn:microsoft.com/office/officeart/2005/8/layout/hList1"/>
    <dgm:cxn modelId="{1C2C8768-6FE7-4957-8A58-ADD420C0D4BB}" type="presParOf" srcId="{9E7E3742-2FB8-4999-9880-9E218FD73F6F}" destId="{2FB3636D-A95E-4861-BFFF-84B86DCC0A81}" srcOrd="1" destOrd="0" presId="urn:microsoft.com/office/officeart/2005/8/layout/hList1"/>
    <dgm:cxn modelId="{94A7C903-7BB3-457F-89A3-0EFED414D049}" type="presParOf" srcId="{F1800566-68B7-4902-9C65-D188539E7353}" destId="{6CBFBBAC-FCBB-49D2-9868-6C5ED5A3F031}" srcOrd="1" destOrd="0" presId="urn:microsoft.com/office/officeart/2005/8/layout/hList1"/>
    <dgm:cxn modelId="{9E77F071-9E28-45FE-8499-F97C4A42A952}" type="presParOf" srcId="{F1800566-68B7-4902-9C65-D188539E7353}" destId="{BD3986B9-6A5C-41FB-97E0-B056DA59392D}" srcOrd="2" destOrd="0" presId="urn:microsoft.com/office/officeart/2005/8/layout/hList1"/>
    <dgm:cxn modelId="{68FA5889-9F2E-48E8-863B-382E9FB8DF4F}" type="presParOf" srcId="{BD3986B9-6A5C-41FB-97E0-B056DA59392D}" destId="{580A0501-F5EF-4683-96BC-809878DECE5D}" srcOrd="0" destOrd="0" presId="urn:microsoft.com/office/officeart/2005/8/layout/hList1"/>
    <dgm:cxn modelId="{948A713E-7CD1-4E36-A9ED-C81A8577BEBA}" type="presParOf" srcId="{BD3986B9-6A5C-41FB-97E0-B056DA59392D}" destId="{5A9409E2-FA96-4036-AAB0-42967E8BE81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E48CAF5-EE27-4E21-B6A8-2A5C9F0D8DD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5713738A-B085-4D31-9970-803C82DA586B}">
      <dgm:prSet phldrT="[Text]"/>
      <dgm:spPr/>
      <dgm:t>
        <a:bodyPr/>
        <a:lstStyle/>
        <a:p>
          <a:r>
            <a:rPr lang="en-US" dirty="0"/>
            <a:t>FPort</a:t>
          </a:r>
        </a:p>
      </dgm:t>
    </dgm:pt>
    <dgm:pt modelId="{2133C0EC-23D0-4FFB-929C-8A69FBD82928}" type="parTrans" cxnId="{0EAD7F17-9D0C-4B4B-BD3B-E320F7555D9F}">
      <dgm:prSet/>
      <dgm:spPr/>
      <dgm:t>
        <a:bodyPr/>
        <a:lstStyle/>
        <a:p>
          <a:endParaRPr lang="en-US"/>
        </a:p>
      </dgm:t>
    </dgm:pt>
    <dgm:pt modelId="{CC6181EC-9E8E-445E-B0FE-D0A2B3832A4B}" type="sibTrans" cxnId="{0EAD7F17-9D0C-4B4B-BD3B-E320F7555D9F}">
      <dgm:prSet/>
      <dgm:spPr/>
      <dgm:t>
        <a:bodyPr/>
        <a:lstStyle/>
        <a:p>
          <a:endParaRPr lang="en-US"/>
        </a:p>
      </dgm:t>
    </dgm:pt>
    <dgm:pt modelId="{6B1B854D-EB44-48EB-ACCA-969CC33ACE43}">
      <dgm:prSet phldrT="[Text]"/>
      <dgm:spPr/>
      <dgm:t>
        <a:bodyPr/>
        <a:lstStyle/>
        <a:p>
          <a:r>
            <a:rPr lang="en-US" dirty="0"/>
            <a:t>View all open TCP and UDP ports</a:t>
          </a:r>
        </a:p>
      </dgm:t>
    </dgm:pt>
    <dgm:pt modelId="{5E9E7A42-8F2D-48E7-8696-C401C88F1E1B}" type="parTrans" cxnId="{CBD8204A-B16C-4178-929A-6843922E3752}">
      <dgm:prSet/>
      <dgm:spPr/>
      <dgm:t>
        <a:bodyPr/>
        <a:lstStyle/>
        <a:p>
          <a:endParaRPr lang="en-US"/>
        </a:p>
      </dgm:t>
    </dgm:pt>
    <dgm:pt modelId="{80DAB2E2-F7BB-4D09-AABC-E35F954FAE5A}" type="sibTrans" cxnId="{CBD8204A-B16C-4178-929A-6843922E3752}">
      <dgm:prSet/>
      <dgm:spPr/>
      <dgm:t>
        <a:bodyPr/>
        <a:lstStyle/>
        <a:p>
          <a:endParaRPr lang="en-US"/>
        </a:p>
      </dgm:t>
    </dgm:pt>
    <dgm:pt modelId="{9C2D329A-D451-4D7C-99B0-76F2C6CC3E3B}">
      <dgm:prSet phldrT="[Text]"/>
      <dgm:spPr/>
      <dgm:t>
        <a:bodyPr/>
        <a:lstStyle/>
        <a:p>
          <a:r>
            <a:rPr lang="en-US" dirty="0"/>
            <a:t>Userdump</a:t>
          </a:r>
        </a:p>
      </dgm:t>
    </dgm:pt>
    <dgm:pt modelId="{BF318E3D-615C-46D5-AA4C-055D55BB3FBA}" type="parTrans" cxnId="{A3BA7060-6A4A-4845-8D6C-4DEEA4B3AFA7}">
      <dgm:prSet/>
      <dgm:spPr/>
      <dgm:t>
        <a:bodyPr/>
        <a:lstStyle/>
        <a:p>
          <a:endParaRPr lang="en-US"/>
        </a:p>
      </dgm:t>
    </dgm:pt>
    <dgm:pt modelId="{03F546FD-D11D-4AF6-920C-C5386327041E}" type="sibTrans" cxnId="{A3BA7060-6A4A-4845-8D6C-4DEEA4B3AFA7}">
      <dgm:prSet/>
      <dgm:spPr/>
      <dgm:t>
        <a:bodyPr/>
        <a:lstStyle/>
        <a:p>
          <a:endParaRPr lang="en-US"/>
        </a:p>
      </dgm:t>
    </dgm:pt>
    <dgm:pt modelId="{14A23919-B5AC-4210-B59D-453477F9548B}">
      <dgm:prSet phldrT="[Text]"/>
      <dgm:spPr/>
      <dgm:t>
        <a:bodyPr/>
        <a:lstStyle/>
        <a:p>
          <a:r>
            <a:rPr lang="en-US" dirty="0"/>
            <a:t>Extract memory dumps of running processes</a:t>
          </a:r>
        </a:p>
      </dgm:t>
    </dgm:pt>
    <dgm:pt modelId="{A432089E-E33C-4FB3-8437-323EEED6DC6B}" type="parTrans" cxnId="{54BA948A-A602-4684-B59B-8BE360DD8858}">
      <dgm:prSet/>
      <dgm:spPr/>
      <dgm:t>
        <a:bodyPr/>
        <a:lstStyle/>
        <a:p>
          <a:endParaRPr lang="en-US"/>
        </a:p>
      </dgm:t>
    </dgm:pt>
    <dgm:pt modelId="{470F0211-8E41-4159-B0FB-07E9C2C7D08F}" type="sibTrans" cxnId="{54BA948A-A602-4684-B59B-8BE360DD8858}">
      <dgm:prSet/>
      <dgm:spPr/>
      <dgm:t>
        <a:bodyPr/>
        <a:lstStyle/>
        <a:p>
          <a:endParaRPr lang="en-US"/>
        </a:p>
      </dgm:t>
    </dgm:pt>
    <dgm:pt modelId="{333E4803-1EFC-4966-A05B-865A037418B6}">
      <dgm:prSet phldrT="[Text]"/>
      <dgm:spPr/>
      <dgm:t>
        <a:bodyPr/>
        <a:lstStyle/>
        <a:p>
          <a:r>
            <a:rPr lang="en-US" dirty="0"/>
            <a:t>PTFinder</a:t>
          </a:r>
        </a:p>
      </dgm:t>
    </dgm:pt>
    <dgm:pt modelId="{735CDEB5-0287-4F18-8A56-458633A928B1}" type="parTrans" cxnId="{A4FC5F73-86F8-41F1-8652-6B20B0F8EC9E}">
      <dgm:prSet/>
      <dgm:spPr/>
      <dgm:t>
        <a:bodyPr/>
        <a:lstStyle/>
        <a:p>
          <a:endParaRPr lang="en-US"/>
        </a:p>
      </dgm:t>
    </dgm:pt>
    <dgm:pt modelId="{E3204015-E4B9-48AB-99CB-FB73DD6F206C}" type="sibTrans" cxnId="{A4FC5F73-86F8-41F1-8652-6B20B0F8EC9E}">
      <dgm:prSet/>
      <dgm:spPr/>
      <dgm:t>
        <a:bodyPr/>
        <a:lstStyle/>
        <a:p>
          <a:endParaRPr lang="en-US"/>
        </a:p>
      </dgm:t>
    </dgm:pt>
    <dgm:pt modelId="{2D4891ED-E343-4E53-83C7-9F396E7E7CC7}">
      <dgm:prSet phldrT="[Text]"/>
      <dgm:spPr/>
      <dgm:t>
        <a:bodyPr/>
        <a:lstStyle/>
        <a:p>
          <a:r>
            <a:rPr lang="en-US" dirty="0"/>
            <a:t>Enumerates processes and threads in a memory dump</a:t>
          </a:r>
        </a:p>
      </dgm:t>
    </dgm:pt>
    <dgm:pt modelId="{58B4E1BC-BB4D-4120-856D-A480DE95BD92}" type="parTrans" cxnId="{5382C27F-C509-4D73-92C0-F980CA9488FE}">
      <dgm:prSet/>
      <dgm:spPr/>
      <dgm:t>
        <a:bodyPr/>
        <a:lstStyle/>
        <a:p>
          <a:endParaRPr lang="en-US"/>
        </a:p>
      </dgm:t>
    </dgm:pt>
    <dgm:pt modelId="{04849CCD-6AB8-4545-A017-191914FAE63A}" type="sibTrans" cxnId="{5382C27F-C509-4D73-92C0-F980CA9488FE}">
      <dgm:prSet/>
      <dgm:spPr/>
      <dgm:t>
        <a:bodyPr/>
        <a:lstStyle/>
        <a:p>
          <a:endParaRPr lang="en-US"/>
        </a:p>
      </dgm:t>
    </dgm:pt>
    <dgm:pt modelId="{1BEBA9B3-F9EF-4886-9895-183E090E4D85}">
      <dgm:prSet phldrT="[Text]"/>
      <dgm:spPr/>
      <dgm:t>
        <a:bodyPr/>
        <a:lstStyle/>
        <a:p>
          <a:r>
            <a:rPr lang="en-US" dirty="0"/>
            <a:t>Map ports to specific processes</a:t>
          </a:r>
        </a:p>
      </dgm:t>
    </dgm:pt>
    <dgm:pt modelId="{20B3AB74-E7B2-46BE-B175-C3FF857B05B5}" type="parTrans" cxnId="{4CF020D9-A563-4DD5-9D0C-63140B047036}">
      <dgm:prSet/>
      <dgm:spPr/>
      <dgm:t>
        <a:bodyPr/>
        <a:lstStyle/>
        <a:p>
          <a:endParaRPr lang="en-US"/>
        </a:p>
      </dgm:t>
    </dgm:pt>
    <dgm:pt modelId="{7F3943CF-8E6A-4653-9F68-EF513EB58923}" type="sibTrans" cxnId="{4CF020D9-A563-4DD5-9D0C-63140B047036}">
      <dgm:prSet/>
      <dgm:spPr/>
      <dgm:t>
        <a:bodyPr/>
        <a:lstStyle/>
        <a:p>
          <a:endParaRPr lang="en-US"/>
        </a:p>
      </dgm:t>
    </dgm:pt>
    <dgm:pt modelId="{318EA4EF-EC52-4052-BEB2-07F6F13378CD}" type="pres">
      <dgm:prSet presAssocID="{7E48CAF5-EE27-4E21-B6A8-2A5C9F0D8DD9}" presName="Name0" presStyleCnt="0">
        <dgm:presLayoutVars>
          <dgm:dir/>
          <dgm:animLvl val="lvl"/>
          <dgm:resizeHandles val="exact"/>
        </dgm:presLayoutVars>
      </dgm:prSet>
      <dgm:spPr/>
    </dgm:pt>
    <dgm:pt modelId="{9B9670D6-29D3-4ACB-B725-0386AAFB45B1}" type="pres">
      <dgm:prSet presAssocID="{5713738A-B085-4D31-9970-803C82DA586B}" presName="linNode" presStyleCnt="0"/>
      <dgm:spPr/>
    </dgm:pt>
    <dgm:pt modelId="{BE451FCB-EC33-46CE-82A0-0652188C9F9A}" type="pres">
      <dgm:prSet presAssocID="{5713738A-B085-4D31-9970-803C82DA586B}" presName="parentText" presStyleLbl="node1" presStyleIdx="0" presStyleCnt="3">
        <dgm:presLayoutVars>
          <dgm:chMax val="1"/>
          <dgm:bulletEnabled val="1"/>
        </dgm:presLayoutVars>
      </dgm:prSet>
      <dgm:spPr/>
    </dgm:pt>
    <dgm:pt modelId="{9A9E689A-4DD5-4C6E-AB60-D6EFE11E2F43}" type="pres">
      <dgm:prSet presAssocID="{5713738A-B085-4D31-9970-803C82DA586B}" presName="descendantText" presStyleLbl="alignAccFollowNode1" presStyleIdx="0" presStyleCnt="3">
        <dgm:presLayoutVars>
          <dgm:bulletEnabled val="1"/>
        </dgm:presLayoutVars>
      </dgm:prSet>
      <dgm:spPr/>
    </dgm:pt>
    <dgm:pt modelId="{8B485A5C-C7A3-4ED1-895A-293F61A917EE}" type="pres">
      <dgm:prSet presAssocID="{CC6181EC-9E8E-445E-B0FE-D0A2B3832A4B}" presName="sp" presStyleCnt="0"/>
      <dgm:spPr/>
    </dgm:pt>
    <dgm:pt modelId="{33793171-3AD8-4CA1-BF0A-1CD2D9269C0C}" type="pres">
      <dgm:prSet presAssocID="{9C2D329A-D451-4D7C-99B0-76F2C6CC3E3B}" presName="linNode" presStyleCnt="0"/>
      <dgm:spPr/>
    </dgm:pt>
    <dgm:pt modelId="{07310ED7-36D0-4C51-8EB3-EE98A49037FA}" type="pres">
      <dgm:prSet presAssocID="{9C2D329A-D451-4D7C-99B0-76F2C6CC3E3B}" presName="parentText" presStyleLbl="node1" presStyleIdx="1" presStyleCnt="3">
        <dgm:presLayoutVars>
          <dgm:chMax val="1"/>
          <dgm:bulletEnabled val="1"/>
        </dgm:presLayoutVars>
      </dgm:prSet>
      <dgm:spPr/>
    </dgm:pt>
    <dgm:pt modelId="{5902AC1E-9207-44B8-8B7A-16C63614759B}" type="pres">
      <dgm:prSet presAssocID="{9C2D329A-D451-4D7C-99B0-76F2C6CC3E3B}" presName="descendantText" presStyleLbl="alignAccFollowNode1" presStyleIdx="1" presStyleCnt="3">
        <dgm:presLayoutVars>
          <dgm:bulletEnabled val="1"/>
        </dgm:presLayoutVars>
      </dgm:prSet>
      <dgm:spPr/>
    </dgm:pt>
    <dgm:pt modelId="{A2631D0D-8666-4E95-AE65-5BBF81AEDC12}" type="pres">
      <dgm:prSet presAssocID="{03F546FD-D11D-4AF6-920C-C5386327041E}" presName="sp" presStyleCnt="0"/>
      <dgm:spPr/>
    </dgm:pt>
    <dgm:pt modelId="{24967403-F40D-4157-9553-670740153FDA}" type="pres">
      <dgm:prSet presAssocID="{333E4803-1EFC-4966-A05B-865A037418B6}" presName="linNode" presStyleCnt="0"/>
      <dgm:spPr/>
    </dgm:pt>
    <dgm:pt modelId="{BC32DC9D-CE62-4663-8DEC-F1E63BAB4003}" type="pres">
      <dgm:prSet presAssocID="{333E4803-1EFC-4966-A05B-865A037418B6}" presName="parentText" presStyleLbl="node1" presStyleIdx="2" presStyleCnt="3">
        <dgm:presLayoutVars>
          <dgm:chMax val="1"/>
          <dgm:bulletEnabled val="1"/>
        </dgm:presLayoutVars>
      </dgm:prSet>
      <dgm:spPr/>
    </dgm:pt>
    <dgm:pt modelId="{E18C13E4-483E-44B2-B194-4EE07A3B6978}" type="pres">
      <dgm:prSet presAssocID="{333E4803-1EFC-4966-A05B-865A037418B6}" presName="descendantText" presStyleLbl="alignAccFollowNode1" presStyleIdx="2" presStyleCnt="3">
        <dgm:presLayoutVars>
          <dgm:bulletEnabled val="1"/>
        </dgm:presLayoutVars>
      </dgm:prSet>
      <dgm:spPr/>
    </dgm:pt>
  </dgm:ptLst>
  <dgm:cxnLst>
    <dgm:cxn modelId="{EFCC5E11-E156-4951-8AC3-1E7C8456D85D}" type="presOf" srcId="{2D4891ED-E343-4E53-83C7-9F396E7E7CC7}" destId="{E18C13E4-483E-44B2-B194-4EE07A3B6978}" srcOrd="0" destOrd="0" presId="urn:microsoft.com/office/officeart/2005/8/layout/vList5"/>
    <dgm:cxn modelId="{0EAD7F17-9D0C-4B4B-BD3B-E320F7555D9F}" srcId="{7E48CAF5-EE27-4E21-B6A8-2A5C9F0D8DD9}" destId="{5713738A-B085-4D31-9970-803C82DA586B}" srcOrd="0" destOrd="0" parTransId="{2133C0EC-23D0-4FFB-929C-8A69FBD82928}" sibTransId="{CC6181EC-9E8E-445E-B0FE-D0A2B3832A4B}"/>
    <dgm:cxn modelId="{C238B01E-D0DC-439F-9089-7636E258419D}" type="presOf" srcId="{5713738A-B085-4D31-9970-803C82DA586B}" destId="{BE451FCB-EC33-46CE-82A0-0652188C9F9A}" srcOrd="0" destOrd="0" presId="urn:microsoft.com/office/officeart/2005/8/layout/vList5"/>
    <dgm:cxn modelId="{F0B5802A-D235-4FA2-9B6F-4C5353298E98}" type="presOf" srcId="{9C2D329A-D451-4D7C-99B0-76F2C6CC3E3B}" destId="{07310ED7-36D0-4C51-8EB3-EE98A49037FA}" srcOrd="0" destOrd="0" presId="urn:microsoft.com/office/officeart/2005/8/layout/vList5"/>
    <dgm:cxn modelId="{733E2F3F-D100-4523-8CFF-B62AF256380A}" type="presOf" srcId="{7E48CAF5-EE27-4E21-B6A8-2A5C9F0D8DD9}" destId="{318EA4EF-EC52-4052-BEB2-07F6F13378CD}" srcOrd="0" destOrd="0" presId="urn:microsoft.com/office/officeart/2005/8/layout/vList5"/>
    <dgm:cxn modelId="{A3BA7060-6A4A-4845-8D6C-4DEEA4B3AFA7}" srcId="{7E48CAF5-EE27-4E21-B6A8-2A5C9F0D8DD9}" destId="{9C2D329A-D451-4D7C-99B0-76F2C6CC3E3B}" srcOrd="1" destOrd="0" parTransId="{BF318E3D-615C-46D5-AA4C-055D55BB3FBA}" sibTransId="{03F546FD-D11D-4AF6-920C-C5386327041E}"/>
    <dgm:cxn modelId="{5AFB3E46-C41E-4BFD-AE2C-082FAB86EC01}" type="presOf" srcId="{6B1B854D-EB44-48EB-ACCA-969CC33ACE43}" destId="{9A9E689A-4DD5-4C6E-AB60-D6EFE11E2F43}" srcOrd="0" destOrd="0" presId="urn:microsoft.com/office/officeart/2005/8/layout/vList5"/>
    <dgm:cxn modelId="{CBD8204A-B16C-4178-929A-6843922E3752}" srcId="{5713738A-B085-4D31-9970-803C82DA586B}" destId="{6B1B854D-EB44-48EB-ACCA-969CC33ACE43}" srcOrd="0" destOrd="0" parTransId="{5E9E7A42-8F2D-48E7-8696-C401C88F1E1B}" sibTransId="{80DAB2E2-F7BB-4D09-AABC-E35F954FAE5A}"/>
    <dgm:cxn modelId="{A4FC5F73-86F8-41F1-8652-6B20B0F8EC9E}" srcId="{7E48CAF5-EE27-4E21-B6A8-2A5C9F0D8DD9}" destId="{333E4803-1EFC-4966-A05B-865A037418B6}" srcOrd="2" destOrd="0" parTransId="{735CDEB5-0287-4F18-8A56-458633A928B1}" sibTransId="{E3204015-E4B9-48AB-99CB-FB73DD6F206C}"/>
    <dgm:cxn modelId="{C9576455-D9D2-4E1C-9DE3-C6DDECEFBFCC}" type="presOf" srcId="{1BEBA9B3-F9EF-4886-9895-183E090E4D85}" destId="{9A9E689A-4DD5-4C6E-AB60-D6EFE11E2F43}" srcOrd="0" destOrd="1" presId="urn:microsoft.com/office/officeart/2005/8/layout/vList5"/>
    <dgm:cxn modelId="{5382C27F-C509-4D73-92C0-F980CA9488FE}" srcId="{333E4803-1EFC-4966-A05B-865A037418B6}" destId="{2D4891ED-E343-4E53-83C7-9F396E7E7CC7}" srcOrd="0" destOrd="0" parTransId="{58B4E1BC-BB4D-4120-856D-A480DE95BD92}" sibTransId="{04849CCD-6AB8-4545-A017-191914FAE63A}"/>
    <dgm:cxn modelId="{54BA948A-A602-4684-B59B-8BE360DD8858}" srcId="{9C2D329A-D451-4D7C-99B0-76F2C6CC3E3B}" destId="{14A23919-B5AC-4210-B59D-453477F9548B}" srcOrd="0" destOrd="0" parTransId="{A432089E-E33C-4FB3-8437-323EEED6DC6B}" sibTransId="{470F0211-8E41-4159-B0FB-07E9C2C7D08F}"/>
    <dgm:cxn modelId="{81AE28AA-42F2-404D-9ACB-25D93304785F}" type="presOf" srcId="{333E4803-1EFC-4966-A05B-865A037418B6}" destId="{BC32DC9D-CE62-4663-8DEC-F1E63BAB4003}" srcOrd="0" destOrd="0" presId="urn:microsoft.com/office/officeart/2005/8/layout/vList5"/>
    <dgm:cxn modelId="{4CF020D9-A563-4DD5-9D0C-63140B047036}" srcId="{5713738A-B085-4D31-9970-803C82DA586B}" destId="{1BEBA9B3-F9EF-4886-9895-183E090E4D85}" srcOrd="1" destOrd="0" parTransId="{20B3AB74-E7B2-46BE-B175-C3FF857B05B5}" sibTransId="{7F3943CF-8E6A-4653-9F68-EF513EB58923}"/>
    <dgm:cxn modelId="{417731F0-EAC4-4F13-B6F1-ED45E67E3727}" type="presOf" srcId="{14A23919-B5AC-4210-B59D-453477F9548B}" destId="{5902AC1E-9207-44B8-8B7A-16C63614759B}" srcOrd="0" destOrd="0" presId="urn:microsoft.com/office/officeart/2005/8/layout/vList5"/>
    <dgm:cxn modelId="{8FF0BC7A-57D7-405E-AB20-F8B8A9922DF9}" type="presParOf" srcId="{318EA4EF-EC52-4052-BEB2-07F6F13378CD}" destId="{9B9670D6-29D3-4ACB-B725-0386AAFB45B1}" srcOrd="0" destOrd="0" presId="urn:microsoft.com/office/officeart/2005/8/layout/vList5"/>
    <dgm:cxn modelId="{2F0118A7-3AD0-4915-BD42-0C33440FEA60}" type="presParOf" srcId="{9B9670D6-29D3-4ACB-B725-0386AAFB45B1}" destId="{BE451FCB-EC33-46CE-82A0-0652188C9F9A}" srcOrd="0" destOrd="0" presId="urn:microsoft.com/office/officeart/2005/8/layout/vList5"/>
    <dgm:cxn modelId="{D828EBFF-1EA1-4553-AA27-2DB54EC8E714}" type="presParOf" srcId="{9B9670D6-29D3-4ACB-B725-0386AAFB45B1}" destId="{9A9E689A-4DD5-4C6E-AB60-D6EFE11E2F43}" srcOrd="1" destOrd="0" presId="urn:microsoft.com/office/officeart/2005/8/layout/vList5"/>
    <dgm:cxn modelId="{A7B4C3EC-3E95-410D-9BF6-BEDFF4D4F3A0}" type="presParOf" srcId="{318EA4EF-EC52-4052-BEB2-07F6F13378CD}" destId="{8B485A5C-C7A3-4ED1-895A-293F61A917EE}" srcOrd="1" destOrd="0" presId="urn:microsoft.com/office/officeart/2005/8/layout/vList5"/>
    <dgm:cxn modelId="{E8C18959-6A38-4E0B-920D-2BA78B628721}" type="presParOf" srcId="{318EA4EF-EC52-4052-BEB2-07F6F13378CD}" destId="{33793171-3AD8-4CA1-BF0A-1CD2D9269C0C}" srcOrd="2" destOrd="0" presId="urn:microsoft.com/office/officeart/2005/8/layout/vList5"/>
    <dgm:cxn modelId="{F548096A-99BA-40E6-8CA9-FB2568DD5E4F}" type="presParOf" srcId="{33793171-3AD8-4CA1-BF0A-1CD2D9269C0C}" destId="{07310ED7-36D0-4C51-8EB3-EE98A49037FA}" srcOrd="0" destOrd="0" presId="urn:microsoft.com/office/officeart/2005/8/layout/vList5"/>
    <dgm:cxn modelId="{BFC8FDCA-D3FA-44AC-85EA-4F1EF5CA92AD}" type="presParOf" srcId="{33793171-3AD8-4CA1-BF0A-1CD2D9269C0C}" destId="{5902AC1E-9207-44B8-8B7A-16C63614759B}" srcOrd="1" destOrd="0" presId="urn:microsoft.com/office/officeart/2005/8/layout/vList5"/>
    <dgm:cxn modelId="{C64F0142-12C9-4513-AB9E-33D013CB2045}" type="presParOf" srcId="{318EA4EF-EC52-4052-BEB2-07F6F13378CD}" destId="{A2631D0D-8666-4E95-AE65-5BBF81AEDC12}" srcOrd="3" destOrd="0" presId="urn:microsoft.com/office/officeart/2005/8/layout/vList5"/>
    <dgm:cxn modelId="{1C85D232-30B7-454D-9E5E-BD2144049A2C}" type="presParOf" srcId="{318EA4EF-EC52-4052-BEB2-07F6F13378CD}" destId="{24967403-F40D-4157-9553-670740153FDA}" srcOrd="4" destOrd="0" presId="urn:microsoft.com/office/officeart/2005/8/layout/vList5"/>
    <dgm:cxn modelId="{372425C5-7C5F-44D9-9EF4-26656DE36EB2}" type="presParOf" srcId="{24967403-F40D-4157-9553-670740153FDA}" destId="{BC32DC9D-CE62-4663-8DEC-F1E63BAB4003}" srcOrd="0" destOrd="0" presId="urn:microsoft.com/office/officeart/2005/8/layout/vList5"/>
    <dgm:cxn modelId="{B340CA3B-1B49-465F-95FA-DA3EF99352E7}" type="presParOf" srcId="{24967403-F40D-4157-9553-670740153FDA}" destId="{E18C13E4-483E-44B2-B194-4EE07A3B6978}"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A92B325-4A6B-4148-9DFC-5B75DDB593B8}"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3EF1AE6B-F6D2-4CFB-923D-8A31A4AB7AC9}">
      <dgm:prSet phldrT="[Text]"/>
      <dgm:spPr/>
      <dgm:t>
        <a:bodyPr/>
        <a:lstStyle/>
        <a:p>
          <a:r>
            <a:rPr lang="en-US" dirty="0"/>
            <a:t>Security</a:t>
          </a:r>
        </a:p>
      </dgm:t>
    </dgm:pt>
    <dgm:pt modelId="{9BB6815B-D403-4D52-9CBE-E5D8709C666B}" type="parTrans" cxnId="{DD53A1B5-AEFD-40E4-A50C-2C3AAA7ED4BE}">
      <dgm:prSet/>
      <dgm:spPr/>
      <dgm:t>
        <a:bodyPr/>
        <a:lstStyle/>
        <a:p>
          <a:endParaRPr lang="en-US"/>
        </a:p>
      </dgm:t>
    </dgm:pt>
    <dgm:pt modelId="{CA786043-2F22-455E-BDE9-00D86261DB7A}" type="sibTrans" cxnId="{DD53A1B5-AEFD-40E4-A50C-2C3AAA7ED4BE}">
      <dgm:prSet/>
      <dgm:spPr/>
      <dgm:t>
        <a:bodyPr/>
        <a:lstStyle/>
        <a:p>
          <a:endParaRPr lang="en-US"/>
        </a:p>
      </dgm:t>
    </dgm:pt>
    <dgm:pt modelId="{0262FFD7-B68F-40D6-8B1E-7366326C1AB7}">
      <dgm:prSet phldrT="[Text]"/>
      <dgm:spPr/>
      <dgm:t>
        <a:bodyPr/>
        <a:lstStyle/>
        <a:p>
          <a:r>
            <a:rPr lang="en-US" dirty="0"/>
            <a:t>Application</a:t>
          </a:r>
        </a:p>
      </dgm:t>
    </dgm:pt>
    <dgm:pt modelId="{DB0C9E8E-F728-4E3F-92AC-50DB76893B28}" type="parTrans" cxnId="{5700E129-BC17-4A8D-90A3-BB3DAC401FE5}">
      <dgm:prSet/>
      <dgm:spPr/>
      <dgm:t>
        <a:bodyPr/>
        <a:lstStyle/>
        <a:p>
          <a:endParaRPr lang="en-US"/>
        </a:p>
      </dgm:t>
    </dgm:pt>
    <dgm:pt modelId="{B73625B7-A948-4310-B6B9-A4BEC289C498}" type="sibTrans" cxnId="{5700E129-BC17-4A8D-90A3-BB3DAC401FE5}">
      <dgm:prSet/>
      <dgm:spPr/>
      <dgm:t>
        <a:bodyPr/>
        <a:lstStyle/>
        <a:p>
          <a:endParaRPr lang="en-US"/>
        </a:p>
      </dgm:t>
    </dgm:pt>
    <dgm:pt modelId="{FC6870DC-21DC-44A5-9289-D2687DA5346C}">
      <dgm:prSet phldrT="[Text]"/>
      <dgm:spPr/>
      <dgm:t>
        <a:bodyPr/>
        <a:lstStyle/>
        <a:p>
          <a:r>
            <a:rPr lang="en-US" dirty="0"/>
            <a:t>System</a:t>
          </a:r>
        </a:p>
      </dgm:t>
    </dgm:pt>
    <dgm:pt modelId="{78D9B6B9-10EC-4FCD-94E5-33BA6313003C}" type="parTrans" cxnId="{3D245905-B527-45FB-8CC5-EEB7CCC3218F}">
      <dgm:prSet/>
      <dgm:spPr/>
      <dgm:t>
        <a:bodyPr/>
        <a:lstStyle/>
        <a:p>
          <a:endParaRPr lang="en-US"/>
        </a:p>
      </dgm:t>
    </dgm:pt>
    <dgm:pt modelId="{E60DE91B-15E2-4D48-97ED-5A6F95AF90F0}" type="sibTrans" cxnId="{3D245905-B527-45FB-8CC5-EEB7CCC3218F}">
      <dgm:prSet/>
      <dgm:spPr/>
      <dgm:t>
        <a:bodyPr/>
        <a:lstStyle/>
        <a:p>
          <a:endParaRPr lang="en-US"/>
        </a:p>
      </dgm:t>
    </dgm:pt>
    <dgm:pt modelId="{762043B4-17EE-4699-824C-A3685EFE3A6B}">
      <dgm:prSet/>
      <dgm:spPr/>
      <dgm:t>
        <a:bodyPr/>
        <a:lstStyle/>
        <a:p>
          <a:r>
            <a:rPr lang="en-US" dirty="0"/>
            <a:t>ForwardedEvents</a:t>
          </a:r>
        </a:p>
      </dgm:t>
    </dgm:pt>
    <dgm:pt modelId="{23C3873F-72D0-4DED-9AF2-F1D2D7748745}" type="parTrans" cxnId="{ED193AED-3C02-4573-B7E2-5FFAEE7F123F}">
      <dgm:prSet/>
      <dgm:spPr/>
    </dgm:pt>
    <dgm:pt modelId="{1719C410-3B7E-4FBE-B4D8-290DCB32E203}" type="sibTrans" cxnId="{ED193AED-3C02-4573-B7E2-5FFAEE7F123F}">
      <dgm:prSet/>
      <dgm:spPr/>
    </dgm:pt>
    <dgm:pt modelId="{23A4DD6C-F446-43CB-BD0F-5629603D63FC}">
      <dgm:prSet/>
      <dgm:spPr/>
      <dgm:t>
        <a:bodyPr/>
        <a:lstStyle/>
        <a:p>
          <a:r>
            <a:rPr lang="en-US" dirty="0"/>
            <a:t>Applications and Services</a:t>
          </a:r>
        </a:p>
      </dgm:t>
    </dgm:pt>
    <dgm:pt modelId="{536686D1-2200-4415-A80F-272551BBEDEF}" type="parTrans" cxnId="{C24DEAAE-CB91-4A4D-BB1F-536EC82AE045}">
      <dgm:prSet/>
      <dgm:spPr/>
    </dgm:pt>
    <dgm:pt modelId="{90B9FAD8-CECF-4E82-AB0A-AA0498F9FAEE}" type="sibTrans" cxnId="{C24DEAAE-CB91-4A4D-BB1F-536EC82AE045}">
      <dgm:prSet/>
      <dgm:spPr/>
    </dgm:pt>
    <dgm:pt modelId="{857571A4-6D9E-4A10-9D7B-F7A82549D03E}" type="pres">
      <dgm:prSet presAssocID="{0A92B325-4A6B-4148-9DFC-5B75DDB593B8}" presName="Name0" presStyleCnt="0">
        <dgm:presLayoutVars>
          <dgm:chMax val="7"/>
          <dgm:chPref val="7"/>
          <dgm:dir/>
        </dgm:presLayoutVars>
      </dgm:prSet>
      <dgm:spPr/>
    </dgm:pt>
    <dgm:pt modelId="{37FCF196-F948-4FCA-B54A-16A33F2A51B2}" type="pres">
      <dgm:prSet presAssocID="{0A92B325-4A6B-4148-9DFC-5B75DDB593B8}" presName="Name1" presStyleCnt="0"/>
      <dgm:spPr/>
    </dgm:pt>
    <dgm:pt modelId="{2B839E62-8C83-4D84-9815-DC7B49EFB624}" type="pres">
      <dgm:prSet presAssocID="{0A92B325-4A6B-4148-9DFC-5B75DDB593B8}" presName="cycle" presStyleCnt="0"/>
      <dgm:spPr/>
    </dgm:pt>
    <dgm:pt modelId="{0E5A447F-DD8F-4867-A478-2D9EA27F4012}" type="pres">
      <dgm:prSet presAssocID="{0A92B325-4A6B-4148-9DFC-5B75DDB593B8}" presName="srcNode" presStyleLbl="node1" presStyleIdx="0" presStyleCnt="5"/>
      <dgm:spPr/>
    </dgm:pt>
    <dgm:pt modelId="{8DEF0A1F-F462-4FCD-BAA5-D27390371D89}" type="pres">
      <dgm:prSet presAssocID="{0A92B325-4A6B-4148-9DFC-5B75DDB593B8}" presName="conn" presStyleLbl="parChTrans1D2" presStyleIdx="0" presStyleCnt="1"/>
      <dgm:spPr/>
    </dgm:pt>
    <dgm:pt modelId="{3F84D9D0-4EF3-4477-91D8-93ECAD948A30}" type="pres">
      <dgm:prSet presAssocID="{0A92B325-4A6B-4148-9DFC-5B75DDB593B8}" presName="extraNode" presStyleLbl="node1" presStyleIdx="0" presStyleCnt="5"/>
      <dgm:spPr/>
    </dgm:pt>
    <dgm:pt modelId="{3D3B7E79-34F1-4D41-842F-A829E566385F}" type="pres">
      <dgm:prSet presAssocID="{0A92B325-4A6B-4148-9DFC-5B75DDB593B8}" presName="dstNode" presStyleLbl="node1" presStyleIdx="0" presStyleCnt="5"/>
      <dgm:spPr/>
    </dgm:pt>
    <dgm:pt modelId="{DD66779C-B73E-4ADA-8881-4E34E534146E}" type="pres">
      <dgm:prSet presAssocID="{3EF1AE6B-F6D2-4CFB-923D-8A31A4AB7AC9}" presName="text_1" presStyleLbl="node1" presStyleIdx="0" presStyleCnt="5">
        <dgm:presLayoutVars>
          <dgm:bulletEnabled val="1"/>
        </dgm:presLayoutVars>
      </dgm:prSet>
      <dgm:spPr/>
    </dgm:pt>
    <dgm:pt modelId="{F3E7AC2C-C975-4E19-A51A-8C03D55F894A}" type="pres">
      <dgm:prSet presAssocID="{3EF1AE6B-F6D2-4CFB-923D-8A31A4AB7AC9}" presName="accent_1" presStyleCnt="0"/>
      <dgm:spPr/>
    </dgm:pt>
    <dgm:pt modelId="{463B356F-6410-49A7-870E-372B9842CAA2}" type="pres">
      <dgm:prSet presAssocID="{3EF1AE6B-F6D2-4CFB-923D-8A31A4AB7AC9}" presName="accentRepeatNode" presStyleLbl="solidFgAcc1" presStyleIdx="0" presStyleCnt="5"/>
      <dgm:spPr/>
    </dgm:pt>
    <dgm:pt modelId="{FABE65FF-CCBF-4DB1-8BC3-46BB498423FD}" type="pres">
      <dgm:prSet presAssocID="{0262FFD7-B68F-40D6-8B1E-7366326C1AB7}" presName="text_2" presStyleLbl="node1" presStyleIdx="1" presStyleCnt="5">
        <dgm:presLayoutVars>
          <dgm:bulletEnabled val="1"/>
        </dgm:presLayoutVars>
      </dgm:prSet>
      <dgm:spPr/>
    </dgm:pt>
    <dgm:pt modelId="{4E0E26EC-89C2-4DB7-9ADD-5F47AF457773}" type="pres">
      <dgm:prSet presAssocID="{0262FFD7-B68F-40D6-8B1E-7366326C1AB7}" presName="accent_2" presStyleCnt="0"/>
      <dgm:spPr/>
    </dgm:pt>
    <dgm:pt modelId="{E0BC6EF1-D29E-4AA9-9354-88DEF05C4D71}" type="pres">
      <dgm:prSet presAssocID="{0262FFD7-B68F-40D6-8B1E-7366326C1AB7}" presName="accentRepeatNode" presStyleLbl="solidFgAcc1" presStyleIdx="1" presStyleCnt="5"/>
      <dgm:spPr/>
    </dgm:pt>
    <dgm:pt modelId="{7FF914D4-66C7-40D0-A320-C4B394EA09E8}" type="pres">
      <dgm:prSet presAssocID="{FC6870DC-21DC-44A5-9289-D2687DA5346C}" presName="text_3" presStyleLbl="node1" presStyleIdx="2" presStyleCnt="5">
        <dgm:presLayoutVars>
          <dgm:bulletEnabled val="1"/>
        </dgm:presLayoutVars>
      </dgm:prSet>
      <dgm:spPr/>
    </dgm:pt>
    <dgm:pt modelId="{FF4AA51B-B0BD-4590-89BD-259DCF13CEAE}" type="pres">
      <dgm:prSet presAssocID="{FC6870DC-21DC-44A5-9289-D2687DA5346C}" presName="accent_3" presStyleCnt="0"/>
      <dgm:spPr/>
    </dgm:pt>
    <dgm:pt modelId="{E1F51582-DA9E-4C96-9D3F-29A2C7EC576F}" type="pres">
      <dgm:prSet presAssocID="{FC6870DC-21DC-44A5-9289-D2687DA5346C}" presName="accentRepeatNode" presStyleLbl="solidFgAcc1" presStyleIdx="2" presStyleCnt="5"/>
      <dgm:spPr/>
    </dgm:pt>
    <dgm:pt modelId="{0B9AA49F-3AB7-4D7C-A0D5-8F2ED2456A87}" type="pres">
      <dgm:prSet presAssocID="{762043B4-17EE-4699-824C-A3685EFE3A6B}" presName="text_4" presStyleLbl="node1" presStyleIdx="3" presStyleCnt="5">
        <dgm:presLayoutVars>
          <dgm:bulletEnabled val="1"/>
        </dgm:presLayoutVars>
      </dgm:prSet>
      <dgm:spPr/>
    </dgm:pt>
    <dgm:pt modelId="{AD04D209-E9B6-431B-B681-80254650546F}" type="pres">
      <dgm:prSet presAssocID="{762043B4-17EE-4699-824C-A3685EFE3A6B}" presName="accent_4" presStyleCnt="0"/>
      <dgm:spPr/>
    </dgm:pt>
    <dgm:pt modelId="{DA0DEB89-9947-4D65-8CF0-C8135114F6F8}" type="pres">
      <dgm:prSet presAssocID="{762043B4-17EE-4699-824C-A3685EFE3A6B}" presName="accentRepeatNode" presStyleLbl="solidFgAcc1" presStyleIdx="3" presStyleCnt="5"/>
      <dgm:spPr/>
    </dgm:pt>
    <dgm:pt modelId="{46C830CF-C788-4663-95FF-CCABA6E098B0}" type="pres">
      <dgm:prSet presAssocID="{23A4DD6C-F446-43CB-BD0F-5629603D63FC}" presName="text_5" presStyleLbl="node1" presStyleIdx="4" presStyleCnt="5">
        <dgm:presLayoutVars>
          <dgm:bulletEnabled val="1"/>
        </dgm:presLayoutVars>
      </dgm:prSet>
      <dgm:spPr/>
    </dgm:pt>
    <dgm:pt modelId="{5250F11C-118C-414C-808F-76B783748C47}" type="pres">
      <dgm:prSet presAssocID="{23A4DD6C-F446-43CB-BD0F-5629603D63FC}" presName="accent_5" presStyleCnt="0"/>
      <dgm:spPr/>
    </dgm:pt>
    <dgm:pt modelId="{B46BB7FA-42FA-4059-9BDE-9B8279F5F04A}" type="pres">
      <dgm:prSet presAssocID="{23A4DD6C-F446-43CB-BD0F-5629603D63FC}" presName="accentRepeatNode" presStyleLbl="solidFgAcc1" presStyleIdx="4" presStyleCnt="5"/>
      <dgm:spPr/>
    </dgm:pt>
  </dgm:ptLst>
  <dgm:cxnLst>
    <dgm:cxn modelId="{3D245905-B527-45FB-8CC5-EEB7CCC3218F}" srcId="{0A92B325-4A6B-4148-9DFC-5B75DDB593B8}" destId="{FC6870DC-21DC-44A5-9289-D2687DA5346C}" srcOrd="2" destOrd="0" parTransId="{78D9B6B9-10EC-4FCD-94E5-33BA6313003C}" sibTransId="{E60DE91B-15E2-4D48-97ED-5A6F95AF90F0}"/>
    <dgm:cxn modelId="{49B1E908-043F-43E3-A57A-82330FB44834}" type="presOf" srcId="{3EF1AE6B-F6D2-4CFB-923D-8A31A4AB7AC9}" destId="{DD66779C-B73E-4ADA-8881-4E34E534146E}" srcOrd="0" destOrd="0" presId="urn:microsoft.com/office/officeart/2008/layout/VerticalCurvedList"/>
    <dgm:cxn modelId="{5700E129-BC17-4A8D-90A3-BB3DAC401FE5}" srcId="{0A92B325-4A6B-4148-9DFC-5B75DDB593B8}" destId="{0262FFD7-B68F-40D6-8B1E-7366326C1AB7}" srcOrd="1" destOrd="0" parTransId="{DB0C9E8E-F728-4E3F-92AC-50DB76893B28}" sibTransId="{B73625B7-A948-4310-B6B9-A4BEC289C498}"/>
    <dgm:cxn modelId="{8B48AA75-ECB3-48EE-9312-9A31920DC10E}" type="presOf" srcId="{CA786043-2F22-455E-BDE9-00D86261DB7A}" destId="{8DEF0A1F-F462-4FCD-BAA5-D27390371D89}" srcOrd="0" destOrd="0" presId="urn:microsoft.com/office/officeart/2008/layout/VerticalCurvedList"/>
    <dgm:cxn modelId="{AF55D88C-2D89-49A4-B3ED-54C9B33B456E}" type="presOf" srcId="{23A4DD6C-F446-43CB-BD0F-5629603D63FC}" destId="{46C830CF-C788-4663-95FF-CCABA6E098B0}" srcOrd="0" destOrd="0" presId="urn:microsoft.com/office/officeart/2008/layout/VerticalCurvedList"/>
    <dgm:cxn modelId="{C24DEAAE-CB91-4A4D-BB1F-536EC82AE045}" srcId="{0A92B325-4A6B-4148-9DFC-5B75DDB593B8}" destId="{23A4DD6C-F446-43CB-BD0F-5629603D63FC}" srcOrd="4" destOrd="0" parTransId="{536686D1-2200-4415-A80F-272551BBEDEF}" sibTransId="{90B9FAD8-CECF-4E82-AB0A-AA0498F9FAEE}"/>
    <dgm:cxn modelId="{DD53A1B5-AEFD-40E4-A50C-2C3AAA7ED4BE}" srcId="{0A92B325-4A6B-4148-9DFC-5B75DDB593B8}" destId="{3EF1AE6B-F6D2-4CFB-923D-8A31A4AB7AC9}" srcOrd="0" destOrd="0" parTransId="{9BB6815B-D403-4D52-9CBE-E5D8709C666B}" sibTransId="{CA786043-2F22-455E-BDE9-00D86261DB7A}"/>
    <dgm:cxn modelId="{CAB8B2BF-E42E-4CE6-8F36-DA4A53503E85}" type="presOf" srcId="{762043B4-17EE-4699-824C-A3685EFE3A6B}" destId="{0B9AA49F-3AB7-4D7C-A0D5-8F2ED2456A87}" srcOrd="0" destOrd="0" presId="urn:microsoft.com/office/officeart/2008/layout/VerticalCurvedList"/>
    <dgm:cxn modelId="{2A7788C1-472C-4105-9511-188F87E77277}" type="presOf" srcId="{FC6870DC-21DC-44A5-9289-D2687DA5346C}" destId="{7FF914D4-66C7-40D0-A320-C4B394EA09E8}" srcOrd="0" destOrd="0" presId="urn:microsoft.com/office/officeart/2008/layout/VerticalCurvedList"/>
    <dgm:cxn modelId="{99915DC6-6178-4EC6-B455-FEF0ADB069E0}" type="presOf" srcId="{0A92B325-4A6B-4148-9DFC-5B75DDB593B8}" destId="{857571A4-6D9E-4A10-9D7B-F7A82549D03E}" srcOrd="0" destOrd="0" presId="urn:microsoft.com/office/officeart/2008/layout/VerticalCurvedList"/>
    <dgm:cxn modelId="{ED193AED-3C02-4573-B7E2-5FFAEE7F123F}" srcId="{0A92B325-4A6B-4148-9DFC-5B75DDB593B8}" destId="{762043B4-17EE-4699-824C-A3685EFE3A6B}" srcOrd="3" destOrd="0" parTransId="{23C3873F-72D0-4DED-9AF2-F1D2D7748745}" sibTransId="{1719C410-3B7E-4FBE-B4D8-290DCB32E203}"/>
    <dgm:cxn modelId="{B982BBFD-F53E-45B5-AD10-70F0ABB65587}" type="presOf" srcId="{0262FFD7-B68F-40D6-8B1E-7366326C1AB7}" destId="{FABE65FF-CCBF-4DB1-8BC3-46BB498423FD}" srcOrd="0" destOrd="0" presId="urn:microsoft.com/office/officeart/2008/layout/VerticalCurvedList"/>
    <dgm:cxn modelId="{0C60C109-6FAE-4137-B01A-A6007CD9E146}" type="presParOf" srcId="{857571A4-6D9E-4A10-9D7B-F7A82549D03E}" destId="{37FCF196-F948-4FCA-B54A-16A33F2A51B2}" srcOrd="0" destOrd="0" presId="urn:microsoft.com/office/officeart/2008/layout/VerticalCurvedList"/>
    <dgm:cxn modelId="{FFB16FA7-621A-4A73-81FE-87F9E9E58A1D}" type="presParOf" srcId="{37FCF196-F948-4FCA-B54A-16A33F2A51B2}" destId="{2B839E62-8C83-4D84-9815-DC7B49EFB624}" srcOrd="0" destOrd="0" presId="urn:microsoft.com/office/officeart/2008/layout/VerticalCurvedList"/>
    <dgm:cxn modelId="{0762EF3D-DBA5-4F98-AF6F-9761881496EA}" type="presParOf" srcId="{2B839E62-8C83-4D84-9815-DC7B49EFB624}" destId="{0E5A447F-DD8F-4867-A478-2D9EA27F4012}" srcOrd="0" destOrd="0" presId="urn:microsoft.com/office/officeart/2008/layout/VerticalCurvedList"/>
    <dgm:cxn modelId="{B5813945-ADD1-4202-A51E-494089F1D4BC}" type="presParOf" srcId="{2B839E62-8C83-4D84-9815-DC7B49EFB624}" destId="{8DEF0A1F-F462-4FCD-BAA5-D27390371D89}" srcOrd="1" destOrd="0" presId="urn:microsoft.com/office/officeart/2008/layout/VerticalCurvedList"/>
    <dgm:cxn modelId="{85CB38B7-D2E4-43CE-A89A-08482CF242EA}" type="presParOf" srcId="{2B839E62-8C83-4D84-9815-DC7B49EFB624}" destId="{3F84D9D0-4EF3-4477-91D8-93ECAD948A30}" srcOrd="2" destOrd="0" presId="urn:microsoft.com/office/officeart/2008/layout/VerticalCurvedList"/>
    <dgm:cxn modelId="{D95B7B9B-9EA2-4AA4-B473-1D0C40009096}" type="presParOf" srcId="{2B839E62-8C83-4D84-9815-DC7B49EFB624}" destId="{3D3B7E79-34F1-4D41-842F-A829E566385F}" srcOrd="3" destOrd="0" presId="urn:microsoft.com/office/officeart/2008/layout/VerticalCurvedList"/>
    <dgm:cxn modelId="{DB13FF65-2DE2-4637-965A-5227258367E5}" type="presParOf" srcId="{37FCF196-F948-4FCA-B54A-16A33F2A51B2}" destId="{DD66779C-B73E-4ADA-8881-4E34E534146E}" srcOrd="1" destOrd="0" presId="urn:microsoft.com/office/officeart/2008/layout/VerticalCurvedList"/>
    <dgm:cxn modelId="{48B7E7B2-1561-48C4-84C2-A42CDF3B1468}" type="presParOf" srcId="{37FCF196-F948-4FCA-B54A-16A33F2A51B2}" destId="{F3E7AC2C-C975-4E19-A51A-8C03D55F894A}" srcOrd="2" destOrd="0" presId="urn:microsoft.com/office/officeart/2008/layout/VerticalCurvedList"/>
    <dgm:cxn modelId="{61B26990-659E-49D2-96AD-0810A8A973CC}" type="presParOf" srcId="{F3E7AC2C-C975-4E19-A51A-8C03D55F894A}" destId="{463B356F-6410-49A7-870E-372B9842CAA2}" srcOrd="0" destOrd="0" presId="urn:microsoft.com/office/officeart/2008/layout/VerticalCurvedList"/>
    <dgm:cxn modelId="{5ADC266F-9509-4100-8393-414E750A305E}" type="presParOf" srcId="{37FCF196-F948-4FCA-B54A-16A33F2A51B2}" destId="{FABE65FF-CCBF-4DB1-8BC3-46BB498423FD}" srcOrd="3" destOrd="0" presId="urn:microsoft.com/office/officeart/2008/layout/VerticalCurvedList"/>
    <dgm:cxn modelId="{4B2E0EAD-00F5-4FA2-95E6-B08D76BF4B7D}" type="presParOf" srcId="{37FCF196-F948-4FCA-B54A-16A33F2A51B2}" destId="{4E0E26EC-89C2-4DB7-9ADD-5F47AF457773}" srcOrd="4" destOrd="0" presId="urn:microsoft.com/office/officeart/2008/layout/VerticalCurvedList"/>
    <dgm:cxn modelId="{1825C912-852B-461D-8EA3-8470A5C4300E}" type="presParOf" srcId="{4E0E26EC-89C2-4DB7-9ADD-5F47AF457773}" destId="{E0BC6EF1-D29E-4AA9-9354-88DEF05C4D71}" srcOrd="0" destOrd="0" presId="urn:microsoft.com/office/officeart/2008/layout/VerticalCurvedList"/>
    <dgm:cxn modelId="{3991D097-3E6B-4A51-80B8-4114E1F15ECF}" type="presParOf" srcId="{37FCF196-F948-4FCA-B54A-16A33F2A51B2}" destId="{7FF914D4-66C7-40D0-A320-C4B394EA09E8}" srcOrd="5" destOrd="0" presId="urn:microsoft.com/office/officeart/2008/layout/VerticalCurvedList"/>
    <dgm:cxn modelId="{FE4D2964-9B90-42D9-B4A9-0880428C8448}" type="presParOf" srcId="{37FCF196-F948-4FCA-B54A-16A33F2A51B2}" destId="{FF4AA51B-B0BD-4590-89BD-259DCF13CEAE}" srcOrd="6" destOrd="0" presId="urn:microsoft.com/office/officeart/2008/layout/VerticalCurvedList"/>
    <dgm:cxn modelId="{40CDC3FA-F07A-42BF-926D-3DFED57C78E5}" type="presParOf" srcId="{FF4AA51B-B0BD-4590-89BD-259DCF13CEAE}" destId="{E1F51582-DA9E-4C96-9D3F-29A2C7EC576F}" srcOrd="0" destOrd="0" presId="urn:microsoft.com/office/officeart/2008/layout/VerticalCurvedList"/>
    <dgm:cxn modelId="{93F384D8-9BB1-421E-868F-A56A819DB2AE}" type="presParOf" srcId="{37FCF196-F948-4FCA-B54A-16A33F2A51B2}" destId="{0B9AA49F-3AB7-4D7C-A0D5-8F2ED2456A87}" srcOrd="7" destOrd="0" presId="urn:microsoft.com/office/officeart/2008/layout/VerticalCurvedList"/>
    <dgm:cxn modelId="{B92DE538-CA81-4B86-B439-1B08FD9497B5}" type="presParOf" srcId="{37FCF196-F948-4FCA-B54A-16A33F2A51B2}" destId="{AD04D209-E9B6-431B-B681-80254650546F}" srcOrd="8" destOrd="0" presId="urn:microsoft.com/office/officeart/2008/layout/VerticalCurvedList"/>
    <dgm:cxn modelId="{D02D8F69-743A-4B13-BECA-49D6C5C157A6}" type="presParOf" srcId="{AD04D209-E9B6-431B-B681-80254650546F}" destId="{DA0DEB89-9947-4D65-8CF0-C8135114F6F8}" srcOrd="0" destOrd="0" presId="urn:microsoft.com/office/officeart/2008/layout/VerticalCurvedList"/>
    <dgm:cxn modelId="{FFB83F3D-BF8F-4E8F-92BD-40BAEB763C5A}" type="presParOf" srcId="{37FCF196-F948-4FCA-B54A-16A33F2A51B2}" destId="{46C830CF-C788-4663-95FF-CCABA6E098B0}" srcOrd="9" destOrd="0" presId="urn:microsoft.com/office/officeart/2008/layout/VerticalCurvedList"/>
    <dgm:cxn modelId="{DE9456F8-08B2-49EA-9CF2-32A609F45F36}" type="presParOf" srcId="{37FCF196-F948-4FCA-B54A-16A33F2A51B2}" destId="{5250F11C-118C-414C-808F-76B783748C47}" srcOrd="10" destOrd="0" presId="urn:microsoft.com/office/officeart/2008/layout/VerticalCurvedList"/>
    <dgm:cxn modelId="{CEE4DCD8-1541-4710-A209-B0DF7B8F6183}" type="presParOf" srcId="{5250F11C-118C-414C-808F-76B783748C47}" destId="{B46BB7FA-42FA-4059-9BDE-9B8279F5F04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0FB3F11-3BA8-4A17-ACA3-427807B73E2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1CF0F56-469F-4C04-9D8A-04F1CA2F65D8}">
      <dgm:prSet phldrT="[Text]"/>
      <dgm:spPr/>
      <dgm:t>
        <a:bodyPr/>
        <a:lstStyle/>
        <a:p>
          <a:r>
            <a:rPr lang="en-US" dirty="0"/>
            <a:t>Computer hardware configuration</a:t>
          </a:r>
        </a:p>
      </dgm:t>
    </dgm:pt>
    <dgm:pt modelId="{835159BD-B6F6-4717-AFDA-B948FFEE6EFC}" type="parTrans" cxnId="{3A4A6190-D3FF-4687-9CA1-53ACFE5C8DCD}">
      <dgm:prSet/>
      <dgm:spPr/>
      <dgm:t>
        <a:bodyPr/>
        <a:lstStyle/>
        <a:p>
          <a:endParaRPr lang="en-US"/>
        </a:p>
      </dgm:t>
    </dgm:pt>
    <dgm:pt modelId="{562073BD-960D-4195-B306-0CC43FC9A591}" type="sibTrans" cxnId="{3A4A6190-D3FF-4687-9CA1-53ACFE5C8DCD}">
      <dgm:prSet/>
      <dgm:spPr/>
      <dgm:t>
        <a:bodyPr/>
        <a:lstStyle/>
        <a:p>
          <a:endParaRPr lang="en-US"/>
        </a:p>
      </dgm:t>
    </dgm:pt>
    <dgm:pt modelId="{B129E0C7-4151-4F86-AB84-CA0E0718CF6D}">
      <dgm:prSet phldrT="[Text]"/>
      <dgm:spPr/>
      <dgm:t>
        <a:bodyPr/>
        <a:lstStyle/>
        <a:p>
          <a:r>
            <a:rPr lang="en-US" dirty="0"/>
            <a:t>Multiple users and preferences</a:t>
          </a:r>
        </a:p>
      </dgm:t>
    </dgm:pt>
    <dgm:pt modelId="{8859970C-8714-41CD-93C0-780C405DCEA3}" type="parTrans" cxnId="{96C54628-8F1E-4411-9E28-3D3B4C80A85B}">
      <dgm:prSet/>
      <dgm:spPr/>
      <dgm:t>
        <a:bodyPr/>
        <a:lstStyle/>
        <a:p>
          <a:endParaRPr lang="en-US"/>
        </a:p>
      </dgm:t>
    </dgm:pt>
    <dgm:pt modelId="{A4C36065-CBCF-4220-BD33-E34122765300}" type="sibTrans" cxnId="{96C54628-8F1E-4411-9E28-3D3B4C80A85B}">
      <dgm:prSet/>
      <dgm:spPr/>
      <dgm:t>
        <a:bodyPr/>
        <a:lstStyle/>
        <a:p>
          <a:endParaRPr lang="en-US"/>
        </a:p>
      </dgm:t>
    </dgm:pt>
    <dgm:pt modelId="{1B85EFE7-54F9-4638-AA19-F452A9EDCD75}">
      <dgm:prSet phldrT="[Text]"/>
      <dgm:spPr/>
      <dgm:t>
        <a:bodyPr/>
        <a:lstStyle/>
        <a:p>
          <a:r>
            <a:rPr lang="en-US" dirty="0"/>
            <a:t>Program shortcuts and properties sheets</a:t>
          </a:r>
        </a:p>
      </dgm:t>
    </dgm:pt>
    <dgm:pt modelId="{C242E63C-9933-44AC-A125-C979217F69B7}" type="parTrans" cxnId="{8DA18766-DDEF-4EA6-8671-A7863ED02D12}">
      <dgm:prSet/>
      <dgm:spPr/>
      <dgm:t>
        <a:bodyPr/>
        <a:lstStyle/>
        <a:p>
          <a:endParaRPr lang="en-US"/>
        </a:p>
      </dgm:t>
    </dgm:pt>
    <dgm:pt modelId="{AF3B0444-5600-466D-BDDF-E7AD74C68151}" type="sibTrans" cxnId="{8DA18766-DDEF-4EA6-8671-A7863ED02D12}">
      <dgm:prSet/>
      <dgm:spPr/>
      <dgm:t>
        <a:bodyPr/>
        <a:lstStyle/>
        <a:p>
          <a:endParaRPr lang="en-US"/>
        </a:p>
      </dgm:t>
    </dgm:pt>
    <dgm:pt modelId="{242E3E6A-CF83-40C3-8F82-B1AB63D3CC06}">
      <dgm:prSet/>
      <dgm:spPr/>
      <dgm:t>
        <a:bodyPr/>
        <a:lstStyle/>
        <a:p>
          <a:r>
            <a:rPr lang="en-US" dirty="0"/>
            <a:t>Remote administration through network</a:t>
          </a:r>
        </a:p>
      </dgm:t>
    </dgm:pt>
    <dgm:pt modelId="{4EE19B7F-ABC0-43B2-BD15-3998129CBD97}" type="parTrans" cxnId="{2A42F440-5276-4606-9A55-6C078E5C70BA}">
      <dgm:prSet/>
      <dgm:spPr/>
      <dgm:t>
        <a:bodyPr/>
        <a:lstStyle/>
        <a:p>
          <a:endParaRPr lang="en-US"/>
        </a:p>
      </dgm:t>
    </dgm:pt>
    <dgm:pt modelId="{FFE54832-4718-4E29-9C4A-4A7D6675A803}" type="sibTrans" cxnId="{2A42F440-5276-4606-9A55-6C078E5C70BA}">
      <dgm:prSet/>
      <dgm:spPr/>
      <dgm:t>
        <a:bodyPr/>
        <a:lstStyle/>
        <a:p>
          <a:endParaRPr lang="en-US"/>
        </a:p>
      </dgm:t>
    </dgm:pt>
    <dgm:pt modelId="{87434A89-75C8-42D6-8D89-A8B5FA2EF35C}" type="pres">
      <dgm:prSet presAssocID="{A0FB3F11-3BA8-4A17-ACA3-427807B73E22}" presName="linear" presStyleCnt="0">
        <dgm:presLayoutVars>
          <dgm:dir/>
          <dgm:animLvl val="lvl"/>
          <dgm:resizeHandles val="exact"/>
        </dgm:presLayoutVars>
      </dgm:prSet>
      <dgm:spPr/>
    </dgm:pt>
    <dgm:pt modelId="{6E149184-5CB3-412D-B7A6-A679D43A216D}" type="pres">
      <dgm:prSet presAssocID="{11CF0F56-469F-4C04-9D8A-04F1CA2F65D8}" presName="parentLin" presStyleCnt="0"/>
      <dgm:spPr/>
    </dgm:pt>
    <dgm:pt modelId="{98384AE9-8DBB-4C4A-BDB2-09C2ABCA9EB3}" type="pres">
      <dgm:prSet presAssocID="{11CF0F56-469F-4C04-9D8A-04F1CA2F65D8}" presName="parentLeftMargin" presStyleLbl="node1" presStyleIdx="0" presStyleCnt="4"/>
      <dgm:spPr/>
    </dgm:pt>
    <dgm:pt modelId="{1D3795E2-FACE-4898-8E4D-B51052D620A6}" type="pres">
      <dgm:prSet presAssocID="{11CF0F56-469F-4C04-9D8A-04F1CA2F65D8}" presName="parentText" presStyleLbl="node1" presStyleIdx="0" presStyleCnt="4">
        <dgm:presLayoutVars>
          <dgm:chMax val="0"/>
          <dgm:bulletEnabled val="1"/>
        </dgm:presLayoutVars>
      </dgm:prSet>
      <dgm:spPr/>
    </dgm:pt>
    <dgm:pt modelId="{8E2127F3-5A6C-4BF8-ADF5-833B549D6118}" type="pres">
      <dgm:prSet presAssocID="{11CF0F56-469F-4C04-9D8A-04F1CA2F65D8}" presName="negativeSpace" presStyleCnt="0"/>
      <dgm:spPr/>
    </dgm:pt>
    <dgm:pt modelId="{2505B76A-F563-4BB7-BD38-438DEF48738A}" type="pres">
      <dgm:prSet presAssocID="{11CF0F56-469F-4C04-9D8A-04F1CA2F65D8}" presName="childText" presStyleLbl="conFgAcc1" presStyleIdx="0" presStyleCnt="4">
        <dgm:presLayoutVars>
          <dgm:bulletEnabled val="1"/>
        </dgm:presLayoutVars>
      </dgm:prSet>
      <dgm:spPr/>
    </dgm:pt>
    <dgm:pt modelId="{589E9E1E-4114-4D54-9161-61647941811F}" type="pres">
      <dgm:prSet presAssocID="{562073BD-960D-4195-B306-0CC43FC9A591}" presName="spaceBetweenRectangles" presStyleCnt="0"/>
      <dgm:spPr/>
    </dgm:pt>
    <dgm:pt modelId="{73925B03-F36A-4C45-939E-D9C01001E791}" type="pres">
      <dgm:prSet presAssocID="{B129E0C7-4151-4F86-AB84-CA0E0718CF6D}" presName="parentLin" presStyleCnt="0"/>
      <dgm:spPr/>
    </dgm:pt>
    <dgm:pt modelId="{2973A1EE-B89B-43A2-A1DC-983ACDAC3C3B}" type="pres">
      <dgm:prSet presAssocID="{B129E0C7-4151-4F86-AB84-CA0E0718CF6D}" presName="parentLeftMargin" presStyleLbl="node1" presStyleIdx="0" presStyleCnt="4"/>
      <dgm:spPr/>
    </dgm:pt>
    <dgm:pt modelId="{6A8D67D1-701C-4BC3-8B36-5ED346C77B1D}" type="pres">
      <dgm:prSet presAssocID="{B129E0C7-4151-4F86-AB84-CA0E0718CF6D}" presName="parentText" presStyleLbl="node1" presStyleIdx="1" presStyleCnt="4">
        <dgm:presLayoutVars>
          <dgm:chMax val="0"/>
          <dgm:bulletEnabled val="1"/>
        </dgm:presLayoutVars>
      </dgm:prSet>
      <dgm:spPr/>
    </dgm:pt>
    <dgm:pt modelId="{F61C1E59-6183-4CE6-A254-E237DC122366}" type="pres">
      <dgm:prSet presAssocID="{B129E0C7-4151-4F86-AB84-CA0E0718CF6D}" presName="negativeSpace" presStyleCnt="0"/>
      <dgm:spPr/>
    </dgm:pt>
    <dgm:pt modelId="{531D06D0-04A8-45CD-95F0-71A33DE51827}" type="pres">
      <dgm:prSet presAssocID="{B129E0C7-4151-4F86-AB84-CA0E0718CF6D}" presName="childText" presStyleLbl="conFgAcc1" presStyleIdx="1" presStyleCnt="4">
        <dgm:presLayoutVars>
          <dgm:bulletEnabled val="1"/>
        </dgm:presLayoutVars>
      </dgm:prSet>
      <dgm:spPr/>
    </dgm:pt>
    <dgm:pt modelId="{BF3A2957-EF09-4038-9A52-D4529E7CA58D}" type="pres">
      <dgm:prSet presAssocID="{A4C36065-CBCF-4220-BD33-E34122765300}" presName="spaceBetweenRectangles" presStyleCnt="0"/>
      <dgm:spPr/>
    </dgm:pt>
    <dgm:pt modelId="{DE0960C3-5693-47D2-B2A1-F99853E3142D}" type="pres">
      <dgm:prSet presAssocID="{1B85EFE7-54F9-4638-AA19-F452A9EDCD75}" presName="parentLin" presStyleCnt="0"/>
      <dgm:spPr/>
    </dgm:pt>
    <dgm:pt modelId="{B035A35B-D489-4ECE-A266-FFB3CEEE9744}" type="pres">
      <dgm:prSet presAssocID="{1B85EFE7-54F9-4638-AA19-F452A9EDCD75}" presName="parentLeftMargin" presStyleLbl="node1" presStyleIdx="1" presStyleCnt="4"/>
      <dgm:spPr/>
    </dgm:pt>
    <dgm:pt modelId="{95D4FDF1-FF58-4974-9EB4-7AD3D325809D}" type="pres">
      <dgm:prSet presAssocID="{1B85EFE7-54F9-4638-AA19-F452A9EDCD75}" presName="parentText" presStyleLbl="node1" presStyleIdx="2" presStyleCnt="4">
        <dgm:presLayoutVars>
          <dgm:chMax val="0"/>
          <dgm:bulletEnabled val="1"/>
        </dgm:presLayoutVars>
      </dgm:prSet>
      <dgm:spPr/>
    </dgm:pt>
    <dgm:pt modelId="{A882162C-0C9A-4FC7-B018-815DBD60C75D}" type="pres">
      <dgm:prSet presAssocID="{1B85EFE7-54F9-4638-AA19-F452A9EDCD75}" presName="negativeSpace" presStyleCnt="0"/>
      <dgm:spPr/>
    </dgm:pt>
    <dgm:pt modelId="{9777D1FD-354F-43AC-BC90-08E10F3D1534}" type="pres">
      <dgm:prSet presAssocID="{1B85EFE7-54F9-4638-AA19-F452A9EDCD75}" presName="childText" presStyleLbl="conFgAcc1" presStyleIdx="2" presStyleCnt="4">
        <dgm:presLayoutVars>
          <dgm:bulletEnabled val="1"/>
        </dgm:presLayoutVars>
      </dgm:prSet>
      <dgm:spPr/>
    </dgm:pt>
    <dgm:pt modelId="{21B24BB7-09D1-4B52-A79C-F31E19D2F099}" type="pres">
      <dgm:prSet presAssocID="{AF3B0444-5600-466D-BDDF-E7AD74C68151}" presName="spaceBetweenRectangles" presStyleCnt="0"/>
      <dgm:spPr/>
    </dgm:pt>
    <dgm:pt modelId="{1E0360A4-5FC9-452E-8821-98A107511B3B}" type="pres">
      <dgm:prSet presAssocID="{242E3E6A-CF83-40C3-8F82-B1AB63D3CC06}" presName="parentLin" presStyleCnt="0"/>
      <dgm:spPr/>
    </dgm:pt>
    <dgm:pt modelId="{BEBC3E4B-4BB3-4A4F-AA1B-A251A52094FF}" type="pres">
      <dgm:prSet presAssocID="{242E3E6A-CF83-40C3-8F82-B1AB63D3CC06}" presName="parentLeftMargin" presStyleLbl="node1" presStyleIdx="2" presStyleCnt="4"/>
      <dgm:spPr/>
    </dgm:pt>
    <dgm:pt modelId="{7B02F4F6-F3F7-452F-A04B-11AF09CEF6BE}" type="pres">
      <dgm:prSet presAssocID="{242E3E6A-CF83-40C3-8F82-B1AB63D3CC06}" presName="parentText" presStyleLbl="node1" presStyleIdx="3" presStyleCnt="4">
        <dgm:presLayoutVars>
          <dgm:chMax val="0"/>
          <dgm:bulletEnabled val="1"/>
        </dgm:presLayoutVars>
      </dgm:prSet>
      <dgm:spPr/>
    </dgm:pt>
    <dgm:pt modelId="{FA8A6216-2F7B-4C06-A1F7-E9DAB1F3F521}" type="pres">
      <dgm:prSet presAssocID="{242E3E6A-CF83-40C3-8F82-B1AB63D3CC06}" presName="negativeSpace" presStyleCnt="0"/>
      <dgm:spPr/>
    </dgm:pt>
    <dgm:pt modelId="{55AF465D-E245-4C25-8231-8E40470606C8}" type="pres">
      <dgm:prSet presAssocID="{242E3E6A-CF83-40C3-8F82-B1AB63D3CC06}" presName="childText" presStyleLbl="conFgAcc1" presStyleIdx="3" presStyleCnt="4">
        <dgm:presLayoutVars>
          <dgm:bulletEnabled val="1"/>
        </dgm:presLayoutVars>
      </dgm:prSet>
      <dgm:spPr/>
    </dgm:pt>
  </dgm:ptLst>
  <dgm:cxnLst>
    <dgm:cxn modelId="{6949EA21-111E-4270-8D23-6437C9277104}" type="presOf" srcId="{B129E0C7-4151-4F86-AB84-CA0E0718CF6D}" destId="{2973A1EE-B89B-43A2-A1DC-983ACDAC3C3B}" srcOrd="0" destOrd="0" presId="urn:microsoft.com/office/officeart/2005/8/layout/list1"/>
    <dgm:cxn modelId="{8DFB8223-0822-4DF4-914B-E33DF5D0937B}" type="presOf" srcId="{1B85EFE7-54F9-4638-AA19-F452A9EDCD75}" destId="{B035A35B-D489-4ECE-A266-FFB3CEEE9744}" srcOrd="0" destOrd="0" presId="urn:microsoft.com/office/officeart/2005/8/layout/list1"/>
    <dgm:cxn modelId="{519E8127-99A7-4667-8314-9E4513279D4B}" type="presOf" srcId="{11CF0F56-469F-4C04-9D8A-04F1CA2F65D8}" destId="{1D3795E2-FACE-4898-8E4D-B51052D620A6}" srcOrd="1" destOrd="0" presId="urn:microsoft.com/office/officeart/2005/8/layout/list1"/>
    <dgm:cxn modelId="{96C54628-8F1E-4411-9E28-3D3B4C80A85B}" srcId="{A0FB3F11-3BA8-4A17-ACA3-427807B73E22}" destId="{B129E0C7-4151-4F86-AB84-CA0E0718CF6D}" srcOrd="1" destOrd="0" parTransId="{8859970C-8714-41CD-93C0-780C405DCEA3}" sibTransId="{A4C36065-CBCF-4220-BD33-E34122765300}"/>
    <dgm:cxn modelId="{2A42F440-5276-4606-9A55-6C078E5C70BA}" srcId="{A0FB3F11-3BA8-4A17-ACA3-427807B73E22}" destId="{242E3E6A-CF83-40C3-8F82-B1AB63D3CC06}" srcOrd="3" destOrd="0" parTransId="{4EE19B7F-ABC0-43B2-BD15-3998129CBD97}" sibTransId="{FFE54832-4718-4E29-9C4A-4A7D6675A803}"/>
    <dgm:cxn modelId="{8DA18766-DDEF-4EA6-8671-A7863ED02D12}" srcId="{A0FB3F11-3BA8-4A17-ACA3-427807B73E22}" destId="{1B85EFE7-54F9-4638-AA19-F452A9EDCD75}" srcOrd="2" destOrd="0" parTransId="{C242E63C-9933-44AC-A125-C979217F69B7}" sibTransId="{AF3B0444-5600-466D-BDDF-E7AD74C68151}"/>
    <dgm:cxn modelId="{D751E650-BCA4-4688-B4EB-998A8AB9DDA6}" type="presOf" srcId="{B129E0C7-4151-4F86-AB84-CA0E0718CF6D}" destId="{6A8D67D1-701C-4BC3-8B36-5ED346C77B1D}" srcOrd="1" destOrd="0" presId="urn:microsoft.com/office/officeart/2005/8/layout/list1"/>
    <dgm:cxn modelId="{3A4A6190-D3FF-4687-9CA1-53ACFE5C8DCD}" srcId="{A0FB3F11-3BA8-4A17-ACA3-427807B73E22}" destId="{11CF0F56-469F-4C04-9D8A-04F1CA2F65D8}" srcOrd="0" destOrd="0" parTransId="{835159BD-B6F6-4717-AFDA-B948FFEE6EFC}" sibTransId="{562073BD-960D-4195-B306-0CC43FC9A591}"/>
    <dgm:cxn modelId="{068234B5-1106-44FC-9ED4-B5469C494FBF}" type="presOf" srcId="{1B85EFE7-54F9-4638-AA19-F452A9EDCD75}" destId="{95D4FDF1-FF58-4974-9EB4-7AD3D325809D}" srcOrd="1" destOrd="0" presId="urn:microsoft.com/office/officeart/2005/8/layout/list1"/>
    <dgm:cxn modelId="{57FF59C8-14EC-4408-9F05-3E990BFF9BF9}" type="presOf" srcId="{242E3E6A-CF83-40C3-8F82-B1AB63D3CC06}" destId="{7B02F4F6-F3F7-452F-A04B-11AF09CEF6BE}" srcOrd="1" destOrd="0" presId="urn:microsoft.com/office/officeart/2005/8/layout/list1"/>
    <dgm:cxn modelId="{7D8062D4-77E9-4916-A262-AFB252C53EE4}" type="presOf" srcId="{11CF0F56-469F-4C04-9D8A-04F1CA2F65D8}" destId="{98384AE9-8DBB-4C4A-BDB2-09C2ABCA9EB3}" srcOrd="0" destOrd="0" presId="urn:microsoft.com/office/officeart/2005/8/layout/list1"/>
    <dgm:cxn modelId="{09A383DA-59C1-405C-8F76-729C9BF31BC6}" type="presOf" srcId="{242E3E6A-CF83-40C3-8F82-B1AB63D3CC06}" destId="{BEBC3E4B-4BB3-4A4F-AA1B-A251A52094FF}" srcOrd="0" destOrd="0" presId="urn:microsoft.com/office/officeart/2005/8/layout/list1"/>
    <dgm:cxn modelId="{E59A45FD-98E7-46A6-BA4A-04FC8EC8E754}" type="presOf" srcId="{A0FB3F11-3BA8-4A17-ACA3-427807B73E22}" destId="{87434A89-75C8-42D6-8D89-A8B5FA2EF35C}" srcOrd="0" destOrd="0" presId="urn:microsoft.com/office/officeart/2005/8/layout/list1"/>
    <dgm:cxn modelId="{D8AAB073-54B6-4F5E-97D2-AC11FB2E13DF}" type="presParOf" srcId="{87434A89-75C8-42D6-8D89-A8B5FA2EF35C}" destId="{6E149184-5CB3-412D-B7A6-A679D43A216D}" srcOrd="0" destOrd="0" presId="urn:microsoft.com/office/officeart/2005/8/layout/list1"/>
    <dgm:cxn modelId="{5F3C4167-903E-4E84-B814-EF47C0739B95}" type="presParOf" srcId="{6E149184-5CB3-412D-B7A6-A679D43A216D}" destId="{98384AE9-8DBB-4C4A-BDB2-09C2ABCA9EB3}" srcOrd="0" destOrd="0" presId="urn:microsoft.com/office/officeart/2005/8/layout/list1"/>
    <dgm:cxn modelId="{BB417E3E-CBF1-49E5-8604-7AA08C65EAA4}" type="presParOf" srcId="{6E149184-5CB3-412D-B7A6-A679D43A216D}" destId="{1D3795E2-FACE-4898-8E4D-B51052D620A6}" srcOrd="1" destOrd="0" presId="urn:microsoft.com/office/officeart/2005/8/layout/list1"/>
    <dgm:cxn modelId="{2B37CE81-B220-4B1E-9695-4F4FC219A53B}" type="presParOf" srcId="{87434A89-75C8-42D6-8D89-A8B5FA2EF35C}" destId="{8E2127F3-5A6C-4BF8-ADF5-833B549D6118}" srcOrd="1" destOrd="0" presId="urn:microsoft.com/office/officeart/2005/8/layout/list1"/>
    <dgm:cxn modelId="{E2BC394F-00FB-4D5C-8164-3A6FF7B49C72}" type="presParOf" srcId="{87434A89-75C8-42D6-8D89-A8B5FA2EF35C}" destId="{2505B76A-F563-4BB7-BD38-438DEF48738A}" srcOrd="2" destOrd="0" presId="urn:microsoft.com/office/officeart/2005/8/layout/list1"/>
    <dgm:cxn modelId="{45DF9E8C-E81F-49E5-B2C6-08270B90061B}" type="presParOf" srcId="{87434A89-75C8-42D6-8D89-A8B5FA2EF35C}" destId="{589E9E1E-4114-4D54-9161-61647941811F}" srcOrd="3" destOrd="0" presId="urn:microsoft.com/office/officeart/2005/8/layout/list1"/>
    <dgm:cxn modelId="{734DBA6C-FA1E-4C12-9A9F-38F4CF32AACC}" type="presParOf" srcId="{87434A89-75C8-42D6-8D89-A8B5FA2EF35C}" destId="{73925B03-F36A-4C45-939E-D9C01001E791}" srcOrd="4" destOrd="0" presId="urn:microsoft.com/office/officeart/2005/8/layout/list1"/>
    <dgm:cxn modelId="{E00ED514-9074-4423-BD90-056BB18F70FF}" type="presParOf" srcId="{73925B03-F36A-4C45-939E-D9C01001E791}" destId="{2973A1EE-B89B-43A2-A1DC-983ACDAC3C3B}" srcOrd="0" destOrd="0" presId="urn:microsoft.com/office/officeart/2005/8/layout/list1"/>
    <dgm:cxn modelId="{237D58B5-E76A-4145-BBE4-F556E3C7D751}" type="presParOf" srcId="{73925B03-F36A-4C45-939E-D9C01001E791}" destId="{6A8D67D1-701C-4BC3-8B36-5ED346C77B1D}" srcOrd="1" destOrd="0" presId="urn:microsoft.com/office/officeart/2005/8/layout/list1"/>
    <dgm:cxn modelId="{60A1C645-6904-4A76-84ED-53D288B5F284}" type="presParOf" srcId="{87434A89-75C8-42D6-8D89-A8B5FA2EF35C}" destId="{F61C1E59-6183-4CE6-A254-E237DC122366}" srcOrd="5" destOrd="0" presId="urn:microsoft.com/office/officeart/2005/8/layout/list1"/>
    <dgm:cxn modelId="{88E4D330-9B81-40BE-BBC9-C8ED7373CC22}" type="presParOf" srcId="{87434A89-75C8-42D6-8D89-A8B5FA2EF35C}" destId="{531D06D0-04A8-45CD-95F0-71A33DE51827}" srcOrd="6" destOrd="0" presId="urn:microsoft.com/office/officeart/2005/8/layout/list1"/>
    <dgm:cxn modelId="{34F91BA9-7E1B-4005-AFBF-78669CFB019C}" type="presParOf" srcId="{87434A89-75C8-42D6-8D89-A8B5FA2EF35C}" destId="{BF3A2957-EF09-4038-9A52-D4529E7CA58D}" srcOrd="7" destOrd="0" presId="urn:microsoft.com/office/officeart/2005/8/layout/list1"/>
    <dgm:cxn modelId="{380E68FF-4DAF-4F3B-9343-20BC50B98D8C}" type="presParOf" srcId="{87434A89-75C8-42D6-8D89-A8B5FA2EF35C}" destId="{DE0960C3-5693-47D2-B2A1-F99853E3142D}" srcOrd="8" destOrd="0" presId="urn:microsoft.com/office/officeart/2005/8/layout/list1"/>
    <dgm:cxn modelId="{CD064BC2-B178-448A-BB60-AEDABDEE4E8D}" type="presParOf" srcId="{DE0960C3-5693-47D2-B2A1-F99853E3142D}" destId="{B035A35B-D489-4ECE-A266-FFB3CEEE9744}" srcOrd="0" destOrd="0" presId="urn:microsoft.com/office/officeart/2005/8/layout/list1"/>
    <dgm:cxn modelId="{78F6EE4F-DA71-4A87-B901-0105E55A2BF1}" type="presParOf" srcId="{DE0960C3-5693-47D2-B2A1-F99853E3142D}" destId="{95D4FDF1-FF58-4974-9EB4-7AD3D325809D}" srcOrd="1" destOrd="0" presId="urn:microsoft.com/office/officeart/2005/8/layout/list1"/>
    <dgm:cxn modelId="{AC1735B0-E33F-46B5-820C-55867161811D}" type="presParOf" srcId="{87434A89-75C8-42D6-8D89-A8B5FA2EF35C}" destId="{A882162C-0C9A-4FC7-B018-815DBD60C75D}" srcOrd="9" destOrd="0" presId="urn:microsoft.com/office/officeart/2005/8/layout/list1"/>
    <dgm:cxn modelId="{54C0DF89-977B-469C-8C17-7F5998DE47B7}" type="presParOf" srcId="{87434A89-75C8-42D6-8D89-A8B5FA2EF35C}" destId="{9777D1FD-354F-43AC-BC90-08E10F3D1534}" srcOrd="10" destOrd="0" presId="urn:microsoft.com/office/officeart/2005/8/layout/list1"/>
    <dgm:cxn modelId="{CCCCE3E7-0759-4B2B-B5BF-6F9061961C59}" type="presParOf" srcId="{87434A89-75C8-42D6-8D89-A8B5FA2EF35C}" destId="{21B24BB7-09D1-4B52-A79C-F31E19D2F099}" srcOrd="11" destOrd="0" presId="urn:microsoft.com/office/officeart/2005/8/layout/list1"/>
    <dgm:cxn modelId="{B1A43972-4672-4239-8412-6485AFA66B4F}" type="presParOf" srcId="{87434A89-75C8-42D6-8D89-A8B5FA2EF35C}" destId="{1E0360A4-5FC9-452E-8821-98A107511B3B}" srcOrd="12" destOrd="0" presId="urn:microsoft.com/office/officeart/2005/8/layout/list1"/>
    <dgm:cxn modelId="{9F81A3FC-534A-4A13-8828-6C63E39EA333}" type="presParOf" srcId="{1E0360A4-5FC9-452E-8821-98A107511B3B}" destId="{BEBC3E4B-4BB3-4A4F-AA1B-A251A52094FF}" srcOrd="0" destOrd="0" presId="urn:microsoft.com/office/officeart/2005/8/layout/list1"/>
    <dgm:cxn modelId="{01B24BE3-34A1-46B7-BEEA-F49DFD880D03}" type="presParOf" srcId="{1E0360A4-5FC9-452E-8821-98A107511B3B}" destId="{7B02F4F6-F3F7-452F-A04B-11AF09CEF6BE}" srcOrd="1" destOrd="0" presId="urn:microsoft.com/office/officeart/2005/8/layout/list1"/>
    <dgm:cxn modelId="{384ED7C5-264F-4FF4-9B2D-08B0DC5044D6}" type="presParOf" srcId="{87434A89-75C8-42D6-8D89-A8B5FA2EF35C}" destId="{FA8A6216-2F7B-4C06-A1F7-E9DAB1F3F521}" srcOrd="13" destOrd="0" presId="urn:microsoft.com/office/officeart/2005/8/layout/list1"/>
    <dgm:cxn modelId="{5712A7E9-31CE-4FC4-A06D-E99288F81843}" type="presParOf" srcId="{87434A89-75C8-42D6-8D89-A8B5FA2EF35C}" destId="{55AF465D-E245-4C25-8231-8E40470606C8}"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51F17E4-86A9-4151-81FC-62AE9D138670}" type="doc">
      <dgm:prSet loTypeId="urn:microsoft.com/office/officeart/2005/8/layout/default" loCatId="list" qsTypeId="urn:microsoft.com/office/officeart/2005/8/quickstyle/simple1" qsCatId="simple" csTypeId="urn:microsoft.com/office/officeart/2005/8/colors/accent1_3" csCatId="accent1" phldr="1"/>
      <dgm:spPr/>
      <dgm:t>
        <a:bodyPr/>
        <a:lstStyle/>
        <a:p>
          <a:endParaRPr lang="en-US"/>
        </a:p>
      </dgm:t>
    </dgm:pt>
    <dgm:pt modelId="{F599831D-D015-4B6D-8EF8-11595EFACAA0}">
      <dgm:prSet phldrT="[Text]"/>
      <dgm:spPr/>
      <dgm:t>
        <a:bodyPr/>
        <a:lstStyle/>
        <a:p>
          <a:r>
            <a:rPr lang="en-US" dirty="0"/>
            <a:t>USB</a:t>
          </a:r>
        </a:p>
      </dgm:t>
    </dgm:pt>
    <dgm:pt modelId="{56DE0DA7-3988-4D2C-B1EC-9EAC2A524C7C}" type="parTrans" cxnId="{4CF882A8-8D5B-4662-B712-83758B099F06}">
      <dgm:prSet/>
      <dgm:spPr/>
      <dgm:t>
        <a:bodyPr/>
        <a:lstStyle/>
        <a:p>
          <a:endParaRPr lang="en-US"/>
        </a:p>
      </dgm:t>
    </dgm:pt>
    <dgm:pt modelId="{462AFE91-BECA-4F33-81D1-91CD436D43E2}" type="sibTrans" cxnId="{4CF882A8-8D5B-4662-B712-83758B099F06}">
      <dgm:prSet/>
      <dgm:spPr/>
      <dgm:t>
        <a:bodyPr/>
        <a:lstStyle/>
        <a:p>
          <a:endParaRPr lang="en-US"/>
        </a:p>
      </dgm:t>
    </dgm:pt>
    <dgm:pt modelId="{5A693E0C-E907-4774-87D7-29059B565C04}">
      <dgm:prSet phldrT="[Text]"/>
      <dgm:spPr/>
      <dgm:t>
        <a:bodyPr/>
        <a:lstStyle/>
        <a:p>
          <a:r>
            <a:rPr lang="en-US" dirty="0"/>
            <a:t>Wireless network</a:t>
          </a:r>
        </a:p>
      </dgm:t>
    </dgm:pt>
    <dgm:pt modelId="{051C12A3-54E9-4258-8024-4FEE2B59FDD4}" type="parTrans" cxnId="{4770AEC2-4EFD-40A8-85E0-02551170BCDC}">
      <dgm:prSet/>
      <dgm:spPr/>
      <dgm:t>
        <a:bodyPr/>
        <a:lstStyle/>
        <a:p>
          <a:endParaRPr lang="en-US"/>
        </a:p>
      </dgm:t>
    </dgm:pt>
    <dgm:pt modelId="{96FCCFF6-5C77-41F0-8D67-F15201DFCD2B}" type="sibTrans" cxnId="{4770AEC2-4EFD-40A8-85E0-02551170BCDC}">
      <dgm:prSet/>
      <dgm:spPr/>
      <dgm:t>
        <a:bodyPr/>
        <a:lstStyle/>
        <a:p>
          <a:endParaRPr lang="en-US"/>
        </a:p>
      </dgm:t>
    </dgm:pt>
    <dgm:pt modelId="{B9CF599C-68B0-4062-98AA-7321A943E963}">
      <dgm:prSet phldrT="[Text]"/>
      <dgm:spPr/>
      <dgm:t>
        <a:bodyPr/>
        <a:lstStyle/>
        <a:p>
          <a:r>
            <a:rPr lang="en-US" dirty="0"/>
            <a:t>Word documents</a:t>
          </a:r>
        </a:p>
      </dgm:t>
    </dgm:pt>
    <dgm:pt modelId="{10B97891-7ABE-44BC-92DF-93F0FF38E0D9}" type="parTrans" cxnId="{9E5C64DF-FA54-4555-9FC1-D270F73587CB}">
      <dgm:prSet/>
      <dgm:spPr/>
      <dgm:t>
        <a:bodyPr/>
        <a:lstStyle/>
        <a:p>
          <a:endParaRPr lang="en-US"/>
        </a:p>
      </dgm:t>
    </dgm:pt>
    <dgm:pt modelId="{CDF5BF24-2C72-41A6-B3EB-EB604B48997C}" type="sibTrans" cxnId="{9E5C64DF-FA54-4555-9FC1-D270F73587CB}">
      <dgm:prSet/>
      <dgm:spPr/>
      <dgm:t>
        <a:bodyPr/>
        <a:lstStyle/>
        <a:p>
          <a:endParaRPr lang="en-US"/>
        </a:p>
      </dgm:t>
    </dgm:pt>
    <dgm:pt modelId="{415E29DE-52E3-4A9F-85C7-A1F1D9CFA617}">
      <dgm:prSet phldrT="[Text]"/>
      <dgm:spPr/>
      <dgm:t>
        <a:bodyPr/>
        <a:lstStyle/>
        <a:p>
          <a:r>
            <a:rPr lang="en-US" dirty="0"/>
            <a:t>Malware</a:t>
          </a:r>
        </a:p>
      </dgm:t>
    </dgm:pt>
    <dgm:pt modelId="{75270865-1FA2-4ADC-AADD-CB4579B6B1AA}" type="parTrans" cxnId="{D3E7452B-D144-4EEC-92DD-8C1A5FA2EC5F}">
      <dgm:prSet/>
      <dgm:spPr/>
      <dgm:t>
        <a:bodyPr/>
        <a:lstStyle/>
        <a:p>
          <a:endParaRPr lang="en-US"/>
        </a:p>
      </dgm:t>
    </dgm:pt>
    <dgm:pt modelId="{5A7DEEF4-DF48-40AB-AC87-912399FFE4F9}" type="sibTrans" cxnId="{D3E7452B-D144-4EEC-92DD-8C1A5FA2EC5F}">
      <dgm:prSet/>
      <dgm:spPr/>
      <dgm:t>
        <a:bodyPr/>
        <a:lstStyle/>
        <a:p>
          <a:endParaRPr lang="en-US"/>
        </a:p>
      </dgm:t>
    </dgm:pt>
    <dgm:pt modelId="{01A76B9E-BED9-4B25-9D4E-915F9D86CCC1}">
      <dgm:prSet/>
      <dgm:spPr/>
      <dgm:t>
        <a:bodyPr/>
        <a:lstStyle/>
        <a:p>
          <a:r>
            <a:rPr lang="en-US"/>
            <a:t>Uninstalled software</a:t>
          </a:r>
        </a:p>
      </dgm:t>
    </dgm:pt>
    <dgm:pt modelId="{5516C0D7-7A92-451A-AD51-7D8521A5E026}" type="parTrans" cxnId="{C7A886A1-48F7-4208-947A-F0E60C3377C0}">
      <dgm:prSet/>
      <dgm:spPr/>
    </dgm:pt>
    <dgm:pt modelId="{14738351-056E-4844-914B-CBE72C702CA2}" type="sibTrans" cxnId="{C7A886A1-48F7-4208-947A-F0E60C3377C0}">
      <dgm:prSet/>
      <dgm:spPr/>
    </dgm:pt>
    <dgm:pt modelId="{C71E3A72-DCE0-4A34-B81F-86370AF94CED}">
      <dgm:prSet/>
      <dgm:spPr/>
      <dgm:t>
        <a:bodyPr/>
        <a:lstStyle/>
        <a:p>
          <a:r>
            <a:rPr lang="en-US"/>
            <a:t>Passwords</a:t>
          </a:r>
        </a:p>
      </dgm:t>
    </dgm:pt>
    <dgm:pt modelId="{0E00E4FF-09E3-478C-8509-2169EC952353}" type="parTrans" cxnId="{8608CFDC-8000-474F-B65B-2EC076AF696A}">
      <dgm:prSet/>
      <dgm:spPr/>
    </dgm:pt>
    <dgm:pt modelId="{9B8EFDEE-0294-4E79-8B17-3D80AB902230}" type="sibTrans" cxnId="{8608CFDC-8000-474F-B65B-2EC076AF696A}">
      <dgm:prSet/>
      <dgm:spPr/>
    </dgm:pt>
    <dgm:pt modelId="{EB5043D6-4E3C-47FB-9601-56C801E4B2E4}">
      <dgm:prSet/>
      <dgm:spPr/>
      <dgm:t>
        <a:bodyPr/>
        <a:lstStyle/>
        <a:p>
          <a:r>
            <a:rPr lang="en-US"/>
            <a:t>ShellBag</a:t>
          </a:r>
        </a:p>
      </dgm:t>
    </dgm:pt>
    <dgm:pt modelId="{F61CE69E-5FBC-4B78-8D01-839F45ADD546}" type="parTrans" cxnId="{BC2137C2-FD25-4B88-AFBB-E76C167DB85F}">
      <dgm:prSet/>
      <dgm:spPr/>
    </dgm:pt>
    <dgm:pt modelId="{B4E74CE8-0488-4B06-8333-7E6275D9A70D}" type="sibTrans" cxnId="{BC2137C2-FD25-4B88-AFBB-E76C167DB85F}">
      <dgm:prSet/>
      <dgm:spPr/>
    </dgm:pt>
    <dgm:pt modelId="{7F101511-AC2E-4D79-9CD6-BA0720E19CCA}">
      <dgm:prSet/>
      <dgm:spPr/>
      <dgm:t>
        <a:bodyPr/>
        <a:lstStyle/>
        <a:p>
          <a:r>
            <a:rPr lang="en-US"/>
            <a:t>Prefetch</a:t>
          </a:r>
        </a:p>
      </dgm:t>
    </dgm:pt>
    <dgm:pt modelId="{04DBEAE7-6B9C-43D0-BA2A-DEC725C0DA3C}" type="parTrans" cxnId="{83629890-59FB-4CF9-900A-BAF61B7F9DD5}">
      <dgm:prSet/>
      <dgm:spPr/>
    </dgm:pt>
    <dgm:pt modelId="{E1D881E6-0A46-482D-BE06-54565A231E48}" type="sibTrans" cxnId="{83629890-59FB-4CF9-900A-BAF61B7F9DD5}">
      <dgm:prSet/>
      <dgm:spPr/>
    </dgm:pt>
    <dgm:pt modelId="{C2849142-6DC9-4A54-9969-DDEFAD1C9C82}" type="pres">
      <dgm:prSet presAssocID="{851F17E4-86A9-4151-81FC-62AE9D138670}" presName="diagram" presStyleCnt="0">
        <dgm:presLayoutVars>
          <dgm:dir/>
          <dgm:resizeHandles val="exact"/>
        </dgm:presLayoutVars>
      </dgm:prSet>
      <dgm:spPr/>
    </dgm:pt>
    <dgm:pt modelId="{3F0452FB-E330-44E5-8FAA-ACB9742B4CCB}" type="pres">
      <dgm:prSet presAssocID="{F599831D-D015-4B6D-8EF8-11595EFACAA0}" presName="node" presStyleLbl="node1" presStyleIdx="0" presStyleCnt="8">
        <dgm:presLayoutVars>
          <dgm:bulletEnabled val="1"/>
        </dgm:presLayoutVars>
      </dgm:prSet>
      <dgm:spPr/>
    </dgm:pt>
    <dgm:pt modelId="{3979F2C3-8BBA-4652-AECF-1A13F0F1A224}" type="pres">
      <dgm:prSet presAssocID="{462AFE91-BECA-4F33-81D1-91CD436D43E2}" presName="sibTrans" presStyleCnt="0"/>
      <dgm:spPr/>
    </dgm:pt>
    <dgm:pt modelId="{D21744A3-8A7B-4C97-A63D-07F4BF119089}" type="pres">
      <dgm:prSet presAssocID="{5A693E0C-E907-4774-87D7-29059B565C04}" presName="node" presStyleLbl="node1" presStyleIdx="1" presStyleCnt="8">
        <dgm:presLayoutVars>
          <dgm:bulletEnabled val="1"/>
        </dgm:presLayoutVars>
      </dgm:prSet>
      <dgm:spPr/>
    </dgm:pt>
    <dgm:pt modelId="{79E8C99F-5024-4DF2-81CC-EEBD4C741585}" type="pres">
      <dgm:prSet presAssocID="{96FCCFF6-5C77-41F0-8D67-F15201DFCD2B}" presName="sibTrans" presStyleCnt="0"/>
      <dgm:spPr/>
    </dgm:pt>
    <dgm:pt modelId="{B47CC4DB-169F-4EBC-8E94-291F4ECD698D}" type="pres">
      <dgm:prSet presAssocID="{B9CF599C-68B0-4062-98AA-7321A943E963}" presName="node" presStyleLbl="node1" presStyleIdx="2" presStyleCnt="8">
        <dgm:presLayoutVars>
          <dgm:bulletEnabled val="1"/>
        </dgm:presLayoutVars>
      </dgm:prSet>
      <dgm:spPr/>
    </dgm:pt>
    <dgm:pt modelId="{9A55CA78-7447-4972-9B65-D02CC582DA93}" type="pres">
      <dgm:prSet presAssocID="{CDF5BF24-2C72-41A6-B3EB-EB604B48997C}" presName="sibTrans" presStyleCnt="0"/>
      <dgm:spPr/>
    </dgm:pt>
    <dgm:pt modelId="{9487B076-0582-470B-8F07-58214D79DB44}" type="pres">
      <dgm:prSet presAssocID="{415E29DE-52E3-4A9F-85C7-A1F1D9CFA617}" presName="node" presStyleLbl="node1" presStyleIdx="3" presStyleCnt="8">
        <dgm:presLayoutVars>
          <dgm:bulletEnabled val="1"/>
        </dgm:presLayoutVars>
      </dgm:prSet>
      <dgm:spPr/>
    </dgm:pt>
    <dgm:pt modelId="{A02B2E94-D9A8-4E97-AB77-F03B1A6BA1C1}" type="pres">
      <dgm:prSet presAssocID="{5A7DEEF4-DF48-40AB-AC87-912399FFE4F9}" presName="sibTrans" presStyleCnt="0"/>
      <dgm:spPr/>
    </dgm:pt>
    <dgm:pt modelId="{7D7DB839-DE75-4604-999F-EF7378E1DE82}" type="pres">
      <dgm:prSet presAssocID="{01A76B9E-BED9-4B25-9D4E-915F9D86CCC1}" presName="node" presStyleLbl="node1" presStyleIdx="4" presStyleCnt="8">
        <dgm:presLayoutVars>
          <dgm:bulletEnabled val="1"/>
        </dgm:presLayoutVars>
      </dgm:prSet>
      <dgm:spPr/>
    </dgm:pt>
    <dgm:pt modelId="{9362DBBB-58FC-43C3-B45A-B1B5737AEC69}" type="pres">
      <dgm:prSet presAssocID="{14738351-056E-4844-914B-CBE72C702CA2}" presName="sibTrans" presStyleCnt="0"/>
      <dgm:spPr/>
    </dgm:pt>
    <dgm:pt modelId="{A3280449-7B23-45F3-B818-8412D6D26AA4}" type="pres">
      <dgm:prSet presAssocID="{C71E3A72-DCE0-4A34-B81F-86370AF94CED}" presName="node" presStyleLbl="node1" presStyleIdx="5" presStyleCnt="8">
        <dgm:presLayoutVars>
          <dgm:bulletEnabled val="1"/>
        </dgm:presLayoutVars>
      </dgm:prSet>
      <dgm:spPr/>
    </dgm:pt>
    <dgm:pt modelId="{B8AC08C5-3D8D-4E55-BD9C-8C08B4B6FA06}" type="pres">
      <dgm:prSet presAssocID="{9B8EFDEE-0294-4E79-8B17-3D80AB902230}" presName="sibTrans" presStyleCnt="0"/>
      <dgm:spPr/>
    </dgm:pt>
    <dgm:pt modelId="{6A86F0EF-0A14-430D-82BC-038405528DDA}" type="pres">
      <dgm:prSet presAssocID="{EB5043D6-4E3C-47FB-9601-56C801E4B2E4}" presName="node" presStyleLbl="node1" presStyleIdx="6" presStyleCnt="8">
        <dgm:presLayoutVars>
          <dgm:bulletEnabled val="1"/>
        </dgm:presLayoutVars>
      </dgm:prSet>
      <dgm:spPr/>
    </dgm:pt>
    <dgm:pt modelId="{66AA0DF0-2A2B-408E-981D-862F0587A527}" type="pres">
      <dgm:prSet presAssocID="{B4E74CE8-0488-4B06-8333-7E6275D9A70D}" presName="sibTrans" presStyleCnt="0"/>
      <dgm:spPr/>
    </dgm:pt>
    <dgm:pt modelId="{0BBAF235-DA24-4912-BD5B-C6B5B3F40EE7}" type="pres">
      <dgm:prSet presAssocID="{7F101511-AC2E-4D79-9CD6-BA0720E19CCA}" presName="node" presStyleLbl="node1" presStyleIdx="7" presStyleCnt="8">
        <dgm:presLayoutVars>
          <dgm:bulletEnabled val="1"/>
        </dgm:presLayoutVars>
      </dgm:prSet>
      <dgm:spPr/>
    </dgm:pt>
  </dgm:ptLst>
  <dgm:cxnLst>
    <dgm:cxn modelId="{0E8F5107-F989-4197-9651-DA1F91D19331}" type="presOf" srcId="{5A693E0C-E907-4774-87D7-29059B565C04}" destId="{D21744A3-8A7B-4C97-A63D-07F4BF119089}" srcOrd="0" destOrd="0" presId="urn:microsoft.com/office/officeart/2005/8/layout/default"/>
    <dgm:cxn modelId="{D3E7452B-D144-4EEC-92DD-8C1A5FA2EC5F}" srcId="{851F17E4-86A9-4151-81FC-62AE9D138670}" destId="{415E29DE-52E3-4A9F-85C7-A1F1D9CFA617}" srcOrd="3" destOrd="0" parTransId="{75270865-1FA2-4ADC-AADD-CB4579B6B1AA}" sibTransId="{5A7DEEF4-DF48-40AB-AC87-912399FFE4F9}"/>
    <dgm:cxn modelId="{BD464A32-8027-46BB-91FD-C7E45766DB47}" type="presOf" srcId="{7F101511-AC2E-4D79-9CD6-BA0720E19CCA}" destId="{0BBAF235-DA24-4912-BD5B-C6B5B3F40EE7}" srcOrd="0" destOrd="0" presId="urn:microsoft.com/office/officeart/2005/8/layout/default"/>
    <dgm:cxn modelId="{FAE59933-39D7-46F4-A57C-D37D6FF4A9CE}" type="presOf" srcId="{851F17E4-86A9-4151-81FC-62AE9D138670}" destId="{C2849142-6DC9-4A54-9969-DDEFAD1C9C82}" srcOrd="0" destOrd="0" presId="urn:microsoft.com/office/officeart/2005/8/layout/default"/>
    <dgm:cxn modelId="{14AFE03E-FBB7-4289-938D-2EE2E268A7EF}" type="presOf" srcId="{EB5043D6-4E3C-47FB-9601-56C801E4B2E4}" destId="{6A86F0EF-0A14-430D-82BC-038405528DDA}" srcOrd="0" destOrd="0" presId="urn:microsoft.com/office/officeart/2005/8/layout/default"/>
    <dgm:cxn modelId="{E8BF246F-EF2B-42A1-BA90-BE85A63F58C0}" type="presOf" srcId="{F599831D-D015-4B6D-8EF8-11595EFACAA0}" destId="{3F0452FB-E330-44E5-8FAA-ACB9742B4CCB}" srcOrd="0" destOrd="0" presId="urn:microsoft.com/office/officeart/2005/8/layout/default"/>
    <dgm:cxn modelId="{8D3B3B55-0774-4F12-BD45-44BDC3F37349}" type="presOf" srcId="{B9CF599C-68B0-4062-98AA-7321A943E963}" destId="{B47CC4DB-169F-4EBC-8E94-291F4ECD698D}" srcOrd="0" destOrd="0" presId="urn:microsoft.com/office/officeart/2005/8/layout/default"/>
    <dgm:cxn modelId="{1123758E-69F9-47DA-AEFC-C82F720BAEFD}" type="presOf" srcId="{415E29DE-52E3-4A9F-85C7-A1F1D9CFA617}" destId="{9487B076-0582-470B-8F07-58214D79DB44}" srcOrd="0" destOrd="0" presId="urn:microsoft.com/office/officeart/2005/8/layout/default"/>
    <dgm:cxn modelId="{83629890-59FB-4CF9-900A-BAF61B7F9DD5}" srcId="{851F17E4-86A9-4151-81FC-62AE9D138670}" destId="{7F101511-AC2E-4D79-9CD6-BA0720E19CCA}" srcOrd="7" destOrd="0" parTransId="{04DBEAE7-6B9C-43D0-BA2A-DEC725C0DA3C}" sibTransId="{E1D881E6-0A46-482D-BE06-54565A231E48}"/>
    <dgm:cxn modelId="{BC6C039D-6181-461B-91DA-9F8BE0BFB13F}" type="presOf" srcId="{01A76B9E-BED9-4B25-9D4E-915F9D86CCC1}" destId="{7D7DB839-DE75-4604-999F-EF7378E1DE82}" srcOrd="0" destOrd="0" presId="urn:microsoft.com/office/officeart/2005/8/layout/default"/>
    <dgm:cxn modelId="{C7A886A1-48F7-4208-947A-F0E60C3377C0}" srcId="{851F17E4-86A9-4151-81FC-62AE9D138670}" destId="{01A76B9E-BED9-4B25-9D4E-915F9D86CCC1}" srcOrd="4" destOrd="0" parTransId="{5516C0D7-7A92-451A-AD51-7D8521A5E026}" sibTransId="{14738351-056E-4844-914B-CBE72C702CA2}"/>
    <dgm:cxn modelId="{4CF882A8-8D5B-4662-B712-83758B099F06}" srcId="{851F17E4-86A9-4151-81FC-62AE9D138670}" destId="{F599831D-D015-4B6D-8EF8-11595EFACAA0}" srcOrd="0" destOrd="0" parTransId="{56DE0DA7-3988-4D2C-B1EC-9EAC2A524C7C}" sibTransId="{462AFE91-BECA-4F33-81D1-91CD436D43E2}"/>
    <dgm:cxn modelId="{255387AB-E88E-4616-927C-BC61DDFDB92F}" type="presOf" srcId="{C71E3A72-DCE0-4A34-B81F-86370AF94CED}" destId="{A3280449-7B23-45F3-B818-8412D6D26AA4}" srcOrd="0" destOrd="0" presId="urn:microsoft.com/office/officeart/2005/8/layout/default"/>
    <dgm:cxn modelId="{BC2137C2-FD25-4B88-AFBB-E76C167DB85F}" srcId="{851F17E4-86A9-4151-81FC-62AE9D138670}" destId="{EB5043D6-4E3C-47FB-9601-56C801E4B2E4}" srcOrd="6" destOrd="0" parTransId="{F61CE69E-5FBC-4B78-8D01-839F45ADD546}" sibTransId="{B4E74CE8-0488-4B06-8333-7E6275D9A70D}"/>
    <dgm:cxn modelId="{4770AEC2-4EFD-40A8-85E0-02551170BCDC}" srcId="{851F17E4-86A9-4151-81FC-62AE9D138670}" destId="{5A693E0C-E907-4774-87D7-29059B565C04}" srcOrd="1" destOrd="0" parTransId="{051C12A3-54E9-4258-8024-4FEE2B59FDD4}" sibTransId="{96FCCFF6-5C77-41F0-8D67-F15201DFCD2B}"/>
    <dgm:cxn modelId="{8608CFDC-8000-474F-B65B-2EC076AF696A}" srcId="{851F17E4-86A9-4151-81FC-62AE9D138670}" destId="{C71E3A72-DCE0-4A34-B81F-86370AF94CED}" srcOrd="5" destOrd="0" parTransId="{0E00E4FF-09E3-478C-8509-2169EC952353}" sibTransId="{9B8EFDEE-0294-4E79-8B17-3D80AB902230}"/>
    <dgm:cxn modelId="{9E5C64DF-FA54-4555-9FC1-D270F73587CB}" srcId="{851F17E4-86A9-4151-81FC-62AE9D138670}" destId="{B9CF599C-68B0-4062-98AA-7321A943E963}" srcOrd="2" destOrd="0" parTransId="{10B97891-7ABE-44BC-92DF-93F0FF38E0D9}" sibTransId="{CDF5BF24-2C72-41A6-B3EB-EB604B48997C}"/>
    <dgm:cxn modelId="{8D6EB055-F35C-44CC-B8FA-754EB82F3339}" type="presParOf" srcId="{C2849142-6DC9-4A54-9969-DDEFAD1C9C82}" destId="{3F0452FB-E330-44E5-8FAA-ACB9742B4CCB}" srcOrd="0" destOrd="0" presId="urn:microsoft.com/office/officeart/2005/8/layout/default"/>
    <dgm:cxn modelId="{FB130588-E6B4-43D7-99FC-AD4A27F74003}" type="presParOf" srcId="{C2849142-6DC9-4A54-9969-DDEFAD1C9C82}" destId="{3979F2C3-8BBA-4652-AECF-1A13F0F1A224}" srcOrd="1" destOrd="0" presId="urn:microsoft.com/office/officeart/2005/8/layout/default"/>
    <dgm:cxn modelId="{CC2D44E0-15D1-4EF2-83FE-61907802B49B}" type="presParOf" srcId="{C2849142-6DC9-4A54-9969-DDEFAD1C9C82}" destId="{D21744A3-8A7B-4C97-A63D-07F4BF119089}" srcOrd="2" destOrd="0" presId="urn:microsoft.com/office/officeart/2005/8/layout/default"/>
    <dgm:cxn modelId="{7FC5885A-42CE-445A-9445-7CCDEBA8313F}" type="presParOf" srcId="{C2849142-6DC9-4A54-9969-DDEFAD1C9C82}" destId="{79E8C99F-5024-4DF2-81CC-EEBD4C741585}" srcOrd="3" destOrd="0" presId="urn:microsoft.com/office/officeart/2005/8/layout/default"/>
    <dgm:cxn modelId="{655AC3E6-3CDB-4D09-8040-2B2DEB37515F}" type="presParOf" srcId="{C2849142-6DC9-4A54-9969-DDEFAD1C9C82}" destId="{B47CC4DB-169F-4EBC-8E94-291F4ECD698D}" srcOrd="4" destOrd="0" presId="urn:microsoft.com/office/officeart/2005/8/layout/default"/>
    <dgm:cxn modelId="{A0AFB551-527B-47FC-AE36-1F1E1E17EA69}" type="presParOf" srcId="{C2849142-6DC9-4A54-9969-DDEFAD1C9C82}" destId="{9A55CA78-7447-4972-9B65-D02CC582DA93}" srcOrd="5" destOrd="0" presId="urn:microsoft.com/office/officeart/2005/8/layout/default"/>
    <dgm:cxn modelId="{E9103D2E-F474-4522-A533-E424F62511C8}" type="presParOf" srcId="{C2849142-6DC9-4A54-9969-DDEFAD1C9C82}" destId="{9487B076-0582-470B-8F07-58214D79DB44}" srcOrd="6" destOrd="0" presId="urn:microsoft.com/office/officeart/2005/8/layout/default"/>
    <dgm:cxn modelId="{1D42AD3D-7CF9-4F84-874E-794D3B0F9E85}" type="presParOf" srcId="{C2849142-6DC9-4A54-9969-DDEFAD1C9C82}" destId="{A02B2E94-D9A8-4E97-AB77-F03B1A6BA1C1}" srcOrd="7" destOrd="0" presId="urn:microsoft.com/office/officeart/2005/8/layout/default"/>
    <dgm:cxn modelId="{B878E77A-8827-4591-9AA0-6F91FBA90BEE}" type="presParOf" srcId="{C2849142-6DC9-4A54-9969-DDEFAD1C9C82}" destId="{7D7DB839-DE75-4604-999F-EF7378E1DE82}" srcOrd="8" destOrd="0" presId="urn:microsoft.com/office/officeart/2005/8/layout/default"/>
    <dgm:cxn modelId="{F2E00087-DE3E-4F3A-B9F4-34372148904F}" type="presParOf" srcId="{C2849142-6DC9-4A54-9969-DDEFAD1C9C82}" destId="{9362DBBB-58FC-43C3-B45A-B1B5737AEC69}" srcOrd="9" destOrd="0" presId="urn:microsoft.com/office/officeart/2005/8/layout/default"/>
    <dgm:cxn modelId="{0156B284-41C8-428C-A58D-FD2349498DFE}" type="presParOf" srcId="{C2849142-6DC9-4A54-9969-DDEFAD1C9C82}" destId="{A3280449-7B23-45F3-B818-8412D6D26AA4}" srcOrd="10" destOrd="0" presId="urn:microsoft.com/office/officeart/2005/8/layout/default"/>
    <dgm:cxn modelId="{FD3CCF0B-ABEC-482C-A1D6-0DD0D50E3EA6}" type="presParOf" srcId="{C2849142-6DC9-4A54-9969-DDEFAD1C9C82}" destId="{B8AC08C5-3D8D-4E55-BD9C-8C08B4B6FA06}" srcOrd="11" destOrd="0" presId="urn:microsoft.com/office/officeart/2005/8/layout/default"/>
    <dgm:cxn modelId="{85A66DDA-9A21-4866-97A2-CCAE4D2A4D7A}" type="presParOf" srcId="{C2849142-6DC9-4A54-9969-DDEFAD1C9C82}" destId="{6A86F0EF-0A14-430D-82BC-038405528DDA}" srcOrd="12" destOrd="0" presId="urn:microsoft.com/office/officeart/2005/8/layout/default"/>
    <dgm:cxn modelId="{3B6927F1-6423-4D4B-B64C-E5C70D5C0D91}" type="presParOf" srcId="{C2849142-6DC9-4A54-9969-DDEFAD1C9C82}" destId="{66AA0DF0-2A2B-408E-981D-862F0587A527}" srcOrd="13" destOrd="0" presId="urn:microsoft.com/office/officeart/2005/8/layout/default"/>
    <dgm:cxn modelId="{B7EDF9AE-FBB3-4AB9-9F1C-AE7FBE12468A}" type="presParOf" srcId="{C2849142-6DC9-4A54-9969-DDEFAD1C9C82}" destId="{0BBAF235-DA24-4912-BD5B-C6B5B3F40EE7}"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46F069-31C7-4CD9-96BD-AD255DAAD80A}">
      <dsp:nvSpPr>
        <dsp:cNvPr id="0" name=""/>
        <dsp:cNvSpPr/>
      </dsp:nvSpPr>
      <dsp:spPr>
        <a:xfrm>
          <a:off x="0" y="1394460"/>
          <a:ext cx="8299450" cy="185928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32B328-8482-4057-B643-436F0A613538}">
      <dsp:nvSpPr>
        <dsp:cNvPr id="0" name=""/>
        <dsp:cNvSpPr/>
      </dsp:nvSpPr>
      <dsp:spPr>
        <a:xfrm>
          <a:off x="3647" y="0"/>
          <a:ext cx="2407164" cy="185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b" anchorCtr="0">
          <a:noAutofit/>
        </a:bodyPr>
        <a:lstStyle/>
        <a:p>
          <a:pPr marL="0" lvl="0" indent="0" algn="ctr" defTabSz="1244600">
            <a:lnSpc>
              <a:spcPct val="90000"/>
            </a:lnSpc>
            <a:spcBef>
              <a:spcPct val="0"/>
            </a:spcBef>
            <a:spcAft>
              <a:spcPct val="35000"/>
            </a:spcAft>
            <a:buNone/>
          </a:pPr>
          <a:r>
            <a:rPr lang="en-US" sz="2800" kern="1200" dirty="0"/>
            <a:t>Windows 3.x</a:t>
          </a:r>
        </a:p>
      </dsp:txBody>
      <dsp:txXfrm>
        <a:off x="3647" y="0"/>
        <a:ext cx="2407164" cy="1859280"/>
      </dsp:txXfrm>
    </dsp:sp>
    <dsp:sp modelId="{656E5F37-9748-40D6-A633-12F299E57000}">
      <dsp:nvSpPr>
        <dsp:cNvPr id="0" name=""/>
        <dsp:cNvSpPr/>
      </dsp:nvSpPr>
      <dsp:spPr>
        <a:xfrm>
          <a:off x="974819" y="2091690"/>
          <a:ext cx="464820" cy="46482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DB53D1-B311-4E3D-8893-032D6831C753}">
      <dsp:nvSpPr>
        <dsp:cNvPr id="0" name=""/>
        <dsp:cNvSpPr/>
      </dsp:nvSpPr>
      <dsp:spPr>
        <a:xfrm>
          <a:off x="2531170" y="2788920"/>
          <a:ext cx="2407164" cy="185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t" anchorCtr="0">
          <a:noAutofit/>
        </a:bodyPr>
        <a:lstStyle/>
        <a:p>
          <a:pPr marL="0" lvl="0" indent="0" algn="ctr" defTabSz="1244600">
            <a:lnSpc>
              <a:spcPct val="90000"/>
            </a:lnSpc>
            <a:spcBef>
              <a:spcPct val="0"/>
            </a:spcBef>
            <a:spcAft>
              <a:spcPct val="35000"/>
            </a:spcAft>
            <a:buNone/>
          </a:pPr>
          <a:r>
            <a:rPr lang="en-US" sz="2800" kern="1200" dirty="0"/>
            <a:t>Windows 95/NT</a:t>
          </a:r>
        </a:p>
      </dsp:txBody>
      <dsp:txXfrm>
        <a:off x="2531170" y="2788920"/>
        <a:ext cx="2407164" cy="1859280"/>
      </dsp:txXfrm>
    </dsp:sp>
    <dsp:sp modelId="{3722EEF0-5E9A-422F-AED7-8701D324B8EB}">
      <dsp:nvSpPr>
        <dsp:cNvPr id="0" name=""/>
        <dsp:cNvSpPr/>
      </dsp:nvSpPr>
      <dsp:spPr>
        <a:xfrm>
          <a:off x="3502342" y="2091690"/>
          <a:ext cx="464820" cy="46482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CBDD9B-DA5E-4D80-B0E7-9805B3A425DE}">
      <dsp:nvSpPr>
        <dsp:cNvPr id="0" name=""/>
        <dsp:cNvSpPr/>
      </dsp:nvSpPr>
      <dsp:spPr>
        <a:xfrm>
          <a:off x="5058693" y="0"/>
          <a:ext cx="2407164" cy="185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b" anchorCtr="0">
          <a:noAutofit/>
        </a:bodyPr>
        <a:lstStyle/>
        <a:p>
          <a:pPr marL="0" lvl="0" indent="0" algn="ctr" defTabSz="1244600">
            <a:lnSpc>
              <a:spcPct val="90000"/>
            </a:lnSpc>
            <a:spcBef>
              <a:spcPct val="0"/>
            </a:spcBef>
            <a:spcAft>
              <a:spcPct val="35000"/>
            </a:spcAft>
            <a:buNone/>
          </a:pPr>
          <a:r>
            <a:rPr lang="en-US" sz="2800" kern="1200" dirty="0"/>
            <a:t>Windows 98/2000</a:t>
          </a:r>
        </a:p>
      </dsp:txBody>
      <dsp:txXfrm>
        <a:off x="5058693" y="0"/>
        <a:ext cx="2407164" cy="1859280"/>
      </dsp:txXfrm>
    </dsp:sp>
    <dsp:sp modelId="{D88EC6B9-DF77-49C8-A29C-295F7130FD38}">
      <dsp:nvSpPr>
        <dsp:cNvPr id="0" name=""/>
        <dsp:cNvSpPr/>
      </dsp:nvSpPr>
      <dsp:spPr>
        <a:xfrm>
          <a:off x="6029865" y="2091690"/>
          <a:ext cx="464820" cy="46482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46F069-31C7-4CD9-96BD-AD255DAAD80A}">
      <dsp:nvSpPr>
        <dsp:cNvPr id="0" name=""/>
        <dsp:cNvSpPr/>
      </dsp:nvSpPr>
      <dsp:spPr>
        <a:xfrm>
          <a:off x="0" y="1416978"/>
          <a:ext cx="8299450" cy="188930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32B328-8482-4057-B643-436F0A613538}">
      <dsp:nvSpPr>
        <dsp:cNvPr id="0" name=""/>
        <dsp:cNvSpPr/>
      </dsp:nvSpPr>
      <dsp:spPr>
        <a:xfrm>
          <a:off x="3647" y="0"/>
          <a:ext cx="2407164" cy="1889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b" anchorCtr="0">
          <a:noAutofit/>
        </a:bodyPr>
        <a:lstStyle/>
        <a:p>
          <a:pPr marL="0" lvl="0" indent="0" algn="ctr" defTabSz="1244600">
            <a:lnSpc>
              <a:spcPct val="90000"/>
            </a:lnSpc>
            <a:spcBef>
              <a:spcPct val="0"/>
            </a:spcBef>
            <a:spcAft>
              <a:spcPct val="35000"/>
            </a:spcAft>
            <a:buNone/>
          </a:pPr>
          <a:r>
            <a:rPr lang="en-US" sz="2800" kern="1200" dirty="0"/>
            <a:t>Windows XP/Server 2003</a:t>
          </a:r>
        </a:p>
      </dsp:txBody>
      <dsp:txXfrm>
        <a:off x="3647" y="0"/>
        <a:ext cx="2407164" cy="1889305"/>
      </dsp:txXfrm>
    </dsp:sp>
    <dsp:sp modelId="{656E5F37-9748-40D6-A633-12F299E57000}">
      <dsp:nvSpPr>
        <dsp:cNvPr id="0" name=""/>
        <dsp:cNvSpPr/>
      </dsp:nvSpPr>
      <dsp:spPr>
        <a:xfrm>
          <a:off x="971066" y="2125468"/>
          <a:ext cx="472326" cy="47232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DB53D1-B311-4E3D-8893-032D6831C753}">
      <dsp:nvSpPr>
        <dsp:cNvPr id="0" name=""/>
        <dsp:cNvSpPr/>
      </dsp:nvSpPr>
      <dsp:spPr>
        <a:xfrm>
          <a:off x="2531170" y="2833957"/>
          <a:ext cx="2407164" cy="1889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t" anchorCtr="0">
          <a:noAutofit/>
        </a:bodyPr>
        <a:lstStyle/>
        <a:p>
          <a:pPr marL="0" lvl="0" indent="0" algn="ctr" defTabSz="1244600">
            <a:lnSpc>
              <a:spcPct val="90000"/>
            </a:lnSpc>
            <a:spcBef>
              <a:spcPct val="0"/>
            </a:spcBef>
            <a:spcAft>
              <a:spcPct val="35000"/>
            </a:spcAft>
            <a:buNone/>
          </a:pPr>
          <a:r>
            <a:rPr lang="en-US" sz="2800" kern="1200" dirty="0"/>
            <a:t>Windows Vista/</a:t>
          </a:r>
          <a:br>
            <a:rPr lang="en-US" sz="2800" kern="1200" dirty="0"/>
          </a:br>
          <a:r>
            <a:rPr lang="en-US" sz="2800" kern="1200" dirty="0"/>
            <a:t>Windows 7/</a:t>
          </a:r>
          <a:br>
            <a:rPr lang="en-US" sz="2800" kern="1200" dirty="0"/>
          </a:br>
          <a:r>
            <a:rPr lang="en-US" sz="2800" kern="1200" dirty="0"/>
            <a:t>Server 2008</a:t>
          </a:r>
        </a:p>
      </dsp:txBody>
      <dsp:txXfrm>
        <a:off x="2531170" y="2833957"/>
        <a:ext cx="2407164" cy="1889305"/>
      </dsp:txXfrm>
    </dsp:sp>
    <dsp:sp modelId="{3722EEF0-5E9A-422F-AED7-8701D324B8EB}">
      <dsp:nvSpPr>
        <dsp:cNvPr id="0" name=""/>
        <dsp:cNvSpPr/>
      </dsp:nvSpPr>
      <dsp:spPr>
        <a:xfrm>
          <a:off x="3498589" y="2125468"/>
          <a:ext cx="472326" cy="47232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CBDD9B-DA5E-4D80-B0E7-9805B3A425DE}">
      <dsp:nvSpPr>
        <dsp:cNvPr id="0" name=""/>
        <dsp:cNvSpPr/>
      </dsp:nvSpPr>
      <dsp:spPr>
        <a:xfrm>
          <a:off x="5058693" y="0"/>
          <a:ext cx="2407164" cy="1889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b" anchorCtr="0">
          <a:noAutofit/>
        </a:bodyPr>
        <a:lstStyle/>
        <a:p>
          <a:pPr marL="0" lvl="0" indent="0" algn="ctr" defTabSz="1244600">
            <a:lnSpc>
              <a:spcPct val="90000"/>
            </a:lnSpc>
            <a:spcBef>
              <a:spcPct val="0"/>
            </a:spcBef>
            <a:spcAft>
              <a:spcPct val="35000"/>
            </a:spcAft>
            <a:buNone/>
          </a:pPr>
          <a:r>
            <a:rPr lang="en-US" sz="2800" kern="1200" dirty="0"/>
            <a:t>Windows 8/</a:t>
          </a:r>
          <a:br>
            <a:rPr lang="en-US" sz="2800" kern="1200" dirty="0"/>
          </a:br>
          <a:r>
            <a:rPr lang="en-US" sz="2800" kern="1200" dirty="0"/>
            <a:t>Server 2012</a:t>
          </a:r>
        </a:p>
      </dsp:txBody>
      <dsp:txXfrm>
        <a:off x="5058693" y="0"/>
        <a:ext cx="2407164" cy="1889305"/>
      </dsp:txXfrm>
    </dsp:sp>
    <dsp:sp modelId="{D88EC6B9-DF77-49C8-A29C-295F7130FD38}">
      <dsp:nvSpPr>
        <dsp:cNvPr id="0" name=""/>
        <dsp:cNvSpPr/>
      </dsp:nvSpPr>
      <dsp:spPr>
        <a:xfrm>
          <a:off x="6026112" y="2125468"/>
          <a:ext cx="472326" cy="47232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43A365-8E18-4C45-A1A4-3CDF9E8E7A42}">
      <dsp:nvSpPr>
        <dsp:cNvPr id="0" name=""/>
        <dsp:cNvSpPr/>
      </dsp:nvSpPr>
      <dsp:spPr>
        <a:xfrm>
          <a:off x="3089478" y="2527006"/>
          <a:ext cx="2120493" cy="212049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t>Windows 10</a:t>
          </a:r>
        </a:p>
      </dsp:txBody>
      <dsp:txXfrm>
        <a:off x="3400017" y="2837545"/>
        <a:ext cx="1499415" cy="1499415"/>
      </dsp:txXfrm>
    </dsp:sp>
    <dsp:sp modelId="{5EBE390C-6DB4-430B-9EB5-931F524100C9}">
      <dsp:nvSpPr>
        <dsp:cNvPr id="0" name=""/>
        <dsp:cNvSpPr/>
      </dsp:nvSpPr>
      <dsp:spPr>
        <a:xfrm rot="12900000">
          <a:off x="1724836" y="2156387"/>
          <a:ext cx="1625890" cy="604340"/>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590D019-96AE-4BFC-A2DF-C506F8789F32}">
      <dsp:nvSpPr>
        <dsp:cNvPr id="0" name=""/>
        <dsp:cNvSpPr/>
      </dsp:nvSpPr>
      <dsp:spPr>
        <a:xfrm>
          <a:off x="864621" y="1186484"/>
          <a:ext cx="2014468" cy="161157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62865" rIns="62865" bIns="62865" numCol="1" spcCol="1270" anchor="ctr" anchorCtr="0">
          <a:noAutofit/>
        </a:bodyPr>
        <a:lstStyle/>
        <a:p>
          <a:pPr marL="0" lvl="0" indent="0" algn="ctr" defTabSz="1466850">
            <a:lnSpc>
              <a:spcPct val="90000"/>
            </a:lnSpc>
            <a:spcBef>
              <a:spcPct val="0"/>
            </a:spcBef>
            <a:spcAft>
              <a:spcPct val="35000"/>
            </a:spcAft>
            <a:buNone/>
          </a:pPr>
          <a:r>
            <a:rPr lang="en-US" sz="3300" kern="1200"/>
            <a:t>Cortana</a:t>
          </a:r>
        </a:p>
      </dsp:txBody>
      <dsp:txXfrm>
        <a:off x="911822" y="1233685"/>
        <a:ext cx="1920066" cy="1517172"/>
      </dsp:txXfrm>
    </dsp:sp>
    <dsp:sp modelId="{7A9745D0-F0BD-4EBB-88AB-C63176B5273C}">
      <dsp:nvSpPr>
        <dsp:cNvPr id="0" name=""/>
        <dsp:cNvSpPr/>
      </dsp:nvSpPr>
      <dsp:spPr>
        <a:xfrm rot="16200000">
          <a:off x="3336779" y="1317262"/>
          <a:ext cx="1625890" cy="604340"/>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ED72D27-FBF4-4DE7-A4EA-835F557285BF}">
      <dsp:nvSpPr>
        <dsp:cNvPr id="0" name=""/>
        <dsp:cNvSpPr/>
      </dsp:nvSpPr>
      <dsp:spPr>
        <a:xfrm>
          <a:off x="3142490" y="700"/>
          <a:ext cx="2014468" cy="161157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62865" rIns="62865" bIns="62865" numCol="1" spcCol="1270" anchor="ctr" anchorCtr="0">
          <a:noAutofit/>
        </a:bodyPr>
        <a:lstStyle/>
        <a:p>
          <a:pPr marL="0" lvl="0" indent="0" algn="ctr" defTabSz="1466850">
            <a:lnSpc>
              <a:spcPct val="90000"/>
            </a:lnSpc>
            <a:spcBef>
              <a:spcPct val="0"/>
            </a:spcBef>
            <a:spcAft>
              <a:spcPct val="35000"/>
            </a:spcAft>
            <a:buNone/>
          </a:pPr>
          <a:r>
            <a:rPr lang="en-US" sz="3300" kern="1200"/>
            <a:t>Edge browser</a:t>
          </a:r>
        </a:p>
      </dsp:txBody>
      <dsp:txXfrm>
        <a:off x="3189691" y="47901"/>
        <a:ext cx="1920066" cy="1517172"/>
      </dsp:txXfrm>
    </dsp:sp>
    <dsp:sp modelId="{8D82D5C3-5CAA-4478-AD94-6E4F6959E067}">
      <dsp:nvSpPr>
        <dsp:cNvPr id="0" name=""/>
        <dsp:cNvSpPr/>
      </dsp:nvSpPr>
      <dsp:spPr>
        <a:xfrm rot="19500000">
          <a:off x="4948723" y="2156387"/>
          <a:ext cx="1625890" cy="604340"/>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372A4FF-28AC-4304-A38D-A4FA3623CC8B}">
      <dsp:nvSpPr>
        <dsp:cNvPr id="0" name=""/>
        <dsp:cNvSpPr/>
      </dsp:nvSpPr>
      <dsp:spPr>
        <a:xfrm>
          <a:off x="5420360" y="1186484"/>
          <a:ext cx="2014468" cy="161157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62865" rIns="62865" bIns="62865" numCol="1" spcCol="1270" anchor="ctr" anchorCtr="0">
          <a:noAutofit/>
        </a:bodyPr>
        <a:lstStyle/>
        <a:p>
          <a:pPr marL="0" lvl="0" indent="0" algn="ctr" defTabSz="1466850">
            <a:lnSpc>
              <a:spcPct val="90000"/>
            </a:lnSpc>
            <a:spcBef>
              <a:spcPct val="0"/>
            </a:spcBef>
            <a:spcAft>
              <a:spcPct val="35000"/>
            </a:spcAft>
            <a:buNone/>
          </a:pPr>
          <a:r>
            <a:rPr lang="en-US" sz="3300" kern="1200"/>
            <a:t>Universal apps</a:t>
          </a:r>
        </a:p>
      </dsp:txBody>
      <dsp:txXfrm>
        <a:off x="5467561" y="1233685"/>
        <a:ext cx="1920066" cy="15171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C28143-05ED-4425-9222-3C67A828D3D7}">
      <dsp:nvSpPr>
        <dsp:cNvPr id="0" name=""/>
        <dsp:cNvSpPr/>
      </dsp:nvSpPr>
      <dsp:spPr>
        <a:xfrm rot="5400000">
          <a:off x="4767527" y="-1560646"/>
          <a:ext cx="1752196"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Addresses up to 4,294,967,295 bytes</a:t>
          </a:r>
        </a:p>
        <a:p>
          <a:pPr marL="228600" lvl="1" indent="-228600" algn="l" defTabSz="1066800">
            <a:lnSpc>
              <a:spcPct val="90000"/>
            </a:lnSpc>
            <a:spcBef>
              <a:spcPct val="0"/>
            </a:spcBef>
            <a:spcAft>
              <a:spcPct val="15000"/>
            </a:spcAft>
            <a:buChar char="•"/>
          </a:pPr>
          <a:r>
            <a:rPr lang="en-US" sz="2400" kern="1200" dirty="0"/>
            <a:t>Limited to 4 gigabytes (GB) of RAM</a:t>
          </a:r>
        </a:p>
        <a:p>
          <a:pPr marL="228600" lvl="1" indent="-228600" algn="l" defTabSz="1066800">
            <a:lnSpc>
              <a:spcPct val="90000"/>
            </a:lnSpc>
            <a:spcBef>
              <a:spcPct val="0"/>
            </a:spcBef>
            <a:spcAft>
              <a:spcPct val="15000"/>
            </a:spcAft>
            <a:buChar char="•"/>
          </a:pPr>
          <a:r>
            <a:rPr lang="en-US" sz="2400" kern="1200" dirty="0"/>
            <a:t>Referred to as x86</a:t>
          </a:r>
        </a:p>
      </dsp:txBody>
      <dsp:txXfrm rot="-5400000">
        <a:off x="2987802" y="304614"/>
        <a:ext cx="5226113" cy="1581126"/>
      </dsp:txXfrm>
    </dsp:sp>
    <dsp:sp modelId="{5F31C5A6-DCE7-420F-89EB-B7702DC974E5}">
      <dsp:nvSpPr>
        <dsp:cNvPr id="0" name=""/>
        <dsp:cNvSpPr/>
      </dsp:nvSpPr>
      <dsp:spPr>
        <a:xfrm>
          <a:off x="0" y="54"/>
          <a:ext cx="2987802" cy="21902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32-bit</a:t>
          </a:r>
        </a:p>
      </dsp:txBody>
      <dsp:txXfrm>
        <a:off x="106919" y="106973"/>
        <a:ext cx="2773964" cy="1976407"/>
      </dsp:txXfrm>
    </dsp:sp>
    <dsp:sp modelId="{EEA3797B-072D-4DFB-9131-B2EDF69C8E09}">
      <dsp:nvSpPr>
        <dsp:cNvPr id="0" name=""/>
        <dsp:cNvSpPr/>
      </dsp:nvSpPr>
      <dsp:spPr>
        <a:xfrm rot="5400000">
          <a:off x="4767527" y="739111"/>
          <a:ext cx="1752196"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Addresses up to 18,446,744,073,709,551,616 bytes</a:t>
          </a:r>
        </a:p>
        <a:p>
          <a:pPr marL="228600" lvl="1" indent="-228600" algn="l" defTabSz="1066800">
            <a:lnSpc>
              <a:spcPct val="90000"/>
            </a:lnSpc>
            <a:spcBef>
              <a:spcPct val="0"/>
            </a:spcBef>
            <a:spcAft>
              <a:spcPct val="15000"/>
            </a:spcAft>
            <a:buChar char="•"/>
          </a:pPr>
          <a:r>
            <a:rPr lang="en-US" sz="2400" kern="1200" dirty="0"/>
            <a:t>Referred to as x64</a:t>
          </a:r>
        </a:p>
      </dsp:txBody>
      <dsp:txXfrm rot="-5400000">
        <a:off x="2987802" y="2604372"/>
        <a:ext cx="5226113" cy="1581126"/>
      </dsp:txXfrm>
    </dsp:sp>
    <dsp:sp modelId="{A502C1CD-B48B-486C-921C-1F2D6EA589D2}">
      <dsp:nvSpPr>
        <dsp:cNvPr id="0" name=""/>
        <dsp:cNvSpPr/>
      </dsp:nvSpPr>
      <dsp:spPr>
        <a:xfrm>
          <a:off x="0" y="2299812"/>
          <a:ext cx="2987802" cy="21902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64-bit</a:t>
          </a:r>
        </a:p>
      </dsp:txBody>
      <dsp:txXfrm>
        <a:off x="106919" y="2406731"/>
        <a:ext cx="2773964" cy="19764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45A97C-AB9A-4202-9E92-2FB0E3115DB4}">
      <dsp:nvSpPr>
        <dsp:cNvPr id="0" name=""/>
        <dsp:cNvSpPr/>
      </dsp:nvSpPr>
      <dsp:spPr>
        <a:xfrm>
          <a:off x="0" y="3498946"/>
          <a:ext cx="8299450" cy="114843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Boot Files</a:t>
          </a:r>
        </a:p>
      </dsp:txBody>
      <dsp:txXfrm>
        <a:off x="0" y="3498946"/>
        <a:ext cx="8299450" cy="620153"/>
      </dsp:txXfrm>
    </dsp:sp>
    <dsp:sp modelId="{08E18215-500D-4267-BF9C-5E69A8BAA083}">
      <dsp:nvSpPr>
        <dsp:cNvPr id="0" name=""/>
        <dsp:cNvSpPr/>
      </dsp:nvSpPr>
      <dsp:spPr>
        <a:xfrm>
          <a:off x="4052" y="4096130"/>
          <a:ext cx="2763781" cy="52827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34290" rIns="192024" bIns="34290" numCol="1" spcCol="1270" anchor="ctr" anchorCtr="0">
          <a:noAutofit/>
        </a:bodyPr>
        <a:lstStyle/>
        <a:p>
          <a:pPr marL="0" lvl="0" indent="0" algn="ctr" defTabSz="1200150">
            <a:lnSpc>
              <a:spcPct val="90000"/>
            </a:lnSpc>
            <a:spcBef>
              <a:spcPct val="0"/>
            </a:spcBef>
            <a:spcAft>
              <a:spcPct val="35000"/>
            </a:spcAft>
            <a:buNone/>
          </a:pPr>
          <a:r>
            <a:rPr lang="en-US" sz="2700" kern="1200" dirty="0"/>
            <a:t>Min. drivers</a:t>
          </a:r>
        </a:p>
      </dsp:txBody>
      <dsp:txXfrm>
        <a:off x="4052" y="4096130"/>
        <a:ext cx="2763781" cy="528278"/>
      </dsp:txXfrm>
    </dsp:sp>
    <dsp:sp modelId="{5CAF53AD-A7C1-4DBE-A4BC-EB31625C685D}">
      <dsp:nvSpPr>
        <dsp:cNvPr id="0" name=""/>
        <dsp:cNvSpPr/>
      </dsp:nvSpPr>
      <dsp:spPr>
        <a:xfrm>
          <a:off x="2767834" y="4096130"/>
          <a:ext cx="2763781" cy="52827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34290" rIns="192024" bIns="34290" numCol="1" spcCol="1270" anchor="ctr" anchorCtr="0">
          <a:noAutofit/>
        </a:bodyPr>
        <a:lstStyle/>
        <a:p>
          <a:pPr marL="0" lvl="0" indent="0" algn="ctr" defTabSz="1200150">
            <a:lnSpc>
              <a:spcPct val="90000"/>
            </a:lnSpc>
            <a:spcBef>
              <a:spcPct val="0"/>
            </a:spcBef>
            <a:spcAft>
              <a:spcPct val="35000"/>
            </a:spcAft>
            <a:buNone/>
          </a:pPr>
          <a:r>
            <a:rPr lang="en-US" sz="2700" kern="1200" dirty="0"/>
            <a:t>boot.ini</a:t>
          </a:r>
        </a:p>
      </dsp:txBody>
      <dsp:txXfrm>
        <a:off x="2767834" y="4096130"/>
        <a:ext cx="2763781" cy="528278"/>
      </dsp:txXfrm>
    </dsp:sp>
    <dsp:sp modelId="{40C211B6-350A-4F54-9271-184456E0B8C4}">
      <dsp:nvSpPr>
        <dsp:cNvPr id="0" name=""/>
        <dsp:cNvSpPr/>
      </dsp:nvSpPr>
      <dsp:spPr>
        <a:xfrm>
          <a:off x="5531615" y="4096130"/>
          <a:ext cx="2763781" cy="52827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34290" rIns="192024" bIns="34290" numCol="1" spcCol="1270" anchor="ctr" anchorCtr="0">
          <a:noAutofit/>
        </a:bodyPr>
        <a:lstStyle/>
        <a:p>
          <a:pPr marL="0" lvl="0" indent="0" algn="ctr" defTabSz="1200150">
            <a:lnSpc>
              <a:spcPct val="90000"/>
            </a:lnSpc>
            <a:spcBef>
              <a:spcPct val="0"/>
            </a:spcBef>
            <a:spcAft>
              <a:spcPct val="35000"/>
            </a:spcAft>
            <a:buNone/>
          </a:pPr>
          <a:r>
            <a:rPr lang="en-US" sz="2700" kern="1200" dirty="0"/>
            <a:t>NTOSKRNL</a:t>
          </a:r>
        </a:p>
      </dsp:txBody>
      <dsp:txXfrm>
        <a:off x="5531615" y="4096130"/>
        <a:ext cx="2763781" cy="528278"/>
      </dsp:txXfrm>
    </dsp:sp>
    <dsp:sp modelId="{9041B969-FE40-47C0-B5B2-1576100C12B1}">
      <dsp:nvSpPr>
        <dsp:cNvPr id="0" name=""/>
        <dsp:cNvSpPr/>
      </dsp:nvSpPr>
      <dsp:spPr>
        <a:xfrm rot="10800000">
          <a:off x="0" y="1749883"/>
          <a:ext cx="8299450" cy="1766288"/>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Boot Loader</a:t>
          </a:r>
        </a:p>
      </dsp:txBody>
      <dsp:txXfrm rot="-10800000">
        <a:off x="0" y="1749883"/>
        <a:ext cx="8299450" cy="619967"/>
      </dsp:txXfrm>
    </dsp:sp>
    <dsp:sp modelId="{D9C328D7-AC4C-4F41-8011-B8E089AB1516}">
      <dsp:nvSpPr>
        <dsp:cNvPr id="0" name=""/>
        <dsp:cNvSpPr/>
      </dsp:nvSpPr>
      <dsp:spPr>
        <a:xfrm>
          <a:off x="0" y="2369851"/>
          <a:ext cx="4149725" cy="5281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34290" rIns="192024" bIns="34290" numCol="1" spcCol="1270" anchor="ctr" anchorCtr="0">
          <a:noAutofit/>
        </a:bodyPr>
        <a:lstStyle/>
        <a:p>
          <a:pPr marL="0" lvl="0" indent="0" algn="ctr" defTabSz="1200150">
            <a:lnSpc>
              <a:spcPct val="90000"/>
            </a:lnSpc>
            <a:spcBef>
              <a:spcPct val="0"/>
            </a:spcBef>
            <a:spcAft>
              <a:spcPct val="35000"/>
            </a:spcAft>
            <a:buNone/>
          </a:pPr>
          <a:r>
            <a:rPr lang="en-US" sz="2700" kern="1200" dirty="0"/>
            <a:t>Loads NTLDR</a:t>
          </a:r>
        </a:p>
      </dsp:txBody>
      <dsp:txXfrm>
        <a:off x="0" y="2369851"/>
        <a:ext cx="4149725" cy="528120"/>
      </dsp:txXfrm>
    </dsp:sp>
    <dsp:sp modelId="{3232FC3A-F7B8-483E-B815-7D711381B991}">
      <dsp:nvSpPr>
        <dsp:cNvPr id="0" name=""/>
        <dsp:cNvSpPr/>
      </dsp:nvSpPr>
      <dsp:spPr>
        <a:xfrm>
          <a:off x="4149725" y="2369851"/>
          <a:ext cx="4149725" cy="5281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34290" rIns="192024" bIns="34290" numCol="1" spcCol="1270" anchor="ctr" anchorCtr="0">
          <a:noAutofit/>
        </a:bodyPr>
        <a:lstStyle/>
        <a:p>
          <a:pPr marL="0" lvl="0" indent="0" algn="ctr" defTabSz="1200150">
            <a:lnSpc>
              <a:spcPct val="90000"/>
            </a:lnSpc>
            <a:spcBef>
              <a:spcPct val="0"/>
            </a:spcBef>
            <a:spcAft>
              <a:spcPct val="35000"/>
            </a:spcAft>
            <a:buNone/>
          </a:pPr>
          <a:r>
            <a:rPr lang="en-US" sz="2700" kern="1200" dirty="0"/>
            <a:t>Switches to 32- or 64-bit</a:t>
          </a:r>
        </a:p>
      </dsp:txBody>
      <dsp:txXfrm>
        <a:off x="4149725" y="2369851"/>
        <a:ext cx="4149725" cy="528120"/>
      </dsp:txXfrm>
    </dsp:sp>
    <dsp:sp modelId="{2432D8FB-4A8D-4CFB-B66F-B08D1092672E}">
      <dsp:nvSpPr>
        <dsp:cNvPr id="0" name=""/>
        <dsp:cNvSpPr/>
      </dsp:nvSpPr>
      <dsp:spPr>
        <a:xfrm rot="10800000">
          <a:off x="0" y="821"/>
          <a:ext cx="8299450" cy="1766288"/>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BIOS</a:t>
          </a:r>
        </a:p>
      </dsp:txBody>
      <dsp:txXfrm rot="-10800000">
        <a:off x="0" y="821"/>
        <a:ext cx="8299450" cy="619967"/>
      </dsp:txXfrm>
    </dsp:sp>
    <dsp:sp modelId="{E37E7B48-F7FF-4E42-8AE1-DC86F03FD47C}">
      <dsp:nvSpPr>
        <dsp:cNvPr id="0" name=""/>
        <dsp:cNvSpPr/>
      </dsp:nvSpPr>
      <dsp:spPr>
        <a:xfrm>
          <a:off x="0" y="620788"/>
          <a:ext cx="4149725" cy="5281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34290" rIns="192024" bIns="34290" numCol="1" spcCol="1270" anchor="ctr" anchorCtr="0">
          <a:noAutofit/>
        </a:bodyPr>
        <a:lstStyle/>
        <a:p>
          <a:pPr marL="0" lvl="0" indent="0" algn="ctr" defTabSz="1200150">
            <a:lnSpc>
              <a:spcPct val="90000"/>
            </a:lnSpc>
            <a:spcBef>
              <a:spcPct val="0"/>
            </a:spcBef>
            <a:spcAft>
              <a:spcPct val="35000"/>
            </a:spcAft>
            <a:buNone/>
          </a:pPr>
          <a:r>
            <a:rPr lang="en-US" sz="2700" kern="1200" dirty="0"/>
            <a:t>POST</a:t>
          </a:r>
        </a:p>
      </dsp:txBody>
      <dsp:txXfrm>
        <a:off x="0" y="620788"/>
        <a:ext cx="4149725" cy="528120"/>
      </dsp:txXfrm>
    </dsp:sp>
    <dsp:sp modelId="{8C91013C-3191-4BC7-8674-8C04ACDDBEA3}">
      <dsp:nvSpPr>
        <dsp:cNvPr id="0" name=""/>
        <dsp:cNvSpPr/>
      </dsp:nvSpPr>
      <dsp:spPr>
        <a:xfrm>
          <a:off x="4149725" y="620788"/>
          <a:ext cx="4149725" cy="5281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34290" rIns="192024" bIns="34290" numCol="1" spcCol="1270" anchor="ctr" anchorCtr="0">
          <a:noAutofit/>
        </a:bodyPr>
        <a:lstStyle/>
        <a:p>
          <a:pPr marL="0" lvl="0" indent="0" algn="ctr" defTabSz="1200150">
            <a:lnSpc>
              <a:spcPct val="90000"/>
            </a:lnSpc>
            <a:spcBef>
              <a:spcPct val="0"/>
            </a:spcBef>
            <a:spcAft>
              <a:spcPct val="35000"/>
            </a:spcAft>
            <a:buNone/>
          </a:pPr>
          <a:r>
            <a:rPr lang="en-US" sz="2700" kern="1200" dirty="0"/>
            <a:t>Read MBR</a:t>
          </a:r>
        </a:p>
      </dsp:txBody>
      <dsp:txXfrm>
        <a:off x="4149725" y="620788"/>
        <a:ext cx="4149725" cy="5281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D6C9DB-7087-459E-AD12-CA5BC5065EB1}">
      <dsp:nvSpPr>
        <dsp:cNvPr id="0" name=""/>
        <dsp:cNvSpPr/>
      </dsp:nvSpPr>
      <dsp:spPr>
        <a:xfrm>
          <a:off x="0" y="3498946"/>
          <a:ext cx="8299450" cy="114843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Win32 Subsystem Starts</a:t>
          </a:r>
        </a:p>
      </dsp:txBody>
      <dsp:txXfrm>
        <a:off x="0" y="3498946"/>
        <a:ext cx="8299450" cy="1148432"/>
      </dsp:txXfrm>
    </dsp:sp>
    <dsp:sp modelId="{47FD35A9-A6AF-47B3-A6F5-07ADBB1BBF52}">
      <dsp:nvSpPr>
        <dsp:cNvPr id="0" name=""/>
        <dsp:cNvSpPr/>
      </dsp:nvSpPr>
      <dsp:spPr>
        <a:xfrm rot="10800000">
          <a:off x="0" y="1749883"/>
          <a:ext cx="8299450" cy="1766288"/>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Kernel Loading</a:t>
          </a:r>
        </a:p>
      </dsp:txBody>
      <dsp:txXfrm rot="10800000">
        <a:off x="0" y="1749883"/>
        <a:ext cx="8299450" cy="1147681"/>
      </dsp:txXfrm>
    </dsp:sp>
    <dsp:sp modelId="{2432D8FB-4A8D-4CFB-B66F-B08D1092672E}">
      <dsp:nvSpPr>
        <dsp:cNvPr id="0" name=""/>
        <dsp:cNvSpPr/>
      </dsp:nvSpPr>
      <dsp:spPr>
        <a:xfrm rot="10800000">
          <a:off x="0" y="821"/>
          <a:ext cx="8299450" cy="1766288"/>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Boot Files (cont.)</a:t>
          </a:r>
        </a:p>
      </dsp:txBody>
      <dsp:txXfrm rot="-10800000">
        <a:off x="0" y="821"/>
        <a:ext cx="8299450" cy="619967"/>
      </dsp:txXfrm>
    </dsp:sp>
    <dsp:sp modelId="{E37E7B48-F7FF-4E42-8AE1-DC86F03FD47C}">
      <dsp:nvSpPr>
        <dsp:cNvPr id="0" name=""/>
        <dsp:cNvSpPr/>
      </dsp:nvSpPr>
      <dsp:spPr>
        <a:xfrm>
          <a:off x="0" y="620788"/>
          <a:ext cx="4149725" cy="5281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34696" tIns="41910" rIns="234696" bIns="41910" numCol="1" spcCol="1270" anchor="ctr" anchorCtr="0">
          <a:noAutofit/>
        </a:bodyPr>
        <a:lstStyle/>
        <a:p>
          <a:pPr marL="0" lvl="0" indent="0" algn="ctr" defTabSz="1466850">
            <a:lnSpc>
              <a:spcPct val="90000"/>
            </a:lnSpc>
            <a:spcBef>
              <a:spcPct val="0"/>
            </a:spcBef>
            <a:spcAft>
              <a:spcPct val="35000"/>
            </a:spcAft>
            <a:buNone/>
          </a:pPr>
          <a:r>
            <a:rPr lang="en-US" sz="3300" kern="1200" dirty="0"/>
            <a:t>hal.dll</a:t>
          </a:r>
        </a:p>
      </dsp:txBody>
      <dsp:txXfrm>
        <a:off x="0" y="620788"/>
        <a:ext cx="4149725" cy="528120"/>
      </dsp:txXfrm>
    </dsp:sp>
    <dsp:sp modelId="{8C91013C-3191-4BC7-8674-8C04ACDDBEA3}">
      <dsp:nvSpPr>
        <dsp:cNvPr id="0" name=""/>
        <dsp:cNvSpPr/>
      </dsp:nvSpPr>
      <dsp:spPr>
        <a:xfrm>
          <a:off x="4149725" y="620788"/>
          <a:ext cx="4149725" cy="5281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34696" tIns="41910" rIns="234696" bIns="41910" numCol="1" spcCol="1270" anchor="ctr" anchorCtr="0">
          <a:noAutofit/>
        </a:bodyPr>
        <a:lstStyle/>
        <a:p>
          <a:pPr marL="0" lvl="0" indent="0" algn="ctr" defTabSz="1466850">
            <a:lnSpc>
              <a:spcPct val="90000"/>
            </a:lnSpc>
            <a:spcBef>
              <a:spcPct val="0"/>
            </a:spcBef>
            <a:spcAft>
              <a:spcPct val="35000"/>
            </a:spcAft>
            <a:buNone/>
          </a:pPr>
          <a:r>
            <a:rPr lang="en-US" sz="3300" kern="1200" dirty="0"/>
            <a:t>Windows Registry</a:t>
          </a:r>
        </a:p>
      </dsp:txBody>
      <dsp:txXfrm>
        <a:off x="4149725" y="620788"/>
        <a:ext cx="4149725" cy="5281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DE7E6E-6325-4902-8AC4-F29361EADD91}">
      <dsp:nvSpPr>
        <dsp:cNvPr id="0" name=""/>
        <dsp:cNvSpPr/>
      </dsp:nvSpPr>
      <dsp:spPr>
        <a:xfrm>
          <a:off x="434424" y="2037"/>
          <a:ext cx="2322062" cy="1393237"/>
        </a:xfrm>
        <a:prstGeom prst="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Ntdetect.com</a:t>
          </a:r>
        </a:p>
      </dsp:txBody>
      <dsp:txXfrm>
        <a:off x="434424" y="2037"/>
        <a:ext cx="2322062" cy="1393237"/>
      </dsp:txXfrm>
    </dsp:sp>
    <dsp:sp modelId="{24753F66-22B0-4328-9084-A78CB3A9CF67}">
      <dsp:nvSpPr>
        <dsp:cNvPr id="0" name=""/>
        <dsp:cNvSpPr/>
      </dsp:nvSpPr>
      <dsp:spPr>
        <a:xfrm>
          <a:off x="2988693" y="2037"/>
          <a:ext cx="2322062" cy="1393237"/>
        </a:xfrm>
        <a:prstGeom prst="rect">
          <a:avLst/>
        </a:prstGeom>
        <a:solidFill>
          <a:schemeClr val="accent1">
            <a:shade val="80000"/>
            <a:hueOff val="48531"/>
            <a:satOff val="-3048"/>
            <a:lumOff val="385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Ntbootdd.sys</a:t>
          </a:r>
        </a:p>
      </dsp:txBody>
      <dsp:txXfrm>
        <a:off x="2988693" y="2037"/>
        <a:ext cx="2322062" cy="1393237"/>
      </dsp:txXfrm>
    </dsp:sp>
    <dsp:sp modelId="{636A2E06-841D-48A3-B3DC-8166E6EA6994}">
      <dsp:nvSpPr>
        <dsp:cNvPr id="0" name=""/>
        <dsp:cNvSpPr/>
      </dsp:nvSpPr>
      <dsp:spPr>
        <a:xfrm>
          <a:off x="5542962" y="2037"/>
          <a:ext cx="2322062" cy="1393237"/>
        </a:xfrm>
        <a:prstGeom prst="rect">
          <a:avLst/>
        </a:prstGeom>
        <a:solidFill>
          <a:schemeClr val="accent1">
            <a:shade val="80000"/>
            <a:hueOff val="97063"/>
            <a:satOff val="-6097"/>
            <a:lumOff val="770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Ntoskrnl.exe</a:t>
          </a:r>
        </a:p>
      </dsp:txBody>
      <dsp:txXfrm>
        <a:off x="5542962" y="2037"/>
        <a:ext cx="2322062" cy="1393237"/>
      </dsp:txXfrm>
    </dsp:sp>
    <dsp:sp modelId="{1659FEE8-DEE1-44BC-80F5-2A5A35D46A96}">
      <dsp:nvSpPr>
        <dsp:cNvPr id="0" name=""/>
        <dsp:cNvSpPr/>
      </dsp:nvSpPr>
      <dsp:spPr>
        <a:xfrm>
          <a:off x="434424" y="1627481"/>
          <a:ext cx="2322062" cy="1393237"/>
        </a:xfrm>
        <a:prstGeom prst="rect">
          <a:avLst/>
        </a:prstGeom>
        <a:solidFill>
          <a:schemeClr val="accent1">
            <a:shade val="80000"/>
            <a:hueOff val="145594"/>
            <a:satOff val="-9145"/>
            <a:lumOff val="115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Hal.dll</a:t>
          </a:r>
        </a:p>
      </dsp:txBody>
      <dsp:txXfrm>
        <a:off x="434424" y="1627481"/>
        <a:ext cx="2322062" cy="1393237"/>
      </dsp:txXfrm>
    </dsp:sp>
    <dsp:sp modelId="{48345AF6-9B3A-4058-9722-78584F41685A}">
      <dsp:nvSpPr>
        <dsp:cNvPr id="0" name=""/>
        <dsp:cNvSpPr/>
      </dsp:nvSpPr>
      <dsp:spPr>
        <a:xfrm>
          <a:off x="2988693" y="1627481"/>
          <a:ext cx="2322062" cy="1393237"/>
        </a:xfrm>
        <a:prstGeom prst="rect">
          <a:avLst/>
        </a:prstGeom>
        <a:solidFill>
          <a:schemeClr val="accent1">
            <a:shade val="80000"/>
            <a:hueOff val="194125"/>
            <a:satOff val="-12193"/>
            <a:lumOff val="15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Smss.exe</a:t>
          </a:r>
        </a:p>
      </dsp:txBody>
      <dsp:txXfrm>
        <a:off x="2988693" y="1627481"/>
        <a:ext cx="2322062" cy="1393237"/>
      </dsp:txXfrm>
    </dsp:sp>
    <dsp:sp modelId="{786E8698-F7C5-47FB-9CD7-98B956F272C5}">
      <dsp:nvSpPr>
        <dsp:cNvPr id="0" name=""/>
        <dsp:cNvSpPr/>
      </dsp:nvSpPr>
      <dsp:spPr>
        <a:xfrm>
          <a:off x="5542962" y="1627481"/>
          <a:ext cx="2322062" cy="1393237"/>
        </a:xfrm>
        <a:prstGeom prst="rect">
          <a:avLst/>
        </a:prstGeom>
        <a:solidFill>
          <a:schemeClr val="accent1">
            <a:shade val="80000"/>
            <a:hueOff val="242657"/>
            <a:satOff val="-15241"/>
            <a:lumOff val="192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Winlogon.exe</a:t>
          </a:r>
        </a:p>
      </dsp:txBody>
      <dsp:txXfrm>
        <a:off x="5542962" y="1627481"/>
        <a:ext cx="2322062" cy="1393237"/>
      </dsp:txXfrm>
    </dsp:sp>
    <dsp:sp modelId="{E5511B70-4463-4DDA-9893-842278578BB1}">
      <dsp:nvSpPr>
        <dsp:cNvPr id="0" name=""/>
        <dsp:cNvSpPr/>
      </dsp:nvSpPr>
      <dsp:spPr>
        <a:xfrm>
          <a:off x="434424" y="3252925"/>
          <a:ext cx="2322062" cy="1393237"/>
        </a:xfrm>
        <a:prstGeom prst="rect">
          <a:avLst/>
        </a:prstGeom>
        <a:solidFill>
          <a:schemeClr val="accent1">
            <a:shade val="80000"/>
            <a:hueOff val="291188"/>
            <a:satOff val="-18290"/>
            <a:lumOff val="2311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Lsass.exe</a:t>
          </a:r>
        </a:p>
      </dsp:txBody>
      <dsp:txXfrm>
        <a:off x="434424" y="3252925"/>
        <a:ext cx="2322062" cy="1393237"/>
      </dsp:txXfrm>
    </dsp:sp>
    <dsp:sp modelId="{6CBD805D-C4D8-45B9-95FF-B072E08ACB1C}">
      <dsp:nvSpPr>
        <dsp:cNvPr id="0" name=""/>
        <dsp:cNvSpPr/>
      </dsp:nvSpPr>
      <dsp:spPr>
        <a:xfrm>
          <a:off x="2988693" y="3252925"/>
          <a:ext cx="2322062" cy="1393237"/>
        </a:xfrm>
        <a:prstGeom prst="rect">
          <a:avLst/>
        </a:prstGeom>
        <a:solidFill>
          <a:schemeClr val="accent1">
            <a:shade val="80000"/>
            <a:hueOff val="339719"/>
            <a:satOff val="-21338"/>
            <a:lumOff val="269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Explorer.exe</a:t>
          </a:r>
        </a:p>
      </dsp:txBody>
      <dsp:txXfrm>
        <a:off x="2988693" y="3252925"/>
        <a:ext cx="2322062" cy="1393237"/>
      </dsp:txXfrm>
    </dsp:sp>
    <dsp:sp modelId="{D3A4E8A8-A91A-4CDA-A5C2-CD539A009F4E}">
      <dsp:nvSpPr>
        <dsp:cNvPr id="0" name=""/>
        <dsp:cNvSpPr/>
      </dsp:nvSpPr>
      <dsp:spPr>
        <a:xfrm>
          <a:off x="5542962" y="3252925"/>
          <a:ext cx="2322062" cy="1393237"/>
        </a:xfrm>
        <a:prstGeom prst="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Crss.exe</a:t>
          </a:r>
        </a:p>
      </dsp:txBody>
      <dsp:txXfrm>
        <a:off x="5542962" y="3252925"/>
        <a:ext cx="2322062" cy="139323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9E23E0-33C6-4981-A414-6C5705572B52}">
      <dsp:nvSpPr>
        <dsp:cNvPr id="0" name=""/>
        <dsp:cNvSpPr/>
      </dsp:nvSpPr>
      <dsp:spPr>
        <a:xfrm>
          <a:off x="40" y="58377"/>
          <a:ext cx="3878209" cy="9504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696" tIns="134112" rIns="234696" bIns="134112" numCol="1" spcCol="1270" anchor="ctr" anchorCtr="0">
          <a:noAutofit/>
        </a:bodyPr>
        <a:lstStyle/>
        <a:p>
          <a:pPr marL="0" lvl="0" indent="0" algn="ctr" defTabSz="1466850">
            <a:lnSpc>
              <a:spcPct val="90000"/>
            </a:lnSpc>
            <a:spcBef>
              <a:spcPct val="0"/>
            </a:spcBef>
            <a:spcAft>
              <a:spcPct val="35000"/>
            </a:spcAft>
            <a:buNone/>
          </a:pPr>
          <a:r>
            <a:rPr lang="en-US" sz="3300" kern="1200" dirty="0"/>
            <a:t>Stack (</a:t>
          </a:r>
          <a:r>
            <a:rPr lang="en-US" sz="3300" i="1" kern="1200" dirty="0"/>
            <a:t>S</a:t>
          </a:r>
          <a:r>
            <a:rPr lang="en-US" sz="3300" kern="1200" dirty="0"/>
            <a:t>)</a:t>
          </a:r>
        </a:p>
      </dsp:txBody>
      <dsp:txXfrm>
        <a:off x="40" y="58377"/>
        <a:ext cx="3878209" cy="950400"/>
      </dsp:txXfrm>
    </dsp:sp>
    <dsp:sp modelId="{2FB3636D-A95E-4861-BFFF-84B86DCC0A81}">
      <dsp:nvSpPr>
        <dsp:cNvPr id="0" name=""/>
        <dsp:cNvSpPr/>
      </dsp:nvSpPr>
      <dsp:spPr>
        <a:xfrm>
          <a:off x="40" y="1008777"/>
          <a:ext cx="3878209" cy="31704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6022" tIns="176022" rIns="234696" bIns="264033" numCol="1" spcCol="1270" anchor="t" anchorCtr="0">
          <a:noAutofit/>
        </a:bodyPr>
        <a:lstStyle/>
        <a:p>
          <a:pPr marL="285750" lvl="1" indent="-285750" algn="l" defTabSz="1466850">
            <a:lnSpc>
              <a:spcPct val="90000"/>
            </a:lnSpc>
            <a:spcBef>
              <a:spcPct val="0"/>
            </a:spcBef>
            <a:spcAft>
              <a:spcPct val="15000"/>
            </a:spcAft>
            <a:buChar char="•"/>
          </a:pPr>
          <a:r>
            <a:rPr lang="en-US" sz="3300" kern="1200" dirty="0"/>
            <a:t>Allocated based on last-in, first-out (LIFO)</a:t>
          </a:r>
        </a:p>
        <a:p>
          <a:pPr marL="285750" lvl="1" indent="-285750" algn="l" defTabSz="1466850">
            <a:lnSpc>
              <a:spcPct val="90000"/>
            </a:lnSpc>
            <a:spcBef>
              <a:spcPct val="0"/>
            </a:spcBef>
            <a:spcAft>
              <a:spcPct val="15000"/>
            </a:spcAft>
            <a:buChar char="•"/>
          </a:pPr>
          <a:r>
            <a:rPr lang="en-US" sz="3300" kern="1200" dirty="0"/>
            <a:t>Most dynamic area of memory process</a:t>
          </a:r>
        </a:p>
      </dsp:txBody>
      <dsp:txXfrm>
        <a:off x="40" y="1008777"/>
        <a:ext cx="3878209" cy="3170475"/>
      </dsp:txXfrm>
    </dsp:sp>
    <dsp:sp modelId="{580A0501-F5EF-4683-96BC-809878DECE5D}">
      <dsp:nvSpPr>
        <dsp:cNvPr id="0" name=""/>
        <dsp:cNvSpPr/>
      </dsp:nvSpPr>
      <dsp:spPr>
        <a:xfrm>
          <a:off x="4421199" y="58377"/>
          <a:ext cx="3878209" cy="9504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696" tIns="134112" rIns="234696" bIns="134112" numCol="1" spcCol="1270" anchor="ctr" anchorCtr="0">
          <a:noAutofit/>
        </a:bodyPr>
        <a:lstStyle/>
        <a:p>
          <a:pPr marL="0" lvl="0" indent="0" algn="ctr" defTabSz="1466850">
            <a:lnSpc>
              <a:spcPct val="90000"/>
            </a:lnSpc>
            <a:spcBef>
              <a:spcPct val="0"/>
            </a:spcBef>
            <a:spcAft>
              <a:spcPct val="35000"/>
            </a:spcAft>
            <a:buNone/>
          </a:pPr>
          <a:r>
            <a:rPr lang="en-US" sz="3300" kern="1200" dirty="0"/>
            <a:t>Heap (</a:t>
          </a:r>
          <a:r>
            <a:rPr lang="en-US" sz="3300" i="1" kern="1200" dirty="0"/>
            <a:t>H</a:t>
          </a:r>
          <a:r>
            <a:rPr lang="en-US" sz="3300" kern="1200" dirty="0"/>
            <a:t>)</a:t>
          </a:r>
        </a:p>
      </dsp:txBody>
      <dsp:txXfrm>
        <a:off x="4421199" y="58377"/>
        <a:ext cx="3878209" cy="950400"/>
      </dsp:txXfrm>
    </dsp:sp>
    <dsp:sp modelId="{5A9409E2-FA96-4036-AAB0-42967E8BE81D}">
      <dsp:nvSpPr>
        <dsp:cNvPr id="0" name=""/>
        <dsp:cNvSpPr/>
      </dsp:nvSpPr>
      <dsp:spPr>
        <a:xfrm>
          <a:off x="4421199" y="1008777"/>
          <a:ext cx="3878209" cy="31704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6022" tIns="176022" rIns="234696" bIns="264033" numCol="1" spcCol="1270" anchor="t" anchorCtr="0">
          <a:noAutofit/>
        </a:bodyPr>
        <a:lstStyle/>
        <a:p>
          <a:pPr marL="285750" lvl="1" indent="-285750" algn="l" defTabSz="1466850">
            <a:lnSpc>
              <a:spcPct val="90000"/>
            </a:lnSpc>
            <a:spcBef>
              <a:spcPct val="0"/>
            </a:spcBef>
            <a:spcAft>
              <a:spcPct val="15000"/>
            </a:spcAft>
            <a:buChar char="•"/>
          </a:pPr>
          <a:r>
            <a:rPr lang="en-US" sz="3300" kern="1200" dirty="0"/>
            <a:t>Data can exist between function calls</a:t>
          </a:r>
        </a:p>
        <a:p>
          <a:pPr marL="285750" lvl="1" indent="-285750" algn="l" defTabSz="1466850">
            <a:lnSpc>
              <a:spcPct val="90000"/>
            </a:lnSpc>
            <a:spcBef>
              <a:spcPct val="0"/>
            </a:spcBef>
            <a:spcAft>
              <a:spcPct val="15000"/>
            </a:spcAft>
            <a:buChar char="•"/>
          </a:pPr>
          <a:r>
            <a:rPr lang="en-US" sz="3300" kern="1200" dirty="0"/>
            <a:t>Is less stable than data in the data segment</a:t>
          </a:r>
        </a:p>
      </dsp:txBody>
      <dsp:txXfrm>
        <a:off x="4421199" y="1008777"/>
        <a:ext cx="3878209" cy="317047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9E689A-4DD5-4C6E-AB60-D6EFE11E2F43}">
      <dsp:nvSpPr>
        <dsp:cNvPr id="0" name=""/>
        <dsp:cNvSpPr/>
      </dsp:nvSpPr>
      <dsp:spPr>
        <a:xfrm rot="5400000">
          <a:off x="5044443" y="-1904576"/>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US" sz="2500" kern="1200" dirty="0"/>
            <a:t>View all open TCP and UDP ports</a:t>
          </a:r>
        </a:p>
        <a:p>
          <a:pPr marL="228600" lvl="1" indent="-228600" algn="l" defTabSz="1111250">
            <a:lnSpc>
              <a:spcPct val="90000"/>
            </a:lnSpc>
            <a:spcBef>
              <a:spcPct val="0"/>
            </a:spcBef>
            <a:spcAft>
              <a:spcPct val="15000"/>
            </a:spcAft>
            <a:buChar char="•"/>
          </a:pPr>
          <a:r>
            <a:rPr lang="en-US" sz="2500" kern="1200" dirty="0"/>
            <a:t>Map ports to specific processes</a:t>
          </a:r>
        </a:p>
      </dsp:txBody>
      <dsp:txXfrm rot="-5400000">
        <a:off x="2987802" y="210564"/>
        <a:ext cx="5253149" cy="1081366"/>
      </dsp:txXfrm>
    </dsp:sp>
    <dsp:sp modelId="{BE451FCB-EC33-46CE-82A0-0652188C9F9A}">
      <dsp:nvSpPr>
        <dsp:cNvPr id="0" name=""/>
        <dsp:cNvSpPr/>
      </dsp:nvSpPr>
      <dsp:spPr>
        <a:xfrm>
          <a:off x="0" y="2269"/>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FPort</a:t>
          </a:r>
        </a:p>
      </dsp:txBody>
      <dsp:txXfrm>
        <a:off x="73124" y="75393"/>
        <a:ext cx="2841554" cy="1351707"/>
      </dsp:txXfrm>
    </dsp:sp>
    <dsp:sp modelId="{5902AC1E-9207-44B8-8B7A-16C63614759B}">
      <dsp:nvSpPr>
        <dsp:cNvPr id="0" name=""/>
        <dsp:cNvSpPr/>
      </dsp:nvSpPr>
      <dsp:spPr>
        <a:xfrm rot="5400000">
          <a:off x="5044443" y="-331723"/>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US" sz="2500" kern="1200" dirty="0"/>
            <a:t>Extract memory dumps of running processes</a:t>
          </a:r>
        </a:p>
      </dsp:txBody>
      <dsp:txXfrm rot="-5400000">
        <a:off x="2987802" y="1783417"/>
        <a:ext cx="5253149" cy="1081366"/>
      </dsp:txXfrm>
    </dsp:sp>
    <dsp:sp modelId="{07310ED7-36D0-4C51-8EB3-EE98A49037FA}">
      <dsp:nvSpPr>
        <dsp:cNvPr id="0" name=""/>
        <dsp:cNvSpPr/>
      </dsp:nvSpPr>
      <dsp:spPr>
        <a:xfrm>
          <a:off x="0" y="1575122"/>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Userdump</a:t>
          </a:r>
        </a:p>
      </dsp:txBody>
      <dsp:txXfrm>
        <a:off x="73124" y="1648246"/>
        <a:ext cx="2841554" cy="1351707"/>
      </dsp:txXfrm>
    </dsp:sp>
    <dsp:sp modelId="{E18C13E4-483E-44B2-B194-4EE07A3B6978}">
      <dsp:nvSpPr>
        <dsp:cNvPr id="0" name=""/>
        <dsp:cNvSpPr/>
      </dsp:nvSpPr>
      <dsp:spPr>
        <a:xfrm rot="5400000">
          <a:off x="5044443" y="1241128"/>
          <a:ext cx="1198364"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US" sz="2500" kern="1200" dirty="0"/>
            <a:t>Enumerates processes and threads in a memory dump</a:t>
          </a:r>
        </a:p>
      </dsp:txBody>
      <dsp:txXfrm rot="-5400000">
        <a:off x="2987802" y="3356269"/>
        <a:ext cx="5253149" cy="1081366"/>
      </dsp:txXfrm>
    </dsp:sp>
    <dsp:sp modelId="{BC32DC9D-CE62-4663-8DEC-F1E63BAB4003}">
      <dsp:nvSpPr>
        <dsp:cNvPr id="0" name=""/>
        <dsp:cNvSpPr/>
      </dsp:nvSpPr>
      <dsp:spPr>
        <a:xfrm>
          <a:off x="0" y="3147975"/>
          <a:ext cx="2987802" cy="14979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PTFinder</a:t>
          </a:r>
        </a:p>
      </dsp:txBody>
      <dsp:txXfrm>
        <a:off x="73124" y="3221099"/>
        <a:ext cx="2841554" cy="135170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EF0A1F-F462-4FCD-BAA5-D27390371D89}">
      <dsp:nvSpPr>
        <dsp:cNvPr id="0" name=""/>
        <dsp:cNvSpPr/>
      </dsp:nvSpPr>
      <dsp:spPr>
        <a:xfrm>
          <a:off x="-5255288" y="-804890"/>
          <a:ext cx="6257980" cy="6257980"/>
        </a:xfrm>
        <a:prstGeom prst="blockArc">
          <a:avLst>
            <a:gd name="adj1" fmla="val 18900000"/>
            <a:gd name="adj2" fmla="val 2700000"/>
            <a:gd name="adj3" fmla="val 345"/>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66779C-B73E-4ADA-8881-4E34E534146E}">
      <dsp:nvSpPr>
        <dsp:cNvPr id="0" name=""/>
        <dsp:cNvSpPr/>
      </dsp:nvSpPr>
      <dsp:spPr>
        <a:xfrm>
          <a:off x="438521" y="290419"/>
          <a:ext cx="7796514" cy="58121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1336" tIns="78740" rIns="78740" bIns="78740" numCol="1" spcCol="1270" anchor="ctr" anchorCtr="0">
          <a:noAutofit/>
        </a:bodyPr>
        <a:lstStyle/>
        <a:p>
          <a:pPr marL="0" lvl="0" indent="0" algn="l" defTabSz="1377950">
            <a:lnSpc>
              <a:spcPct val="90000"/>
            </a:lnSpc>
            <a:spcBef>
              <a:spcPct val="0"/>
            </a:spcBef>
            <a:spcAft>
              <a:spcPct val="35000"/>
            </a:spcAft>
            <a:buNone/>
          </a:pPr>
          <a:r>
            <a:rPr lang="en-US" sz="3100" kern="1200" dirty="0"/>
            <a:t>Security</a:t>
          </a:r>
        </a:p>
      </dsp:txBody>
      <dsp:txXfrm>
        <a:off x="438521" y="290419"/>
        <a:ext cx="7796514" cy="581210"/>
      </dsp:txXfrm>
    </dsp:sp>
    <dsp:sp modelId="{463B356F-6410-49A7-870E-372B9842CAA2}">
      <dsp:nvSpPr>
        <dsp:cNvPr id="0" name=""/>
        <dsp:cNvSpPr/>
      </dsp:nvSpPr>
      <dsp:spPr>
        <a:xfrm>
          <a:off x="75265" y="217768"/>
          <a:ext cx="726513" cy="72651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ABE65FF-CCBF-4DB1-8BC3-46BB498423FD}">
      <dsp:nvSpPr>
        <dsp:cNvPr id="0" name=""/>
        <dsp:cNvSpPr/>
      </dsp:nvSpPr>
      <dsp:spPr>
        <a:xfrm>
          <a:off x="855000" y="1161957"/>
          <a:ext cx="7380036" cy="58121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1336" tIns="78740" rIns="78740" bIns="78740" numCol="1" spcCol="1270" anchor="ctr" anchorCtr="0">
          <a:noAutofit/>
        </a:bodyPr>
        <a:lstStyle/>
        <a:p>
          <a:pPr marL="0" lvl="0" indent="0" algn="l" defTabSz="1377950">
            <a:lnSpc>
              <a:spcPct val="90000"/>
            </a:lnSpc>
            <a:spcBef>
              <a:spcPct val="0"/>
            </a:spcBef>
            <a:spcAft>
              <a:spcPct val="35000"/>
            </a:spcAft>
            <a:buNone/>
          </a:pPr>
          <a:r>
            <a:rPr lang="en-US" sz="3100" kern="1200" dirty="0"/>
            <a:t>Application</a:t>
          </a:r>
        </a:p>
      </dsp:txBody>
      <dsp:txXfrm>
        <a:off x="855000" y="1161957"/>
        <a:ext cx="7380036" cy="581210"/>
      </dsp:txXfrm>
    </dsp:sp>
    <dsp:sp modelId="{E0BC6EF1-D29E-4AA9-9354-88DEF05C4D71}">
      <dsp:nvSpPr>
        <dsp:cNvPr id="0" name=""/>
        <dsp:cNvSpPr/>
      </dsp:nvSpPr>
      <dsp:spPr>
        <a:xfrm>
          <a:off x="491743" y="1089305"/>
          <a:ext cx="726513" cy="72651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FF914D4-66C7-40D0-A320-C4B394EA09E8}">
      <dsp:nvSpPr>
        <dsp:cNvPr id="0" name=""/>
        <dsp:cNvSpPr/>
      </dsp:nvSpPr>
      <dsp:spPr>
        <a:xfrm>
          <a:off x="982826" y="2033494"/>
          <a:ext cx="7252210" cy="58121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1336" tIns="78740" rIns="78740" bIns="78740" numCol="1" spcCol="1270" anchor="ctr" anchorCtr="0">
          <a:noAutofit/>
        </a:bodyPr>
        <a:lstStyle/>
        <a:p>
          <a:pPr marL="0" lvl="0" indent="0" algn="l" defTabSz="1377950">
            <a:lnSpc>
              <a:spcPct val="90000"/>
            </a:lnSpc>
            <a:spcBef>
              <a:spcPct val="0"/>
            </a:spcBef>
            <a:spcAft>
              <a:spcPct val="35000"/>
            </a:spcAft>
            <a:buNone/>
          </a:pPr>
          <a:r>
            <a:rPr lang="en-US" sz="3100" kern="1200" dirty="0"/>
            <a:t>System</a:t>
          </a:r>
        </a:p>
      </dsp:txBody>
      <dsp:txXfrm>
        <a:off x="982826" y="2033494"/>
        <a:ext cx="7252210" cy="581210"/>
      </dsp:txXfrm>
    </dsp:sp>
    <dsp:sp modelId="{E1F51582-DA9E-4C96-9D3F-29A2C7EC576F}">
      <dsp:nvSpPr>
        <dsp:cNvPr id="0" name=""/>
        <dsp:cNvSpPr/>
      </dsp:nvSpPr>
      <dsp:spPr>
        <a:xfrm>
          <a:off x="619569" y="1960843"/>
          <a:ext cx="726513" cy="72651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B9AA49F-3AB7-4D7C-A0D5-8F2ED2456A87}">
      <dsp:nvSpPr>
        <dsp:cNvPr id="0" name=""/>
        <dsp:cNvSpPr/>
      </dsp:nvSpPr>
      <dsp:spPr>
        <a:xfrm>
          <a:off x="855000" y="2905032"/>
          <a:ext cx="7380036" cy="58121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1336" tIns="78740" rIns="78740" bIns="78740" numCol="1" spcCol="1270" anchor="ctr" anchorCtr="0">
          <a:noAutofit/>
        </a:bodyPr>
        <a:lstStyle/>
        <a:p>
          <a:pPr marL="0" lvl="0" indent="0" algn="l" defTabSz="1377950">
            <a:lnSpc>
              <a:spcPct val="90000"/>
            </a:lnSpc>
            <a:spcBef>
              <a:spcPct val="0"/>
            </a:spcBef>
            <a:spcAft>
              <a:spcPct val="35000"/>
            </a:spcAft>
            <a:buNone/>
          </a:pPr>
          <a:r>
            <a:rPr lang="en-US" sz="3100" kern="1200" dirty="0"/>
            <a:t>ForwardedEvents</a:t>
          </a:r>
        </a:p>
      </dsp:txBody>
      <dsp:txXfrm>
        <a:off x="855000" y="2905032"/>
        <a:ext cx="7380036" cy="581210"/>
      </dsp:txXfrm>
    </dsp:sp>
    <dsp:sp modelId="{DA0DEB89-9947-4D65-8CF0-C8135114F6F8}">
      <dsp:nvSpPr>
        <dsp:cNvPr id="0" name=""/>
        <dsp:cNvSpPr/>
      </dsp:nvSpPr>
      <dsp:spPr>
        <a:xfrm>
          <a:off x="491743" y="2832380"/>
          <a:ext cx="726513" cy="72651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C830CF-C788-4663-95FF-CCABA6E098B0}">
      <dsp:nvSpPr>
        <dsp:cNvPr id="0" name=""/>
        <dsp:cNvSpPr/>
      </dsp:nvSpPr>
      <dsp:spPr>
        <a:xfrm>
          <a:off x="438521" y="3776569"/>
          <a:ext cx="7796514" cy="58121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1336" tIns="78740" rIns="78740" bIns="78740" numCol="1" spcCol="1270" anchor="ctr" anchorCtr="0">
          <a:noAutofit/>
        </a:bodyPr>
        <a:lstStyle/>
        <a:p>
          <a:pPr marL="0" lvl="0" indent="0" algn="l" defTabSz="1377950">
            <a:lnSpc>
              <a:spcPct val="90000"/>
            </a:lnSpc>
            <a:spcBef>
              <a:spcPct val="0"/>
            </a:spcBef>
            <a:spcAft>
              <a:spcPct val="35000"/>
            </a:spcAft>
            <a:buNone/>
          </a:pPr>
          <a:r>
            <a:rPr lang="en-US" sz="3100" kern="1200" dirty="0"/>
            <a:t>Applications and Services</a:t>
          </a:r>
        </a:p>
      </dsp:txBody>
      <dsp:txXfrm>
        <a:off x="438521" y="3776569"/>
        <a:ext cx="7796514" cy="581210"/>
      </dsp:txXfrm>
    </dsp:sp>
    <dsp:sp modelId="{B46BB7FA-42FA-4059-9BDE-9B8279F5F04A}">
      <dsp:nvSpPr>
        <dsp:cNvPr id="0" name=""/>
        <dsp:cNvSpPr/>
      </dsp:nvSpPr>
      <dsp:spPr>
        <a:xfrm>
          <a:off x="75265" y="3703918"/>
          <a:ext cx="726513" cy="726513"/>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05B76A-F563-4BB7-BD38-438DEF48738A}">
      <dsp:nvSpPr>
        <dsp:cNvPr id="0" name=""/>
        <dsp:cNvSpPr/>
      </dsp:nvSpPr>
      <dsp:spPr>
        <a:xfrm>
          <a:off x="0" y="419339"/>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D3795E2-FACE-4898-8E4D-B51052D620A6}">
      <dsp:nvSpPr>
        <dsp:cNvPr id="0" name=""/>
        <dsp:cNvSpPr/>
      </dsp:nvSpPr>
      <dsp:spPr>
        <a:xfrm>
          <a:off x="414972" y="35579"/>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Computer hardware configuration</a:t>
          </a:r>
        </a:p>
      </dsp:txBody>
      <dsp:txXfrm>
        <a:off x="452439" y="73046"/>
        <a:ext cx="5734681" cy="692586"/>
      </dsp:txXfrm>
    </dsp:sp>
    <dsp:sp modelId="{531D06D0-04A8-45CD-95F0-71A33DE51827}">
      <dsp:nvSpPr>
        <dsp:cNvPr id="0" name=""/>
        <dsp:cNvSpPr/>
      </dsp:nvSpPr>
      <dsp:spPr>
        <a:xfrm>
          <a:off x="0" y="1598699"/>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A8D67D1-701C-4BC3-8B36-5ED346C77B1D}">
      <dsp:nvSpPr>
        <dsp:cNvPr id="0" name=""/>
        <dsp:cNvSpPr/>
      </dsp:nvSpPr>
      <dsp:spPr>
        <a:xfrm>
          <a:off x="414972" y="1214939"/>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Multiple users and preferences</a:t>
          </a:r>
        </a:p>
      </dsp:txBody>
      <dsp:txXfrm>
        <a:off x="452439" y="1252406"/>
        <a:ext cx="5734681" cy="692586"/>
      </dsp:txXfrm>
    </dsp:sp>
    <dsp:sp modelId="{9777D1FD-354F-43AC-BC90-08E10F3D1534}">
      <dsp:nvSpPr>
        <dsp:cNvPr id="0" name=""/>
        <dsp:cNvSpPr/>
      </dsp:nvSpPr>
      <dsp:spPr>
        <a:xfrm>
          <a:off x="0" y="2778059"/>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D4FDF1-FF58-4974-9EB4-7AD3D325809D}">
      <dsp:nvSpPr>
        <dsp:cNvPr id="0" name=""/>
        <dsp:cNvSpPr/>
      </dsp:nvSpPr>
      <dsp:spPr>
        <a:xfrm>
          <a:off x="414972" y="2394299"/>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Program shortcuts and properties sheets</a:t>
          </a:r>
        </a:p>
      </dsp:txBody>
      <dsp:txXfrm>
        <a:off x="452439" y="2431766"/>
        <a:ext cx="5734681" cy="692586"/>
      </dsp:txXfrm>
    </dsp:sp>
    <dsp:sp modelId="{55AF465D-E245-4C25-8231-8E40470606C8}">
      <dsp:nvSpPr>
        <dsp:cNvPr id="0" name=""/>
        <dsp:cNvSpPr/>
      </dsp:nvSpPr>
      <dsp:spPr>
        <a:xfrm>
          <a:off x="0" y="3957420"/>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02F4F6-F3F7-452F-A04B-11AF09CEF6BE}">
      <dsp:nvSpPr>
        <dsp:cNvPr id="0" name=""/>
        <dsp:cNvSpPr/>
      </dsp:nvSpPr>
      <dsp:spPr>
        <a:xfrm>
          <a:off x="414972" y="3573660"/>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Remote administration through network</a:t>
          </a:r>
        </a:p>
      </dsp:txBody>
      <dsp:txXfrm>
        <a:off x="452439" y="3611127"/>
        <a:ext cx="5734681" cy="69258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452FB-E330-44E5-8FAA-ACB9742B4CCB}">
      <dsp:nvSpPr>
        <dsp:cNvPr id="0" name=""/>
        <dsp:cNvSpPr/>
      </dsp:nvSpPr>
      <dsp:spPr>
        <a:xfrm>
          <a:off x="0" y="127000"/>
          <a:ext cx="1904999" cy="1143000"/>
        </a:xfrm>
        <a:prstGeom prst="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USB</a:t>
          </a:r>
        </a:p>
      </dsp:txBody>
      <dsp:txXfrm>
        <a:off x="0" y="127000"/>
        <a:ext cx="1904999" cy="1143000"/>
      </dsp:txXfrm>
    </dsp:sp>
    <dsp:sp modelId="{D21744A3-8A7B-4C97-A63D-07F4BF119089}">
      <dsp:nvSpPr>
        <dsp:cNvPr id="0" name=""/>
        <dsp:cNvSpPr/>
      </dsp:nvSpPr>
      <dsp:spPr>
        <a:xfrm>
          <a:off x="2095500" y="127000"/>
          <a:ext cx="1904999" cy="1143000"/>
        </a:xfrm>
        <a:prstGeom prst="rect">
          <a:avLst/>
        </a:prstGeom>
        <a:solidFill>
          <a:schemeClr val="accent1">
            <a:shade val="80000"/>
            <a:hueOff val="55464"/>
            <a:satOff val="-3484"/>
            <a:lumOff val="440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Wireless network</a:t>
          </a:r>
        </a:p>
      </dsp:txBody>
      <dsp:txXfrm>
        <a:off x="2095500" y="127000"/>
        <a:ext cx="1904999" cy="1143000"/>
      </dsp:txXfrm>
    </dsp:sp>
    <dsp:sp modelId="{B47CC4DB-169F-4EBC-8E94-291F4ECD698D}">
      <dsp:nvSpPr>
        <dsp:cNvPr id="0" name=""/>
        <dsp:cNvSpPr/>
      </dsp:nvSpPr>
      <dsp:spPr>
        <a:xfrm>
          <a:off x="4191000" y="127000"/>
          <a:ext cx="1904999" cy="1143000"/>
        </a:xfrm>
        <a:prstGeom prst="rect">
          <a:avLst/>
        </a:prstGeom>
        <a:solidFill>
          <a:schemeClr val="accent1">
            <a:shade val="80000"/>
            <a:hueOff val="110929"/>
            <a:satOff val="-6967"/>
            <a:lumOff val="88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Word documents</a:t>
          </a:r>
        </a:p>
      </dsp:txBody>
      <dsp:txXfrm>
        <a:off x="4191000" y="127000"/>
        <a:ext cx="1904999" cy="1143000"/>
      </dsp:txXfrm>
    </dsp:sp>
    <dsp:sp modelId="{9487B076-0582-470B-8F07-58214D79DB44}">
      <dsp:nvSpPr>
        <dsp:cNvPr id="0" name=""/>
        <dsp:cNvSpPr/>
      </dsp:nvSpPr>
      <dsp:spPr>
        <a:xfrm>
          <a:off x="0" y="1460500"/>
          <a:ext cx="1904999" cy="1143000"/>
        </a:xfrm>
        <a:prstGeom prst="rect">
          <a:avLst/>
        </a:prstGeom>
        <a:solidFill>
          <a:schemeClr val="accent1">
            <a:shade val="80000"/>
            <a:hueOff val="166393"/>
            <a:satOff val="-10451"/>
            <a:lumOff val="1321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Malware</a:t>
          </a:r>
        </a:p>
      </dsp:txBody>
      <dsp:txXfrm>
        <a:off x="0" y="1460500"/>
        <a:ext cx="1904999" cy="1143000"/>
      </dsp:txXfrm>
    </dsp:sp>
    <dsp:sp modelId="{7D7DB839-DE75-4604-999F-EF7378E1DE82}">
      <dsp:nvSpPr>
        <dsp:cNvPr id="0" name=""/>
        <dsp:cNvSpPr/>
      </dsp:nvSpPr>
      <dsp:spPr>
        <a:xfrm>
          <a:off x="2095500" y="1460500"/>
          <a:ext cx="1904999" cy="1143000"/>
        </a:xfrm>
        <a:prstGeom prst="rect">
          <a:avLst/>
        </a:prstGeom>
        <a:solidFill>
          <a:schemeClr val="accent1">
            <a:shade val="80000"/>
            <a:hueOff val="221857"/>
            <a:satOff val="-13935"/>
            <a:lumOff val="176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Uninstalled software</a:t>
          </a:r>
        </a:p>
      </dsp:txBody>
      <dsp:txXfrm>
        <a:off x="2095500" y="1460500"/>
        <a:ext cx="1904999" cy="1143000"/>
      </dsp:txXfrm>
    </dsp:sp>
    <dsp:sp modelId="{A3280449-7B23-45F3-B818-8412D6D26AA4}">
      <dsp:nvSpPr>
        <dsp:cNvPr id="0" name=""/>
        <dsp:cNvSpPr/>
      </dsp:nvSpPr>
      <dsp:spPr>
        <a:xfrm>
          <a:off x="4191000" y="1460500"/>
          <a:ext cx="1904999" cy="1143000"/>
        </a:xfrm>
        <a:prstGeom prst="rect">
          <a:avLst/>
        </a:prstGeom>
        <a:solidFill>
          <a:schemeClr val="accent1">
            <a:shade val="80000"/>
            <a:hueOff val="277322"/>
            <a:satOff val="-17419"/>
            <a:lumOff val="2201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Passwords</a:t>
          </a:r>
        </a:p>
      </dsp:txBody>
      <dsp:txXfrm>
        <a:off x="4191000" y="1460500"/>
        <a:ext cx="1904999" cy="1143000"/>
      </dsp:txXfrm>
    </dsp:sp>
    <dsp:sp modelId="{6A86F0EF-0A14-430D-82BC-038405528DDA}">
      <dsp:nvSpPr>
        <dsp:cNvPr id="0" name=""/>
        <dsp:cNvSpPr/>
      </dsp:nvSpPr>
      <dsp:spPr>
        <a:xfrm>
          <a:off x="1047750" y="2793999"/>
          <a:ext cx="1904999" cy="1143000"/>
        </a:xfrm>
        <a:prstGeom prst="rect">
          <a:avLst/>
        </a:prstGeom>
        <a:solidFill>
          <a:schemeClr val="accent1">
            <a:shade val="80000"/>
            <a:hueOff val="332786"/>
            <a:satOff val="-20902"/>
            <a:lumOff val="2642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ShellBag</a:t>
          </a:r>
        </a:p>
      </dsp:txBody>
      <dsp:txXfrm>
        <a:off x="1047750" y="2793999"/>
        <a:ext cx="1904999" cy="1143000"/>
      </dsp:txXfrm>
    </dsp:sp>
    <dsp:sp modelId="{0BBAF235-DA24-4912-BD5B-C6B5B3F40EE7}">
      <dsp:nvSpPr>
        <dsp:cNvPr id="0" name=""/>
        <dsp:cNvSpPr/>
      </dsp:nvSpPr>
      <dsp:spPr>
        <a:xfrm>
          <a:off x="3143250" y="2793999"/>
          <a:ext cx="1904999" cy="1143000"/>
        </a:xfrm>
        <a:prstGeom prst="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Prefetch</a:t>
          </a:r>
        </a:p>
      </dsp:txBody>
      <dsp:txXfrm>
        <a:off x="3143250" y="2793999"/>
        <a:ext cx="1904999" cy="114300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56A81824-3A0A-4449-B277-4C4EF2C82C98}" type="datetime1">
              <a:rPr lang="en-US"/>
              <a:pPr>
                <a:defRPr/>
              </a:pPr>
              <a:t>8/1/2022</a:t>
            </a:fld>
            <a:endParaRPr lang="en-US" dirty="0"/>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17C39099-B8B4-4332-AC94-4BC40256434E}" type="slidenum">
              <a:rPr lang="en-US"/>
              <a:pPr>
                <a:defRPr/>
              </a:pPr>
              <a:t>‹#›</a:t>
            </a:fld>
            <a:endParaRPr lang="en-US" dirty="0"/>
          </a:p>
        </p:txBody>
      </p:sp>
    </p:spTree>
    <p:extLst>
      <p:ext uri="{BB962C8B-B14F-4D97-AF65-F5344CB8AC3E}">
        <p14:creationId xmlns:p14="http://schemas.microsoft.com/office/powerpoint/2010/main" val="28659679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1BABA6E0-89E4-429A-81B3-821B55B4E3D8}" type="datetime1">
              <a:rPr lang="en-US"/>
              <a:pPr>
                <a:defRPr/>
              </a:pPr>
              <a:t>8/1/2022</a:t>
            </a:fld>
            <a:endParaRPr lang="en-US" dirty="0"/>
          </a:p>
        </p:txBody>
      </p:sp>
      <p:sp>
        <p:nvSpPr>
          <p:cNvPr id="28676"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059EE265-D607-49AA-A1E4-38CADC22C3FF}" type="slidenum">
              <a:rPr lang="en-US"/>
              <a:pPr>
                <a:defRPr/>
              </a:pPr>
              <a:t>‹#›</a:t>
            </a:fld>
            <a:endParaRPr lang="en-US" dirty="0"/>
          </a:p>
        </p:txBody>
      </p:sp>
    </p:spTree>
    <p:extLst>
      <p:ext uri="{BB962C8B-B14F-4D97-AF65-F5344CB8AC3E}">
        <p14:creationId xmlns:p14="http://schemas.microsoft.com/office/powerpoint/2010/main" val="1723633155"/>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30275"/>
            <a:fld id="{0B8C3F24-A87F-48D9-9CF8-C10D302E2D23}" type="slidenum">
              <a:rPr lang="en-US" smtClean="0">
                <a:ea typeface="MS PGothic" pitchFamily="34" charset="-128"/>
              </a:rPr>
              <a:pPr defTabSz="930275"/>
              <a:t>1</a:t>
            </a:fld>
            <a:endParaRPr lang="en-US" dirty="0">
              <a:ea typeface="MS PGothic" pitchFamily="34" charset="-128"/>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928206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2</a:t>
            </a:fld>
            <a:endParaRPr lang="en-US" dirty="0">
              <a:latin typeface="Arial" pitchFamily="34" charset="0"/>
            </a:endParaRPr>
          </a:p>
        </p:txBody>
      </p:sp>
    </p:spTree>
    <p:extLst>
      <p:ext uri="{BB962C8B-B14F-4D97-AF65-F5344CB8AC3E}">
        <p14:creationId xmlns:p14="http://schemas.microsoft.com/office/powerpoint/2010/main" val="1824037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3</a:t>
            </a:fld>
            <a:endParaRPr lang="en-US" dirty="0">
              <a:latin typeface="Arial" pitchFamily="34" charset="0"/>
            </a:endParaRPr>
          </a:p>
        </p:txBody>
      </p:sp>
    </p:spTree>
    <p:extLst>
      <p:ext uri="{BB962C8B-B14F-4D97-AF65-F5344CB8AC3E}">
        <p14:creationId xmlns:p14="http://schemas.microsoft.com/office/powerpoint/2010/main" val="2622093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lvl="0"/>
            <a:r>
              <a:rPr lang="en-US" sz="1200" kern="1200" dirty="0">
                <a:solidFill>
                  <a:schemeClr val="tx1"/>
                </a:solidFill>
                <a:effectLst/>
                <a:latin typeface="Times New Roman" pitchFamily="18" charset="0"/>
                <a:ea typeface="+mn-ea"/>
                <a:cs typeface="+mn-cs"/>
              </a:rPr>
              <a:t>Windows 3.1 (released in 1992)—Though earlier versions of Windows had been in existence since 1985, this version became widely popular. At that time, Windows was a </a:t>
            </a:r>
            <a:r>
              <a:rPr lang="en-US" sz="1200" b="1" kern="1200" dirty="0">
                <a:solidFill>
                  <a:schemeClr val="tx1"/>
                </a:solidFill>
                <a:effectLst/>
                <a:latin typeface="Times New Roman" pitchFamily="18" charset="0"/>
                <a:ea typeface="+mn-ea"/>
                <a:cs typeface="+mn-cs"/>
              </a:rPr>
              <a:t>graphical user interface (GUI)</a:t>
            </a:r>
            <a:r>
              <a:rPr lang="en-US" sz="1200" kern="1200" dirty="0">
                <a:solidFill>
                  <a:schemeClr val="tx1"/>
                </a:solidFill>
                <a:effectLst/>
                <a:latin typeface="Times New Roman" pitchFamily="18" charset="0"/>
                <a:ea typeface="+mn-ea"/>
                <a:cs typeface="+mn-cs"/>
              </a:rPr>
              <a:t>, and not really an operating system. The operating system was the </a:t>
            </a:r>
            <a:r>
              <a:rPr lang="en-US" sz="1200" b="1" kern="1200" dirty="0">
                <a:solidFill>
                  <a:schemeClr val="tx1"/>
                </a:solidFill>
                <a:effectLst/>
                <a:latin typeface="Times New Roman" pitchFamily="18" charset="0"/>
                <a:ea typeface="+mn-ea"/>
                <a:cs typeface="+mn-cs"/>
              </a:rPr>
              <a:t>Disk Operating System (DOS)</a:t>
            </a:r>
            <a:r>
              <a:rPr lang="en-US" sz="1200" kern="1200" dirty="0">
                <a:solidFill>
                  <a:schemeClr val="tx1"/>
                </a:solidFill>
                <a:effectLst/>
                <a:latin typeface="Times New Roman" pitchFamily="18" charset="0"/>
                <a:ea typeface="+mn-ea"/>
                <a:cs typeface="+mn-cs"/>
              </a:rPr>
              <a:t>. </a:t>
            </a:r>
          </a:p>
          <a:p>
            <a:pPr lvl="0"/>
            <a:r>
              <a:rPr lang="en-US" sz="1200" kern="1200" dirty="0">
                <a:solidFill>
                  <a:schemeClr val="tx1"/>
                </a:solidFill>
                <a:effectLst/>
                <a:latin typeface="Times New Roman" pitchFamily="18" charset="0"/>
                <a:ea typeface="+mn-ea"/>
                <a:cs typeface="+mn-cs"/>
              </a:rPr>
              <a:t>Windows 95—The underlying operating system and the graphical user interface were fused into one single, coherent product. Shortly after the release of Windows 95, Windows NT 4.0 was released for servers and professionals.</a:t>
            </a:r>
          </a:p>
          <a:p>
            <a:pPr lvl="0"/>
            <a:r>
              <a:rPr lang="en-US" sz="1200" kern="1200" dirty="0">
                <a:solidFill>
                  <a:schemeClr val="tx1"/>
                </a:solidFill>
                <a:effectLst/>
                <a:latin typeface="Times New Roman" pitchFamily="18" charset="0"/>
                <a:ea typeface="+mn-ea"/>
                <a:cs typeface="+mn-cs"/>
              </a:rPr>
              <a:t>Windows 2000—Considered a major improvement in the Windows line. Rather than separate NT and Windows lines, there were simply different editions of Windows 2000, including those for home users, for professional users, and for servers. The differences among the editions were primarily in the features available and the capacity, such as how much random access memory (RAM) could be addressed. With the release of Windows 2000, Microsoft began to recommend NTFS over FAT32 as a file system.</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4</a:t>
            </a:fld>
            <a:endParaRPr lang="en-US" dirty="0"/>
          </a:p>
        </p:txBody>
      </p:sp>
    </p:spTree>
    <p:extLst>
      <p:ext uri="{BB962C8B-B14F-4D97-AF65-F5344CB8AC3E}">
        <p14:creationId xmlns:p14="http://schemas.microsoft.com/office/powerpoint/2010/main" val="3191346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lvl="0"/>
            <a:r>
              <a:rPr lang="en-US" sz="1200" kern="1200" dirty="0">
                <a:solidFill>
                  <a:schemeClr val="tx1"/>
                </a:solidFill>
                <a:effectLst/>
                <a:latin typeface="Times New Roman" pitchFamily="18" charset="0"/>
                <a:ea typeface="+mn-ea"/>
                <a:cs typeface="+mn-cs"/>
              </a:rPr>
              <a:t>Windows XP and Windows Server 2003—Marked a return to having a separate server and desktop system. The interface was not very different, but there were structural improvements.</a:t>
            </a:r>
          </a:p>
          <a:p>
            <a:pPr lvl="0"/>
            <a:r>
              <a:rPr lang="en-US" sz="1200" kern="1200" dirty="0">
                <a:solidFill>
                  <a:schemeClr val="tx1"/>
                </a:solidFill>
                <a:effectLst/>
                <a:latin typeface="Times New Roman" pitchFamily="18" charset="0"/>
                <a:ea typeface="+mn-ea"/>
                <a:cs typeface="+mn-cs"/>
              </a:rPr>
              <a:t>Windows Vista and Windows 7—Had feature changes and additional capabilities over XP, but essentially the interface was moderately tweaked with each version. The same can be said of Windows Server 2008. Someone comfortable with Windows Server 2003 would have no problem working with Windows Server 2008.</a:t>
            </a:r>
          </a:p>
          <a:p>
            <a:pPr lvl="0"/>
            <a:r>
              <a:rPr lang="en-US" sz="1200" kern="1200" dirty="0">
                <a:solidFill>
                  <a:schemeClr val="tx1"/>
                </a:solidFill>
                <a:effectLst/>
                <a:latin typeface="Times New Roman" pitchFamily="18" charset="0"/>
                <a:ea typeface="+mn-ea"/>
                <a:cs typeface="+mn-cs"/>
              </a:rPr>
              <a:t>Windows 8—Was a radical change. Even though the desktop looks much like Windows 7, the operating system is meant to be more like that of a tablet. </a:t>
            </a:r>
          </a:p>
          <a:p>
            <a:endParaRPr lang="en-US" dirty="0"/>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5</a:t>
            </a:fld>
            <a:endParaRPr lang="en-US" dirty="0"/>
          </a:p>
        </p:txBody>
      </p:sp>
    </p:spTree>
    <p:extLst>
      <p:ext uri="{BB962C8B-B14F-4D97-AF65-F5344CB8AC3E}">
        <p14:creationId xmlns:p14="http://schemas.microsoft.com/office/powerpoint/2010/main" val="4136619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6</a:t>
            </a:fld>
            <a:endParaRPr lang="en-US" dirty="0"/>
          </a:p>
        </p:txBody>
      </p:sp>
    </p:spTree>
    <p:extLst>
      <p:ext uri="{BB962C8B-B14F-4D97-AF65-F5344CB8AC3E}">
        <p14:creationId xmlns:p14="http://schemas.microsoft.com/office/powerpoint/2010/main" val="1741169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7</a:t>
            </a:fld>
            <a:endParaRPr lang="en-US" dirty="0">
              <a:latin typeface="Arial" pitchFamily="34" charset="0"/>
            </a:endParaRPr>
          </a:p>
        </p:txBody>
      </p:sp>
    </p:spTree>
    <p:extLst>
      <p:ext uri="{BB962C8B-B14F-4D97-AF65-F5344CB8AC3E}">
        <p14:creationId xmlns:p14="http://schemas.microsoft.com/office/powerpoint/2010/main" val="1245217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171450" indent="-171450">
              <a:buFont typeface="Arial" pitchFamily="34" charset="0"/>
              <a:buChar char="•"/>
            </a:pPr>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8</a:t>
            </a:fld>
            <a:endParaRPr lang="en-US" dirty="0"/>
          </a:p>
        </p:txBody>
      </p:sp>
    </p:spTree>
    <p:extLst>
      <p:ext uri="{BB962C8B-B14F-4D97-AF65-F5344CB8AC3E}">
        <p14:creationId xmlns:p14="http://schemas.microsoft.com/office/powerpoint/2010/main" val="2492409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228600" indent="-228600">
              <a:buFont typeface="+mj-lt"/>
              <a:buAutoNum type="arabicPeriod"/>
            </a:pPr>
            <a:r>
              <a:rPr lang="en-US" sz="1200" kern="1200" dirty="0">
                <a:solidFill>
                  <a:schemeClr val="tx1"/>
                </a:solidFill>
                <a:effectLst/>
                <a:latin typeface="Times New Roman" pitchFamily="18" charset="0"/>
                <a:ea typeface="+mn-ea"/>
                <a:cs typeface="+mn-cs"/>
              </a:rPr>
              <a:t>The BIOS conducts the power-on self test (POST). This is when the system’s BIOS checks to see if the drives, keyboard, and other key items are present and working. This occurs before any operating system components are loaded.</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Computer reads </a:t>
            </a:r>
            <a:r>
              <a:rPr lang="en-US" sz="1200" kern="1200">
                <a:solidFill>
                  <a:schemeClr val="tx1"/>
                </a:solidFill>
                <a:effectLst/>
                <a:latin typeface="Times New Roman" pitchFamily="18" charset="0"/>
                <a:ea typeface="+mn-ea"/>
                <a:cs typeface="+mn-cs"/>
              </a:rPr>
              <a:t>the master boot record </a:t>
            </a:r>
            <a:r>
              <a:rPr lang="en-US" sz="1200" kern="1200" dirty="0">
                <a:solidFill>
                  <a:schemeClr val="tx1"/>
                </a:solidFill>
                <a:effectLst/>
                <a:latin typeface="Times New Roman" pitchFamily="18" charset="0"/>
                <a:ea typeface="+mn-ea"/>
                <a:cs typeface="+mn-cs"/>
              </a:rPr>
              <a:t>(MBR) and partition table.</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MBR locates boot partition. This is the partition that has the operating system on it.</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MBR passes control to boot sector on boot partition.</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Boot sector loads NTLDR (the NT loader). It is the first part of the Windows operating system and responsible for preparing and loading the rest of the operating system. </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Note that if instead of being shut down, Windows has been put in the hibernation state, the contents of hiberfil.sys are loaded into memory and the system resumes at the previous state.</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NTLDR switches from real mode 32-bit memory or 64-bit depending on the system. Real mode is the default for x86 systems. It provides no support for memory protection, multitasking, or code privilege levels.</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NTLDR starts minimal file system drivers (FAT, FAT32, NTFS).</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NTLDR reads boot.ini and displays the boot loader menu. If there are multiple operating systems, they will be displayed.</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Ntldr </a:t>
            </a:r>
            <a:r>
              <a:rPr lang="en-US" sz="1200" kern="1200">
                <a:solidFill>
                  <a:schemeClr val="tx1"/>
                </a:solidFill>
                <a:effectLst/>
                <a:latin typeface="Times New Roman" pitchFamily="18" charset="0"/>
                <a:ea typeface="+mn-ea"/>
                <a:cs typeface="+mn-cs"/>
              </a:rPr>
              <a:t>loads </a:t>
            </a:r>
            <a:r>
              <a:rPr lang="en-US" sz="1100" kern="1200">
                <a:solidFill>
                  <a:schemeClr val="tx1"/>
                </a:solidFill>
                <a:effectLst/>
                <a:latin typeface="Times New Roman" pitchFamily="18" charset="0"/>
                <a:ea typeface="+mn-ea"/>
                <a:cs typeface="+mn-cs"/>
              </a:rPr>
              <a:t>NTOSKRNL</a:t>
            </a:r>
            <a:r>
              <a:rPr lang="en-US" sz="1200" kern="1200">
                <a:solidFill>
                  <a:schemeClr val="tx1"/>
                </a:solidFill>
                <a:effectLst/>
                <a:latin typeface="Times New Roman" pitchFamily="18" charset="0"/>
                <a:ea typeface="+mn-ea"/>
                <a:cs typeface="+mn-cs"/>
              </a:rPr>
              <a:t> </a:t>
            </a:r>
            <a:r>
              <a:rPr lang="en-US" sz="1200" kern="1200" dirty="0">
                <a:solidFill>
                  <a:schemeClr val="tx1"/>
                </a:solidFill>
                <a:effectLst/>
                <a:latin typeface="Times New Roman" pitchFamily="18" charset="0"/>
                <a:ea typeface="+mn-ea"/>
                <a:cs typeface="+mn-cs"/>
              </a:rPr>
              <a:t>and passes hardware information. </a:t>
            </a:r>
            <a:r>
              <a:rPr lang="en-US" sz="1200" kern="1200">
                <a:solidFill>
                  <a:schemeClr val="tx1"/>
                </a:solidFill>
                <a:effectLst/>
                <a:latin typeface="Times New Roman" pitchFamily="18" charset="0"/>
                <a:ea typeface="+mn-ea"/>
                <a:cs typeface="+mn-cs"/>
              </a:rPr>
              <a:t>The NTOSKRNL </a:t>
            </a:r>
            <a:r>
              <a:rPr lang="en-US" sz="1200" kern="1200" dirty="0">
                <a:solidFill>
                  <a:schemeClr val="tx1"/>
                </a:solidFill>
                <a:effectLst/>
                <a:latin typeface="Times New Roman" pitchFamily="18" charset="0"/>
                <a:ea typeface="+mn-ea"/>
                <a:cs typeface="+mn-cs"/>
              </a:rPr>
              <a:t>is the actual kernel for the Windows operating system. This is the end of the boot phase and the beginning of the load phase.</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NTLDR loads hal.dll (hardware abstraction layer).</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NTLDR loads the system hive (i.e., the Registry) and reads in settings from it.</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Kernel initialization begins (screen turns blue).</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Services load phase begins.</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Win32 subsystem start phase begins.</a:t>
            </a:r>
          </a:p>
          <a:p>
            <a:pPr marL="228600" indent="-228600">
              <a:buFont typeface="+mj-lt"/>
              <a:buAutoNum type="arabicPeriod"/>
            </a:pPr>
            <a:r>
              <a:rPr lang="en-US" sz="1200" kern="1200" dirty="0">
                <a:solidFill>
                  <a:schemeClr val="tx1"/>
                </a:solidFill>
                <a:effectLst/>
                <a:latin typeface="Times New Roman" pitchFamily="18" charset="0"/>
                <a:ea typeface="+mn-ea"/>
                <a:cs typeface="+mn-cs"/>
              </a:rPr>
              <a:t>User logs on.</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9</a:t>
            </a:fld>
            <a:endParaRPr lang="en-US" dirty="0"/>
          </a:p>
        </p:txBody>
      </p:sp>
    </p:spTree>
    <p:extLst>
      <p:ext uri="{BB962C8B-B14F-4D97-AF65-F5344CB8AC3E}">
        <p14:creationId xmlns:p14="http://schemas.microsoft.com/office/powerpoint/2010/main" val="1636832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228600" indent="-228600">
              <a:buFont typeface="+mj-lt"/>
              <a:buAutoNum type="arabicPeriod"/>
            </a:pPr>
            <a:r>
              <a:rPr lang="en-US" sz="1200" kern="1200">
                <a:solidFill>
                  <a:schemeClr val="tx1"/>
                </a:solidFill>
                <a:effectLst/>
                <a:latin typeface="Times New Roman" pitchFamily="18" charset="0"/>
                <a:ea typeface="+mn-ea"/>
                <a:cs typeface="+mn-cs"/>
              </a:rPr>
              <a:t>The BIOS conducts the power-on self test (POST). This is when the system’s BIOS checks to see if the drives, keyboard, and other key items are present and working. This occurs before any operating system components are loaded.</a:t>
            </a:r>
          </a:p>
          <a:p>
            <a:pPr marL="228600" indent="-228600">
              <a:buFont typeface="+mj-lt"/>
              <a:buAutoNum type="arabicPeriod"/>
            </a:pPr>
            <a:r>
              <a:rPr lang="en-US" sz="1200" kern="1200">
                <a:solidFill>
                  <a:schemeClr val="tx1"/>
                </a:solidFill>
                <a:effectLst/>
                <a:latin typeface="Times New Roman" pitchFamily="18" charset="0"/>
                <a:ea typeface="+mn-ea"/>
                <a:cs typeface="+mn-cs"/>
              </a:rPr>
              <a:t>Computer reads the master boot record (MBR) and partition table.</a:t>
            </a:r>
          </a:p>
          <a:p>
            <a:pPr marL="228600" indent="-228600">
              <a:buFont typeface="+mj-lt"/>
              <a:buAutoNum type="arabicPeriod"/>
            </a:pPr>
            <a:r>
              <a:rPr lang="en-US" sz="1200" kern="1200">
                <a:solidFill>
                  <a:schemeClr val="tx1"/>
                </a:solidFill>
                <a:effectLst/>
                <a:latin typeface="Times New Roman" pitchFamily="18" charset="0"/>
                <a:ea typeface="+mn-ea"/>
                <a:cs typeface="+mn-cs"/>
              </a:rPr>
              <a:t>MBR locates boot partition. This is the partition that has the operating system on it.</a:t>
            </a:r>
          </a:p>
          <a:p>
            <a:pPr marL="228600" indent="-228600">
              <a:buFont typeface="+mj-lt"/>
              <a:buAutoNum type="arabicPeriod"/>
            </a:pPr>
            <a:r>
              <a:rPr lang="en-US" sz="1200" kern="1200">
                <a:solidFill>
                  <a:schemeClr val="tx1"/>
                </a:solidFill>
                <a:effectLst/>
                <a:latin typeface="Times New Roman" pitchFamily="18" charset="0"/>
                <a:ea typeface="+mn-ea"/>
                <a:cs typeface="+mn-cs"/>
              </a:rPr>
              <a:t>MBR passes control to boot sector on boot partition.</a:t>
            </a:r>
          </a:p>
          <a:p>
            <a:pPr marL="228600" indent="-228600">
              <a:buFont typeface="+mj-lt"/>
              <a:buAutoNum type="arabicPeriod"/>
            </a:pPr>
            <a:r>
              <a:rPr lang="en-US" sz="1200" kern="1200">
                <a:solidFill>
                  <a:schemeClr val="tx1"/>
                </a:solidFill>
                <a:effectLst/>
                <a:latin typeface="Times New Roman" pitchFamily="18" charset="0"/>
                <a:ea typeface="+mn-ea"/>
                <a:cs typeface="+mn-cs"/>
              </a:rPr>
              <a:t>Boot sector loads NTLDR (the NT loader). It is the first part of the Windows operating system and responsible for preparing and loading the rest of the operating system. </a:t>
            </a:r>
          </a:p>
          <a:p>
            <a:pPr marL="228600" indent="-228600">
              <a:buFont typeface="+mj-lt"/>
              <a:buAutoNum type="arabicPeriod"/>
            </a:pPr>
            <a:r>
              <a:rPr lang="en-US" sz="1200" kern="1200">
                <a:solidFill>
                  <a:schemeClr val="tx1"/>
                </a:solidFill>
                <a:effectLst/>
                <a:latin typeface="Times New Roman" pitchFamily="18" charset="0"/>
                <a:ea typeface="+mn-ea"/>
                <a:cs typeface="+mn-cs"/>
              </a:rPr>
              <a:t>Note that if instead of being shut down, Windows has been put in the hibernation state, the contents of hiberfil.sys are loaded into memory and the system resumes at the previous state.</a:t>
            </a:r>
          </a:p>
          <a:p>
            <a:pPr marL="228600" indent="-228600">
              <a:buFont typeface="+mj-lt"/>
              <a:buAutoNum type="arabicPeriod"/>
            </a:pPr>
            <a:r>
              <a:rPr lang="en-US" sz="1200" kern="1200">
                <a:solidFill>
                  <a:schemeClr val="tx1"/>
                </a:solidFill>
                <a:effectLst/>
                <a:latin typeface="Times New Roman" pitchFamily="18" charset="0"/>
                <a:ea typeface="+mn-ea"/>
                <a:cs typeface="+mn-cs"/>
              </a:rPr>
              <a:t>NTLDR switches from real mode 32-bit memory or 64-bit depending on the system. Real mode is the default for x86 systems. It provides no support for memory protection, multitasking, or code privilege levels.</a:t>
            </a:r>
          </a:p>
          <a:p>
            <a:pPr marL="228600" indent="-228600">
              <a:buFont typeface="+mj-lt"/>
              <a:buAutoNum type="arabicPeriod"/>
            </a:pPr>
            <a:r>
              <a:rPr lang="en-US" sz="1200" kern="1200">
                <a:solidFill>
                  <a:schemeClr val="tx1"/>
                </a:solidFill>
                <a:effectLst/>
                <a:latin typeface="Times New Roman" pitchFamily="18" charset="0"/>
                <a:ea typeface="+mn-ea"/>
                <a:cs typeface="+mn-cs"/>
              </a:rPr>
              <a:t>NTLDR starts minimal file system drivers (FAT, FAT32, NTFS).</a:t>
            </a:r>
          </a:p>
          <a:p>
            <a:pPr marL="228600" indent="-228600">
              <a:buFont typeface="+mj-lt"/>
              <a:buAutoNum type="arabicPeriod"/>
            </a:pPr>
            <a:r>
              <a:rPr lang="en-US" sz="1200" kern="1200">
                <a:solidFill>
                  <a:schemeClr val="tx1"/>
                </a:solidFill>
                <a:effectLst/>
                <a:latin typeface="Times New Roman" pitchFamily="18" charset="0"/>
                <a:ea typeface="+mn-ea"/>
                <a:cs typeface="+mn-cs"/>
              </a:rPr>
              <a:t>NTLDR reads boot.ini and displays the boot loader menu. If there are multiple operating systems, they will be displayed.</a:t>
            </a:r>
          </a:p>
          <a:p>
            <a:pPr marL="228600" indent="-228600">
              <a:buFont typeface="+mj-lt"/>
              <a:buAutoNum type="arabicPeriod"/>
            </a:pPr>
            <a:r>
              <a:rPr lang="en-US" sz="1200" kern="1200">
                <a:solidFill>
                  <a:schemeClr val="tx1"/>
                </a:solidFill>
                <a:effectLst/>
                <a:latin typeface="Times New Roman" pitchFamily="18" charset="0"/>
                <a:ea typeface="+mn-ea"/>
                <a:cs typeface="+mn-cs"/>
              </a:rPr>
              <a:t>Ntldr loads </a:t>
            </a:r>
            <a:r>
              <a:rPr lang="en-US" sz="1100" kern="1200">
                <a:solidFill>
                  <a:schemeClr val="tx1"/>
                </a:solidFill>
                <a:effectLst/>
                <a:latin typeface="Times New Roman" pitchFamily="18" charset="0"/>
                <a:ea typeface="+mn-ea"/>
                <a:cs typeface="+mn-cs"/>
              </a:rPr>
              <a:t>NTOSKRNL</a:t>
            </a:r>
            <a:r>
              <a:rPr lang="en-US" sz="1200" kern="1200">
                <a:solidFill>
                  <a:schemeClr val="tx1"/>
                </a:solidFill>
                <a:effectLst/>
                <a:latin typeface="Times New Roman" pitchFamily="18" charset="0"/>
                <a:ea typeface="+mn-ea"/>
                <a:cs typeface="+mn-cs"/>
              </a:rPr>
              <a:t> and passes hardware information. The NTOSKRNL is the actual kernel for the Windows operating system. This is the end of the boot phase and the beginning of the load phase.</a:t>
            </a:r>
          </a:p>
          <a:p>
            <a:pPr marL="228600" indent="-228600">
              <a:buFont typeface="+mj-lt"/>
              <a:buAutoNum type="arabicPeriod"/>
            </a:pPr>
            <a:r>
              <a:rPr lang="en-US" sz="1200" kern="1200">
                <a:solidFill>
                  <a:schemeClr val="tx1"/>
                </a:solidFill>
                <a:effectLst/>
                <a:latin typeface="Times New Roman" pitchFamily="18" charset="0"/>
                <a:ea typeface="+mn-ea"/>
                <a:cs typeface="+mn-cs"/>
              </a:rPr>
              <a:t>NTLDR loads hal.dll (hardware abstraction layer).</a:t>
            </a:r>
          </a:p>
          <a:p>
            <a:pPr marL="228600" indent="-228600">
              <a:buFont typeface="+mj-lt"/>
              <a:buAutoNum type="arabicPeriod"/>
            </a:pPr>
            <a:r>
              <a:rPr lang="en-US" sz="1200" kern="1200">
                <a:solidFill>
                  <a:schemeClr val="tx1"/>
                </a:solidFill>
                <a:effectLst/>
                <a:latin typeface="Times New Roman" pitchFamily="18" charset="0"/>
                <a:ea typeface="+mn-ea"/>
                <a:cs typeface="+mn-cs"/>
              </a:rPr>
              <a:t>NTLDR loads the system hive (i.e., the Registry) and reads in settings from it.</a:t>
            </a:r>
          </a:p>
          <a:p>
            <a:pPr marL="228600" indent="-228600">
              <a:buFont typeface="+mj-lt"/>
              <a:buAutoNum type="arabicPeriod"/>
            </a:pPr>
            <a:r>
              <a:rPr lang="en-US" sz="1200" kern="1200">
                <a:solidFill>
                  <a:schemeClr val="tx1"/>
                </a:solidFill>
                <a:effectLst/>
                <a:latin typeface="Times New Roman" pitchFamily="18" charset="0"/>
                <a:ea typeface="+mn-ea"/>
                <a:cs typeface="+mn-cs"/>
              </a:rPr>
              <a:t>Kernel initialization begins (screen turns blue).</a:t>
            </a:r>
          </a:p>
          <a:p>
            <a:pPr marL="228600" indent="-228600">
              <a:buFont typeface="+mj-lt"/>
              <a:buAutoNum type="arabicPeriod"/>
            </a:pPr>
            <a:r>
              <a:rPr lang="en-US" sz="1200" kern="1200">
                <a:solidFill>
                  <a:schemeClr val="tx1"/>
                </a:solidFill>
                <a:effectLst/>
                <a:latin typeface="Times New Roman" pitchFamily="18" charset="0"/>
                <a:ea typeface="+mn-ea"/>
                <a:cs typeface="+mn-cs"/>
              </a:rPr>
              <a:t>Services load phase begins.</a:t>
            </a:r>
          </a:p>
          <a:p>
            <a:pPr marL="228600" indent="-228600">
              <a:buFont typeface="+mj-lt"/>
              <a:buAutoNum type="arabicPeriod"/>
            </a:pPr>
            <a:r>
              <a:rPr lang="en-US" sz="1200" kern="1200">
                <a:solidFill>
                  <a:schemeClr val="tx1"/>
                </a:solidFill>
                <a:effectLst/>
                <a:latin typeface="Times New Roman" pitchFamily="18" charset="0"/>
                <a:ea typeface="+mn-ea"/>
                <a:cs typeface="+mn-cs"/>
              </a:rPr>
              <a:t>Win32 subsystem start phase begins.</a:t>
            </a:r>
          </a:p>
          <a:p>
            <a:pPr marL="228600" indent="-228600">
              <a:buFont typeface="+mj-lt"/>
              <a:buAutoNum type="arabicPeriod"/>
            </a:pPr>
            <a:r>
              <a:rPr lang="en-US" sz="1200" kern="1200">
                <a:solidFill>
                  <a:schemeClr val="tx1"/>
                </a:solidFill>
                <a:effectLst/>
                <a:latin typeface="Times New Roman" pitchFamily="18" charset="0"/>
                <a:ea typeface="+mn-ea"/>
                <a:cs typeface="+mn-cs"/>
              </a:rPr>
              <a:t>User logs on.</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10</a:t>
            </a:fld>
            <a:endParaRPr lang="en-US" dirty="0"/>
          </a:p>
        </p:txBody>
      </p:sp>
    </p:spTree>
    <p:extLst>
      <p:ext uri="{BB962C8B-B14F-4D97-AF65-F5344CB8AC3E}">
        <p14:creationId xmlns:p14="http://schemas.microsoft.com/office/powerpoint/2010/main" val="432913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171450" indent="-171450">
              <a:buFont typeface="Arial" panose="020B0604020202020204" pitchFamily="34" charset="0"/>
              <a:buChar char="•"/>
            </a:pPr>
            <a:r>
              <a:rPr lang="en-US" b="1"/>
              <a:t>Ntdetect.com</a:t>
            </a:r>
            <a:r>
              <a:rPr lang="en-US"/>
              <a:t>—A program that queries the computer for basic device/config data like time/date from CMOS, system bus types, disk drives, ports, and so on</a:t>
            </a:r>
            <a:endParaRPr lang="en-US" b="1"/>
          </a:p>
          <a:p>
            <a:pPr marL="171450" indent="-171450">
              <a:buFont typeface="Arial" panose="020B0604020202020204" pitchFamily="34" charset="0"/>
              <a:buChar char="•"/>
            </a:pPr>
            <a:r>
              <a:rPr lang="en-US" b="1"/>
              <a:t>Ntbootdd.sys</a:t>
            </a:r>
            <a:r>
              <a:rPr lang="en-US"/>
              <a:t>—A storage controller device driver</a:t>
            </a:r>
          </a:p>
          <a:p>
            <a:pPr marL="171450" indent="-171450">
              <a:buFont typeface="Arial" panose="020B0604020202020204" pitchFamily="34" charset="0"/>
              <a:buChar char="•"/>
            </a:pPr>
            <a:r>
              <a:rPr lang="en-US" b="1"/>
              <a:t>Ntoskrnl.exe</a:t>
            </a:r>
            <a:r>
              <a:rPr lang="en-US"/>
              <a:t>—The core of the operating system</a:t>
            </a:r>
          </a:p>
          <a:p>
            <a:pPr marL="171450" indent="-171450">
              <a:buFont typeface="Arial" panose="020B0604020202020204" pitchFamily="34" charset="0"/>
              <a:buChar char="•"/>
            </a:pPr>
            <a:r>
              <a:rPr lang="en-US" b="1"/>
              <a:t>Hal.dll</a:t>
            </a:r>
            <a:r>
              <a:rPr lang="en-US"/>
              <a:t>—An interface for hardware</a:t>
            </a:r>
          </a:p>
          <a:p>
            <a:pPr marL="171450" indent="-171450">
              <a:buFont typeface="Arial" panose="020B0604020202020204" pitchFamily="34" charset="0"/>
              <a:buChar char="•"/>
            </a:pPr>
            <a:r>
              <a:rPr lang="en-US" b="1"/>
              <a:t>Smss.exe</a:t>
            </a:r>
            <a:r>
              <a:rPr lang="en-US"/>
              <a:t>—A program that handles services on your system</a:t>
            </a:r>
          </a:p>
          <a:p>
            <a:pPr marL="171450" indent="-171450">
              <a:buFont typeface="Arial" panose="020B0604020202020204" pitchFamily="34" charset="0"/>
              <a:buChar char="•"/>
            </a:pPr>
            <a:r>
              <a:rPr lang="en-US" b="1"/>
              <a:t>Winlogon.exe</a:t>
            </a:r>
            <a:r>
              <a:rPr lang="en-US"/>
              <a:t>—The program that logs you on</a:t>
            </a:r>
          </a:p>
          <a:p>
            <a:pPr marL="171450" indent="-171450">
              <a:buFont typeface="Arial" panose="020B0604020202020204" pitchFamily="34" charset="0"/>
              <a:buChar char="•"/>
            </a:pPr>
            <a:r>
              <a:rPr lang="en-US" b="1"/>
              <a:t>Lsass.exe</a:t>
            </a:r>
            <a:r>
              <a:rPr lang="en-US"/>
              <a:t>—The program that handles security and logon policies</a:t>
            </a:r>
          </a:p>
          <a:p>
            <a:pPr marL="171450" indent="-171450">
              <a:buFont typeface="Arial" panose="020B0604020202020204" pitchFamily="34" charset="0"/>
              <a:buChar char="•"/>
            </a:pPr>
            <a:r>
              <a:rPr lang="en-US" b="1"/>
              <a:t>Explorer.exe</a:t>
            </a:r>
            <a:r>
              <a:rPr lang="en-US"/>
              <a:t>—The interface the user interacts with, such as the desktop, Windows Explorer, and so on</a:t>
            </a:r>
          </a:p>
          <a:p>
            <a:pPr marL="171450" indent="-171450">
              <a:buFont typeface="Arial" panose="020B0604020202020204" pitchFamily="34" charset="0"/>
              <a:buChar char="•"/>
            </a:pPr>
            <a:r>
              <a:rPr lang="en-US" b="1"/>
              <a:t>Crss.exe</a:t>
            </a:r>
            <a:r>
              <a:rPr lang="en-US"/>
              <a:t>—The program that handles tasks like creating threads, console windows, and so forth</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11</a:t>
            </a:fld>
            <a:endParaRPr lang="en-US" dirty="0"/>
          </a:p>
        </p:txBody>
      </p:sp>
    </p:spTree>
    <p:extLst>
      <p:ext uri="{BB962C8B-B14F-4D97-AF65-F5344CB8AC3E}">
        <p14:creationId xmlns:p14="http://schemas.microsoft.com/office/powerpoint/2010/main" val="3354671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With</a:t>
            </a:r>
            <a:r>
              <a:rPr lang="en-US" sz="1200" b="1" kern="1200" dirty="0">
                <a:solidFill>
                  <a:schemeClr val="tx1"/>
                </a:solidFill>
                <a:effectLst/>
                <a:latin typeface="Times New Roman" pitchFamily="18" charset="0"/>
                <a:ea typeface="+mn-ea"/>
                <a:cs typeface="+mn-cs"/>
              </a:rPr>
              <a:t> volatile memory analysis</a:t>
            </a:r>
            <a:r>
              <a:rPr lang="en-US" sz="1200" kern="1200" dirty="0">
                <a:solidFill>
                  <a:schemeClr val="tx1"/>
                </a:solidFill>
                <a:effectLst/>
                <a:latin typeface="Times New Roman" pitchFamily="18" charset="0"/>
                <a:ea typeface="+mn-ea"/>
                <a:cs typeface="+mn-cs"/>
              </a:rPr>
              <a:t>, you establish:</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A trusted command shell</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A data collection system and a method for transmitting </a:t>
            </a:r>
            <a:r>
              <a:rPr lang="en-US" sz="1200" kern="1200">
                <a:solidFill>
                  <a:schemeClr val="tx1"/>
                </a:solidFill>
                <a:effectLst/>
                <a:latin typeface="Times New Roman" pitchFamily="18" charset="0"/>
                <a:ea typeface="+mn-ea"/>
                <a:cs typeface="+mn-cs"/>
              </a:rPr>
              <a:t>the data</a:t>
            </a:r>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steps in volatile memory analysis are as follows:</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Acquire a physical memory dump of the compromised system and transmit it to the data collection system for analysis. VMware allows you to simply suspend the virtual machine and use the .vmem file as a memory image. </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Compute the hash after you complete the memory capture. You don’t need to calculate a hash before data acquisition. Due to the volatile nature of running memory, the imaging process involves taking a snapshot of a “moving target.”</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Analyze the evidence on the collection system. Unlike live response, you don’t need any additional evidence from the compromised system. </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Justify the validity of the acquired memory data (essential when producing digital data from a live system as evidence in court). One common approach is to acquire volatile memory data in a </a:t>
            </a:r>
            <a:r>
              <a:rPr lang="en-US" sz="1200" b="1" kern="1200" dirty="0">
                <a:solidFill>
                  <a:schemeClr val="tx1"/>
                </a:solidFill>
                <a:effectLst/>
                <a:latin typeface="Times New Roman" pitchFamily="18" charset="0"/>
                <a:ea typeface="+mn-ea"/>
                <a:cs typeface="+mn-cs"/>
              </a:rPr>
              <a:t>dump</a:t>
            </a:r>
            <a:r>
              <a:rPr lang="en-US" sz="1200" kern="1200" dirty="0">
                <a:solidFill>
                  <a:schemeClr val="tx1"/>
                </a:solidFill>
                <a:effectLst/>
                <a:latin typeface="Times New Roman" pitchFamily="18" charset="0"/>
                <a:ea typeface="+mn-ea"/>
                <a:cs typeface="+mn-cs"/>
              </a:rPr>
              <a:t> file for offline examination. You can then analyze the dump electronically or manually in its static state.</a:t>
            </a:r>
          </a:p>
          <a:p>
            <a:r>
              <a:rPr lang="en-US" sz="1200" kern="1200">
                <a:solidFill>
                  <a:schemeClr val="tx1"/>
                </a:solidFill>
                <a:effectLst/>
                <a:latin typeface="Times New Roman" pitchFamily="18" charset="0"/>
                <a:ea typeface="+mn-ea"/>
                <a:cs typeface="+mn-cs"/>
              </a:rPr>
              <a:t> </a:t>
            </a:r>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12</a:t>
            </a:fld>
            <a:endParaRPr lang="en-US" dirty="0"/>
          </a:p>
        </p:txBody>
      </p:sp>
    </p:spTree>
    <p:extLst>
      <p:ext uri="{BB962C8B-B14F-4D97-AF65-F5344CB8AC3E}">
        <p14:creationId xmlns:p14="http://schemas.microsoft.com/office/powerpoint/2010/main" val="365323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Times New Roman" pitchFamily="18" charset="0"/>
                <a:ea typeface="+mn-ea"/>
                <a:cs typeface="+mn-cs"/>
              </a:rPr>
              <a:t>Toolkits are available for collecting volatile memory data. These automated programs run on live systems and collect transient memory data. A major drawback of these tools is that they rely on the underlying operating system. Running them on a compromised system could affect the collected data’s reliability.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Times New Roman" pitchFamily="18" charset="0"/>
                <a:ea typeface="+mn-ea"/>
                <a:cs typeface="+mn-cs"/>
              </a:rPr>
              <a:t>Maintaining </a:t>
            </a:r>
            <a:r>
              <a:rPr lang="en-US" sz="1200" kern="1200" dirty="0">
                <a:solidFill>
                  <a:schemeClr val="tx1"/>
                </a:solidFill>
                <a:effectLst/>
                <a:latin typeface="Times New Roman" pitchFamily="18" charset="0"/>
                <a:ea typeface="+mn-ea"/>
                <a:cs typeface="+mn-cs"/>
              </a:rPr>
              <a:t>data consistency is a problem with live system forensics in which data is not acquired at a unified moment. If a system is running, it is impossible to freeze the machine’s state in the course of data acquisition. Even the most efficient method introduces a time difference between the moment you acquire the first bit and the moment you acquire the last bit. </a:t>
            </a:r>
          </a:p>
          <a:p>
            <a:endParaRPr lang="en-US" dirty="0"/>
          </a:p>
        </p:txBody>
      </p:sp>
      <p:sp>
        <p:nvSpPr>
          <p:cNvPr id="41988"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08D37EF1-EBDF-4C4A-A9F0-66B0E73AFD5D}" type="datetime1">
              <a:rPr lang="en-US" sz="1300">
                <a:latin typeface="Times New Roman" pitchFamily="18" charset="0"/>
              </a:rPr>
              <a:pPr algn="r" defTabSz="931863"/>
              <a:t>8/1/2022</a:t>
            </a:fld>
            <a:endParaRPr lang="en-US" sz="1300" dirty="0">
              <a:latin typeface="Times New Roman" pitchFamily="18" charset="0"/>
            </a:endParaRPr>
          </a:p>
        </p:txBody>
      </p:sp>
      <p:sp>
        <p:nvSpPr>
          <p:cNvPr id="41989" name="Footer Placeholder 4"/>
          <p:cNvSpPr txBox="1">
            <a:spLocks noGrp="1"/>
          </p:cNvSpPr>
          <p:nvPr/>
        </p:nvSpPr>
        <p:spPr bwMode="auto">
          <a:xfrm>
            <a:off x="0" y="8832850"/>
            <a:ext cx="3038475" cy="463550"/>
          </a:xfrm>
          <a:prstGeom prst="rect">
            <a:avLst/>
          </a:prstGeom>
          <a:noFill/>
          <a:ln w="9525">
            <a:noFill/>
            <a:miter lim="800000"/>
            <a:headEnd/>
            <a:tailEnd/>
          </a:ln>
        </p:spPr>
        <p:txBody>
          <a:bodyPr lIns="93172" tIns="46586" rIns="93172" bIns="46586" anchor="b"/>
          <a:lstStyle/>
          <a:p>
            <a:pPr defTabSz="931863"/>
            <a:endParaRPr lang="en-US" sz="1300" dirty="0">
              <a:latin typeface="Times New Roman" pitchFamily="18" charset="0"/>
            </a:endParaRPr>
          </a:p>
        </p:txBody>
      </p:sp>
      <p:sp>
        <p:nvSpPr>
          <p:cNvPr id="41990"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1145E81E-3422-4B2E-8F3B-477B6ED05CAC}" type="slidenum">
              <a:rPr lang="en-US" sz="1300">
                <a:latin typeface="Times New Roman" pitchFamily="18" charset="0"/>
              </a:rPr>
              <a:pPr algn="r" defTabSz="931863"/>
              <a:t>13</a:t>
            </a:fld>
            <a:endParaRPr lang="en-US" sz="1300" dirty="0">
              <a:latin typeface="Times New Roman" pitchFamily="18" charset="0"/>
            </a:endParaRPr>
          </a:p>
        </p:txBody>
      </p:sp>
    </p:spTree>
    <p:extLst>
      <p:ext uri="{BB962C8B-B14F-4D97-AF65-F5344CB8AC3E}">
        <p14:creationId xmlns:p14="http://schemas.microsoft.com/office/powerpoint/2010/main" val="3413594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When dumping memory, keep in mind that there are actually two types of memory:</a:t>
            </a:r>
          </a:p>
          <a:p>
            <a:pPr lvl="0"/>
            <a:r>
              <a:rPr lang="en-US" sz="1200" b="1" kern="1200" dirty="0">
                <a:solidFill>
                  <a:schemeClr val="tx1"/>
                </a:solidFill>
                <a:effectLst/>
                <a:latin typeface="Times New Roman" pitchFamily="18" charset="0"/>
                <a:ea typeface="+mn-ea"/>
                <a:cs typeface="+mn-cs"/>
              </a:rPr>
              <a:t>Stack (</a:t>
            </a:r>
            <a:r>
              <a:rPr lang="en-US" sz="1200" b="1" i="1" kern="1200" dirty="0">
                <a:solidFill>
                  <a:schemeClr val="tx1"/>
                </a:solidFill>
                <a:effectLst/>
                <a:latin typeface="Times New Roman" pitchFamily="18" charset="0"/>
                <a:ea typeface="+mn-ea"/>
                <a:cs typeface="+mn-cs"/>
              </a:rPr>
              <a:t>S</a:t>
            </a:r>
            <a:r>
              <a:rPr lang="en-US" sz="1200" b="1" kern="1200" dirty="0">
                <a:solidFill>
                  <a:schemeClr val="tx1"/>
                </a:solidFill>
                <a:effectLst/>
                <a:latin typeface="Times New Roman" pitchFamily="18" charset="0"/>
                <a:ea typeface="+mn-ea"/>
                <a:cs typeface="+mn-cs"/>
              </a:rPr>
              <a:t>)</a:t>
            </a:r>
            <a:r>
              <a:rPr lang="en-US" sz="1200" kern="1200" dirty="0">
                <a:solidFill>
                  <a:schemeClr val="tx1"/>
                </a:solidFill>
                <a:effectLst/>
                <a:latin typeface="Times New Roman" pitchFamily="18" charset="0"/>
                <a:ea typeface="+mn-ea"/>
                <a:cs typeface="+mn-cs"/>
              </a:rPr>
              <a:t>—Allocated based on the last-in, first-out (LIFO) principle. When the program is running, program variables use the memory allocated to the stack area again and again. This segment is the most dynamic area of the memory process. The data within this segment is discrepant and influenced by the program’s various function calls.</a:t>
            </a:r>
          </a:p>
          <a:p>
            <a:pPr lvl="0"/>
            <a:endParaRPr lang="en-US" sz="1200" kern="1200" dirty="0">
              <a:solidFill>
                <a:schemeClr val="tx1"/>
              </a:solidFill>
              <a:effectLst/>
              <a:latin typeface="Times New Roman" pitchFamily="18" charset="0"/>
              <a:ea typeface="+mn-ea"/>
              <a:cs typeface="+mn-cs"/>
            </a:endParaRPr>
          </a:p>
          <a:p>
            <a:pPr lvl="0"/>
            <a:r>
              <a:rPr lang="en-US" sz="1200" b="1" kern="1200" dirty="0">
                <a:solidFill>
                  <a:schemeClr val="tx1"/>
                </a:solidFill>
                <a:effectLst/>
                <a:latin typeface="Times New Roman" pitchFamily="18" charset="0"/>
                <a:ea typeface="+mn-ea"/>
                <a:cs typeface="+mn-cs"/>
              </a:rPr>
              <a:t>Heap (</a:t>
            </a:r>
            <a:r>
              <a:rPr lang="en-US" sz="1200" b="1" i="1" kern="1200" dirty="0">
                <a:solidFill>
                  <a:schemeClr val="tx1"/>
                </a:solidFill>
                <a:effectLst/>
                <a:latin typeface="Times New Roman" pitchFamily="18" charset="0"/>
                <a:ea typeface="+mn-ea"/>
                <a:cs typeface="+mn-cs"/>
              </a:rPr>
              <a:t>H</a:t>
            </a:r>
            <a:r>
              <a:rPr lang="en-US" sz="1200" b="1" kern="1200" dirty="0">
                <a:solidFill>
                  <a:schemeClr val="tx1"/>
                </a:solidFill>
                <a:effectLst/>
                <a:latin typeface="Times New Roman" pitchFamily="18" charset="0"/>
                <a:ea typeface="+mn-ea"/>
                <a:cs typeface="+mn-cs"/>
              </a:rPr>
              <a:t>)</a:t>
            </a:r>
            <a:r>
              <a:rPr lang="en-US" sz="1200" kern="1200" dirty="0">
                <a:solidFill>
                  <a:schemeClr val="tx1"/>
                </a:solidFill>
                <a:effectLst/>
                <a:latin typeface="Times New Roman" pitchFamily="18" charset="0"/>
                <a:ea typeface="+mn-ea"/>
                <a:cs typeface="+mn-cs"/>
              </a:rPr>
              <a:t>—A process may use a memory allocator such as malloc to request dynamic memory. When this happens, the address space of the process expands. The data in the heap area can exist between function calls. The memory allocator may reuse memory that has been released by the process. Therefore, heap data is less stable than the data in the data segment.</a:t>
            </a:r>
          </a:p>
          <a:p>
            <a:endParaRPr lang="en-US" sz="1200" kern="1200">
              <a:solidFill>
                <a:schemeClr val="tx1"/>
              </a:solidFill>
              <a:effectLst/>
              <a:latin typeface="Times New Roman" pitchFamily="18" charset="0"/>
              <a:ea typeface="+mn-ea"/>
              <a:cs typeface="+mn-cs"/>
            </a:endParaRPr>
          </a:p>
          <a:p>
            <a:endParaRPr lang="en-US" sz="1200" kern="1200" dirty="0">
              <a:solidFill>
                <a:schemeClr val="tx1"/>
              </a:solidFill>
              <a:effectLst/>
              <a:latin typeface="Times New Roman" pitchFamily="18" charset="0"/>
              <a:ea typeface="+mn-ea"/>
              <a:cs typeface="+mn-cs"/>
            </a:endParaRP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14</a:t>
            </a:fld>
            <a:endParaRPr lang="en-US" dirty="0"/>
          </a:p>
        </p:txBody>
      </p:sp>
    </p:spTree>
    <p:extLst>
      <p:ext uri="{BB962C8B-B14F-4D97-AF65-F5344CB8AC3E}">
        <p14:creationId xmlns:p14="http://schemas.microsoft.com/office/powerpoint/2010/main" val="781743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8/1/2022</a:t>
            </a:fld>
            <a:endParaRPr lang="en-US" dirty="0"/>
          </a:p>
        </p:txBody>
      </p:sp>
      <p:sp>
        <p:nvSpPr>
          <p:cNvPr id="33797" name="Footer Placeholder 4"/>
          <p:cNvSpPr>
            <a:spLocks noGrp="1"/>
          </p:cNvSpPr>
          <p:nvPr>
            <p:ph type="ftr" sz="quarter" idx="4"/>
          </p:nvPr>
        </p:nvSpPr>
        <p:spPr>
          <a:xfrm>
            <a:off x="0" y="8829675"/>
            <a:ext cx="3038475" cy="465138"/>
          </a:xfrm>
          <a:prstGeom prst="rect">
            <a:avLst/>
          </a:prstGeom>
          <a:noFill/>
        </p:spPr>
        <p:txBody>
          <a:bodyPr/>
          <a:lstStyle/>
          <a:p>
            <a:pPr defTabSz="931863"/>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15</a:t>
            </a:fld>
            <a:endParaRPr lang="en-US" dirty="0"/>
          </a:p>
        </p:txBody>
      </p:sp>
    </p:spTree>
    <p:extLst>
      <p:ext uri="{BB962C8B-B14F-4D97-AF65-F5344CB8AC3E}">
        <p14:creationId xmlns:p14="http://schemas.microsoft.com/office/powerpoint/2010/main" val="596548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Use PsList to view process and thread statistics on a system. Running PsList lists all running processes on the system. However, it does not reveal the presence of the rootkit or the other processes that the rootkit has hidden. PsList is a part of a suite of tools, PsTools, available as a free download. </a:t>
            </a: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16</a:t>
            </a:fld>
            <a:endParaRPr lang="en-US" dirty="0"/>
          </a:p>
        </p:txBody>
      </p:sp>
    </p:spTree>
    <p:extLst>
      <p:ext uri="{BB962C8B-B14F-4D97-AF65-F5344CB8AC3E}">
        <p14:creationId xmlns:p14="http://schemas.microsoft.com/office/powerpoint/2010/main" val="28474463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This tool is also from the PsTools suite. It can tell you system uptime (time since last reboot), operating system details, and other general information about the system. This is good background information to put into your forensic report. </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17</a:t>
            </a:fld>
            <a:endParaRPr lang="en-US" dirty="0"/>
          </a:p>
        </p:txBody>
      </p:sp>
    </p:spTree>
    <p:extLst>
      <p:ext uri="{BB962C8B-B14F-4D97-AF65-F5344CB8AC3E}">
        <p14:creationId xmlns:p14="http://schemas.microsoft.com/office/powerpoint/2010/main" val="39627367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ListDLLs allows you to view the currently loaded dynamic-link libraries (DLLs) for a process. Running ListDLLs lists the DLLs loaded by all running processes. However, ListDLLs cannot show the DLLs loaded for hidden processes. A common attack involves using a Trojan horse to compromise a program or system DLL. So this tool can be important to your forensic investigation. It is available online for free.</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18</a:t>
            </a:fld>
            <a:endParaRPr lang="en-US" dirty="0"/>
          </a:p>
        </p:txBody>
      </p:sp>
    </p:spTree>
    <p:extLst>
      <p:ext uri="{BB962C8B-B14F-4D97-AF65-F5344CB8AC3E}">
        <p14:creationId xmlns:p14="http://schemas.microsoft.com/office/powerpoint/2010/main" val="15799032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PsLoggedOn helps you discover users who have logged on both locally and remotely. Of most importance, it tells you who is logged on to shares on the current machine. This is also part of the PsTools suite available from Microsoft TechNet. </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19</a:t>
            </a:fld>
            <a:endParaRPr lang="en-US" dirty="0"/>
          </a:p>
        </p:txBody>
      </p:sp>
    </p:spTree>
    <p:extLst>
      <p:ext uri="{BB962C8B-B14F-4D97-AF65-F5344CB8AC3E}">
        <p14:creationId xmlns:p14="http://schemas.microsoft.com/office/powerpoint/2010/main" val="786341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This utility is important in checking live system data. Netstat is a command-line tool that displays both incoming and outgoing network connections. It also displays routing tables and a number of network interface statistics. It is available on UNIX, UNIX-like, and Windows-based operating systems.</a:t>
            </a:r>
          </a:p>
          <a:p>
            <a:endParaRPr lang="en-US" dirty="0"/>
          </a:p>
          <a:p>
            <a:r>
              <a:rPr lang="en-US" dirty="0"/>
              <a:t>Use the Netstat utility to view the network connections of a running machine. Running Netstat with the –an option will show all ports, list what they are doing (listening or sending), and list them in numerical order. This can be useful information in your forensic analysis, particularly if the suspected crime uses spyware or a botnet. </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20</a:t>
            </a:fld>
            <a:endParaRPr lang="en-US" dirty="0"/>
          </a:p>
        </p:txBody>
      </p:sp>
    </p:spTree>
    <p:extLst>
      <p:ext uri="{BB962C8B-B14F-4D97-AF65-F5344CB8AC3E}">
        <p14:creationId xmlns:p14="http://schemas.microsoft.com/office/powerpoint/2010/main" val="3405984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1" kern="1200" dirty="0">
                <a:solidFill>
                  <a:schemeClr val="tx1"/>
                </a:solidFill>
                <a:effectLst/>
                <a:latin typeface="Times New Roman" pitchFamily="18" charset="0"/>
                <a:ea typeface="+mn-ea"/>
                <a:cs typeface="+mn-cs"/>
              </a:rPr>
              <a:t>FPort </a:t>
            </a:r>
            <a:r>
              <a:rPr lang="en-US" sz="1200" kern="1200" dirty="0">
                <a:solidFill>
                  <a:schemeClr val="tx1"/>
                </a:solidFill>
                <a:effectLst/>
                <a:latin typeface="Times New Roman" pitchFamily="18" charset="0"/>
                <a:ea typeface="+mn-ea"/>
                <a:cs typeface="+mn-cs"/>
              </a:rPr>
              <a:t>is a free tool that is now distributed by McAfee. FPort allows you to view all open TCP and UDP ports and maps those to specific processes. This lets you know which process is using which port. This tool is similar in function to running netstat </a:t>
            </a:r>
            <a:r>
              <a:rPr lang="en-US" sz="1200" u="sng" kern="1200" dirty="0">
                <a:solidFill>
                  <a:schemeClr val="tx1"/>
                </a:solidFill>
                <a:effectLst/>
                <a:latin typeface="Times New Roman" pitchFamily="18" charset="0"/>
                <a:ea typeface="+mn-ea"/>
                <a:cs typeface="+mn-cs"/>
              </a:rPr>
              <a:t>–an</a:t>
            </a:r>
            <a:r>
              <a:rPr lang="en-US" sz="1200" kern="1200" dirty="0">
                <a:solidFill>
                  <a:schemeClr val="tx1"/>
                </a:solidFill>
                <a:effectLst/>
                <a:latin typeface="Times New Roman" pitchFamily="18" charset="0"/>
                <a:ea typeface="+mn-ea"/>
                <a:cs typeface="+mn-cs"/>
              </a:rPr>
              <a:t>.</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Userdump</a:t>
            </a:r>
            <a:r>
              <a:rPr lang="en-US" sz="1200" kern="1200" dirty="0">
                <a:solidFill>
                  <a:schemeClr val="tx1"/>
                </a:solidFill>
                <a:effectLst/>
                <a:latin typeface="Times New Roman" pitchFamily="18" charset="0"/>
                <a:ea typeface="+mn-ea"/>
                <a:cs typeface="+mn-cs"/>
              </a:rPr>
              <a:t> is a command-line tool for dumping basic user info from Windows-based systems. With Userdump, you can extract the memory dumps of running processes for offline analysis. This is a free downloadable tool from Microsoft. This tool is used primarily to dump data to an external file, so you need to specify where to dump the data.</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PTFinder</a:t>
            </a:r>
            <a:r>
              <a:rPr lang="en-US" sz="1200" kern="1200" dirty="0">
                <a:solidFill>
                  <a:schemeClr val="tx1"/>
                </a:solidFill>
                <a:effectLst/>
                <a:latin typeface="Times New Roman" pitchFamily="18" charset="0"/>
                <a:ea typeface="+mn-ea"/>
                <a:cs typeface="+mn-cs"/>
              </a:rPr>
              <a:t> is a Perl script memory analysis tool that supports analysis of Windows operating system versions. It enumerates processes and threads in a memory dump. It uses a brute-force approach to enumerating the processes and uses various rules to determine whether the information is either a legitimate process or just bytes. Although this tool does not reveal anything new in terms of malware, it does enable repeatability of the results, which is an important benefit in volatile memory analysis. </a:t>
            </a:r>
            <a:r>
              <a:rPr lang="en-US" sz="1200" kern="1200">
                <a:solidFill>
                  <a:schemeClr val="tx1"/>
                </a:solidFill>
                <a:effectLst/>
                <a:latin typeface="Times New Roman" pitchFamily="18" charset="0"/>
                <a:ea typeface="+mn-ea"/>
                <a:cs typeface="+mn-cs"/>
              </a:rPr>
              <a:t>The No Threads </a:t>
            </a:r>
            <a:r>
              <a:rPr lang="en-US" sz="1200" kern="1200" dirty="0">
                <a:solidFill>
                  <a:schemeClr val="tx1"/>
                </a:solidFill>
                <a:effectLst/>
                <a:latin typeface="Times New Roman" pitchFamily="18" charset="0"/>
                <a:ea typeface="+mn-ea"/>
                <a:cs typeface="+mn-cs"/>
              </a:rPr>
              <a:t>option on PTFinder provides a list of processes found in a memory dump. This is an open source graphics language that provides a visual representation of the relationships between threads and processes.</a:t>
            </a:r>
            <a:endParaRPr lang="en-US" dirty="0"/>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8/1/2022</a:t>
            </a:fld>
            <a:endParaRPr lang="en-US" dirty="0"/>
          </a:p>
        </p:txBody>
      </p:sp>
      <p:sp>
        <p:nvSpPr>
          <p:cNvPr id="33797" name="Footer Placeholder 4"/>
          <p:cNvSpPr>
            <a:spLocks noGrp="1"/>
          </p:cNvSpPr>
          <p:nvPr>
            <p:ph type="ftr" sz="quarter" idx="4"/>
          </p:nvPr>
        </p:nvSpPr>
        <p:spPr>
          <a:xfrm>
            <a:off x="0" y="8829675"/>
            <a:ext cx="3038475" cy="465138"/>
          </a:xfrm>
          <a:prstGeom prst="rect">
            <a:avLst/>
          </a:prstGeom>
          <a:noFill/>
        </p:spPr>
        <p:txBody>
          <a:bodyPr/>
          <a:lstStyle/>
          <a:p>
            <a:pPr defTabSz="931863"/>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21</a:t>
            </a:fld>
            <a:endParaRPr lang="en-US" dirty="0"/>
          </a:p>
        </p:txBody>
      </p:sp>
    </p:spTree>
    <p:extLst>
      <p:ext uri="{BB962C8B-B14F-4D97-AF65-F5344CB8AC3E}">
        <p14:creationId xmlns:p14="http://schemas.microsoft.com/office/powerpoint/2010/main" val="41686771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22</a:t>
            </a:fld>
            <a:endParaRPr lang="en-US" dirty="0"/>
          </a:p>
        </p:txBody>
      </p:sp>
    </p:spTree>
    <p:extLst>
      <p:ext uri="{BB962C8B-B14F-4D97-AF65-F5344CB8AC3E}">
        <p14:creationId xmlns:p14="http://schemas.microsoft.com/office/powerpoint/2010/main" val="30484942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All versions of Windows support logging, although the method to get to the log can vary from one version to another. With </a:t>
            </a:r>
            <a:r>
              <a:rPr lang="en-US" sz="1200" kern="1200">
                <a:solidFill>
                  <a:schemeClr val="tx1"/>
                </a:solidFill>
                <a:effectLst/>
                <a:latin typeface="Times New Roman" pitchFamily="18" charset="0"/>
                <a:ea typeface="+mn-ea"/>
                <a:cs typeface="+mn-cs"/>
              </a:rPr>
              <a:t>Windows 10 </a:t>
            </a:r>
            <a:r>
              <a:rPr lang="en-US" sz="1200" kern="1200" dirty="0">
                <a:solidFill>
                  <a:schemeClr val="tx1"/>
                </a:solidFill>
                <a:effectLst/>
                <a:latin typeface="Times New Roman" pitchFamily="18" charset="0"/>
                <a:ea typeface="+mn-ea"/>
                <a:cs typeface="+mn-cs"/>
              </a:rPr>
              <a:t>and Windows </a:t>
            </a:r>
            <a:r>
              <a:rPr lang="en-US" sz="1200" kern="1200">
                <a:solidFill>
                  <a:schemeClr val="tx1"/>
                </a:solidFill>
                <a:effectLst/>
                <a:latin typeface="Times New Roman" pitchFamily="18" charset="0"/>
                <a:ea typeface="+mn-ea"/>
                <a:cs typeface="+mn-cs"/>
              </a:rPr>
              <a:t>Server 2012, </a:t>
            </a:r>
            <a:r>
              <a:rPr lang="en-US" sz="1200" kern="1200" dirty="0">
                <a:solidFill>
                  <a:schemeClr val="tx1"/>
                </a:solidFill>
                <a:effectLst/>
                <a:latin typeface="Times New Roman" pitchFamily="18" charset="0"/>
                <a:ea typeface="+mn-ea"/>
                <a:cs typeface="+mn-cs"/>
              </a:rPr>
              <a:t>you find the logs as follows:</a:t>
            </a: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Click on the Start button in the lower-left corner of </a:t>
            </a:r>
            <a:r>
              <a:rPr lang="en-US" sz="1200" kern="1200">
                <a:solidFill>
                  <a:schemeClr val="tx1"/>
                </a:solidFill>
                <a:effectLst/>
                <a:latin typeface="Times New Roman" pitchFamily="18" charset="0"/>
                <a:ea typeface="+mn-ea"/>
                <a:cs typeface="+mn-cs"/>
              </a:rPr>
              <a:t>the desktop.</a:t>
            </a:r>
            <a:endParaRPr lang="en-US" sz="1200" kern="1200" dirty="0">
              <a:solidFill>
                <a:schemeClr val="tx1"/>
              </a:solidFill>
              <a:effectLst/>
              <a:latin typeface="Times New Roman" pitchFamily="18" charset="0"/>
              <a:ea typeface="+mn-ea"/>
              <a:cs typeface="+mn-cs"/>
            </a:endParaRP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Click the </a:t>
            </a:r>
            <a:r>
              <a:rPr lang="en-US" sz="1200" kern="1200">
                <a:solidFill>
                  <a:schemeClr val="tx1"/>
                </a:solidFill>
                <a:effectLst/>
                <a:latin typeface="Times New Roman" pitchFamily="18" charset="0"/>
                <a:ea typeface="+mn-ea"/>
                <a:cs typeface="+mn-cs"/>
              </a:rPr>
              <a:t>Control Panel.</a:t>
            </a:r>
            <a:endParaRPr lang="en-US" sz="1200" kern="1200" dirty="0">
              <a:solidFill>
                <a:schemeClr val="tx1"/>
              </a:solidFill>
              <a:effectLst/>
              <a:latin typeface="Times New Roman" pitchFamily="18" charset="0"/>
              <a:ea typeface="+mn-ea"/>
              <a:cs typeface="+mn-cs"/>
            </a:endParaRP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Select </a:t>
            </a:r>
            <a:r>
              <a:rPr lang="en-US" sz="1200" kern="1200">
                <a:solidFill>
                  <a:schemeClr val="tx1"/>
                </a:solidFill>
                <a:effectLst/>
                <a:latin typeface="Times New Roman" pitchFamily="18" charset="0"/>
                <a:ea typeface="+mn-ea"/>
                <a:cs typeface="+mn-cs"/>
              </a:rPr>
              <a:t>Administrative Tools.</a:t>
            </a:r>
            <a:endParaRPr lang="en-US" sz="1200" kern="1200" dirty="0">
              <a:solidFill>
                <a:schemeClr val="tx1"/>
              </a:solidFill>
              <a:effectLst/>
              <a:latin typeface="Times New Roman" pitchFamily="18" charset="0"/>
              <a:ea typeface="+mn-ea"/>
              <a:cs typeface="+mn-cs"/>
            </a:endParaRPr>
          </a:p>
          <a:p>
            <a:pPr marL="228600" lvl="0" indent="-228600">
              <a:buFont typeface="+mj-lt"/>
              <a:buAutoNum type="arabicPeriod"/>
            </a:pPr>
            <a:r>
              <a:rPr lang="en-US" sz="1200" kern="1200" dirty="0">
                <a:solidFill>
                  <a:schemeClr val="tx1"/>
                </a:solidFill>
                <a:effectLst/>
                <a:latin typeface="Times New Roman" pitchFamily="18" charset="0"/>
                <a:ea typeface="+mn-ea"/>
                <a:cs typeface="+mn-cs"/>
              </a:rPr>
              <a:t>Select </a:t>
            </a:r>
            <a:r>
              <a:rPr lang="en-US" sz="1200" kern="1200">
                <a:solidFill>
                  <a:schemeClr val="tx1"/>
                </a:solidFill>
                <a:effectLst/>
                <a:latin typeface="Times New Roman" pitchFamily="18" charset="0"/>
                <a:ea typeface="+mn-ea"/>
                <a:cs typeface="+mn-cs"/>
              </a:rPr>
              <a:t>Event Viewer.</a:t>
            </a:r>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23</a:t>
            </a:fld>
            <a:endParaRPr lang="en-US" dirty="0"/>
          </a:p>
        </p:txBody>
      </p:sp>
    </p:spTree>
    <p:extLst>
      <p:ext uri="{BB962C8B-B14F-4D97-AF65-F5344CB8AC3E}">
        <p14:creationId xmlns:p14="http://schemas.microsoft.com/office/powerpoint/2010/main" val="877000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Security log has both successful and unsuccessful logon events</a:t>
            </a:r>
            <a:r>
              <a:rPr lang="en-US" sz="1200" kern="1200">
                <a:solidFill>
                  <a:schemeClr val="tx1"/>
                </a:solidFill>
                <a:effectLst/>
                <a:latin typeface="Times New Roman" pitchFamily="18" charset="0"/>
                <a:ea typeface="+mn-ea"/>
                <a:cs typeface="+mn-cs"/>
              </a:rPr>
              <a:t>; probably </a:t>
            </a:r>
            <a:r>
              <a:rPr lang="en-US" sz="1200" kern="1200" dirty="0">
                <a:solidFill>
                  <a:schemeClr val="tx1"/>
                </a:solidFill>
                <a:effectLst/>
                <a:latin typeface="Times New Roman" pitchFamily="18" charset="0"/>
                <a:ea typeface="+mn-ea"/>
                <a:cs typeface="+mn-cs"/>
              </a:rPr>
              <a:t>the most important log from a forensic point of view</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Application log</a:t>
            </a:r>
            <a:r>
              <a:rPr lang="en-US" sz="1200" kern="1200" baseline="0" dirty="0">
                <a:solidFill>
                  <a:schemeClr val="tx1"/>
                </a:solidFill>
                <a:effectLst/>
                <a:latin typeface="Times New Roman" pitchFamily="18" charset="0"/>
                <a:ea typeface="+mn-ea"/>
                <a:cs typeface="+mn-cs"/>
              </a:rPr>
              <a:t> </a:t>
            </a:r>
            <a:r>
              <a:rPr lang="en-US" sz="1200" kern="1200" dirty="0">
                <a:solidFill>
                  <a:schemeClr val="tx1"/>
                </a:solidFill>
                <a:effectLst/>
                <a:latin typeface="Times New Roman" pitchFamily="18" charset="0"/>
                <a:ea typeface="+mn-ea"/>
                <a:cs typeface="+mn-cs"/>
              </a:rPr>
              <a:t>contains various events logged by applications or programs; Many applications record their errors here </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System log</a:t>
            </a:r>
            <a:r>
              <a:rPr lang="en-US" sz="1200" kern="1200" baseline="0" dirty="0">
                <a:solidFill>
                  <a:schemeClr val="tx1"/>
                </a:solidFill>
                <a:effectLst/>
                <a:latin typeface="Times New Roman" pitchFamily="18" charset="0"/>
                <a:ea typeface="+mn-ea"/>
                <a:cs typeface="+mn-cs"/>
              </a:rPr>
              <a:t> c</a:t>
            </a:r>
            <a:r>
              <a:rPr lang="en-US" sz="1200" kern="1200" dirty="0">
                <a:solidFill>
                  <a:schemeClr val="tx1"/>
                </a:solidFill>
                <a:effectLst/>
                <a:latin typeface="Times New Roman" pitchFamily="18" charset="0"/>
                <a:ea typeface="+mn-ea"/>
                <a:cs typeface="+mn-cs"/>
              </a:rPr>
              <a:t>ontains events logged by Windows system components, including events like driver failures; Not as interesting from a forensic perspective as the other logs are</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ForwardedEvents log is used to store events collected from remote computers; Has data in it only if event forwarding has been configured</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Applications and Services logs are used to store events from a single application or component rather than events that might have systemwide impact</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24</a:t>
            </a:fld>
            <a:endParaRPr lang="en-US" dirty="0"/>
          </a:p>
        </p:txBody>
      </p:sp>
    </p:spTree>
    <p:extLst>
      <p:ext uri="{BB962C8B-B14F-4D97-AF65-F5344CB8AC3E}">
        <p14:creationId xmlns:p14="http://schemas.microsoft.com/office/powerpoint/2010/main" val="14705137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25</a:t>
            </a:fld>
            <a:endParaRPr lang="en-US" dirty="0"/>
          </a:p>
        </p:txBody>
      </p:sp>
    </p:spTree>
    <p:extLst>
      <p:ext uri="{BB962C8B-B14F-4D97-AF65-F5344CB8AC3E}">
        <p14:creationId xmlns:p14="http://schemas.microsoft.com/office/powerpoint/2010/main" val="34385301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Certain directories in Windows are more likely than others to contain evidence. Although there are many directories on a computer, the following are the most forensically interesting:</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C:\Windows documents and settings—This folder is the default location to save documents. Even though a criminal can save documents anywhere on the computer, it is a good idea to check this folder.</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C:\users—This includes user profile information, documents, pictures, and more for all users, not just the one currently logged on.</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C:\Program Files—By default, programs are installed in subdirectories of this directory.</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C:\Program Files (x86)—In 64-bit systems, 32-bit programs are installed here.</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C:\Users\username\Documents—The current user’s Documents folder. This is a very important place to look for evidence.</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It is important to complete a general search of the entire suspect drive—not just these specific folders and directories</a:t>
            </a:r>
            <a:r>
              <a:rPr lang="en-US" sz="1200" kern="1200">
                <a:solidFill>
                  <a:schemeClr val="tx1"/>
                </a:solidFill>
                <a:effectLst/>
                <a:latin typeface="Times New Roman" pitchFamily="18" charset="0"/>
                <a:ea typeface="+mn-ea"/>
                <a:cs typeface="+mn-cs"/>
              </a:rPr>
              <a:t>. </a:t>
            </a:r>
            <a:endParaRPr lang="en-US" sz="1200" kern="1200" dirty="0">
              <a:solidFill>
                <a:schemeClr val="tx1"/>
              </a:solidFill>
              <a:effectLst/>
              <a:latin typeface="Times New Roman" pitchFamily="18" charset="0"/>
              <a:ea typeface="+mn-ea"/>
              <a:cs typeface="+mn-cs"/>
            </a:endParaRP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26</a:t>
            </a:fld>
            <a:endParaRPr lang="en-US" dirty="0"/>
          </a:p>
        </p:txBody>
      </p:sp>
    </p:spTree>
    <p:extLst>
      <p:ext uri="{BB962C8B-B14F-4D97-AF65-F5344CB8AC3E}">
        <p14:creationId xmlns:p14="http://schemas.microsoft.com/office/powerpoint/2010/main" val="42752946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UserAssist is a feature of Windows 2000 and later that tracks what happens on the computer, including programs launched. Unless it is disabled there will be a record of everything done on that computer. This information is encrypted and stored in the Registry. The free UserAssist tool allows you to find out more.</a:t>
            </a: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27</a:t>
            </a:fld>
            <a:endParaRPr lang="en-US" dirty="0"/>
          </a:p>
        </p:txBody>
      </p:sp>
    </p:spTree>
    <p:extLst>
      <p:ext uri="{BB962C8B-B14F-4D97-AF65-F5344CB8AC3E}">
        <p14:creationId xmlns:p14="http://schemas.microsoft.com/office/powerpoint/2010/main" val="12669004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Files stored on disk (archives, files, folders, etc.)</a:t>
            </a:r>
          </a:p>
          <a:p>
            <a:r>
              <a:rPr lang="en-US" dirty="0"/>
              <a:t>Host protected area (HPA) or vendor-specific drive space (recovery volumes, etc.)</a:t>
            </a:r>
          </a:p>
          <a:p>
            <a:r>
              <a:rPr lang="en-US" dirty="0"/>
              <a:t>Master boot record (MBR) where empty drive sectors remain</a:t>
            </a:r>
          </a:p>
          <a:p>
            <a:r>
              <a:rPr lang="en-US" dirty="0"/>
              <a:t>Boot sectors in nonbootable partitions</a:t>
            </a:r>
          </a:p>
          <a:p>
            <a:endParaRPr lang="en-US" dirty="0"/>
          </a:p>
          <a:p>
            <a:r>
              <a:rPr lang="en-US"/>
              <a:t>To find relevant data only in the unallocated space, search the unallocated space for keywords.</a:t>
            </a:r>
          </a:p>
          <a:p>
            <a:endParaRPr lang="en-US"/>
          </a:p>
          <a:p>
            <a:r>
              <a:rPr lang="en-US"/>
              <a:t>Tools </a:t>
            </a:r>
            <a:r>
              <a:rPr lang="en-US" dirty="0"/>
              <a:t>such as AccessData’s Forensic Toolkit (FTK) allow an investigator to take an entire image and try to identify all of the documents in the file system, including the unallocated </a:t>
            </a:r>
            <a:r>
              <a:rPr lang="en-US"/>
              <a:t>space.</a:t>
            </a:r>
          </a:p>
          <a:p>
            <a:endParaRPr lang="en-US"/>
          </a:p>
          <a:p>
            <a:r>
              <a:rPr lang="en-US"/>
              <a:t>To </a:t>
            </a:r>
            <a:r>
              <a:rPr lang="en-US" dirty="0"/>
              <a:t>search the entire disk many times over, tools such as FTK can help you build a full-text index. Full-text indexing allows you to build a binary tree-based dictionary of all the words that exist in an image, and you can search the entire image for those words in seconds.</a:t>
            </a:r>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8/1/2022</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28</a:t>
            </a:fld>
            <a:endParaRPr lang="en-US" dirty="0"/>
          </a:p>
        </p:txBody>
      </p:sp>
    </p:spTree>
    <p:extLst>
      <p:ext uri="{BB962C8B-B14F-4D97-AF65-F5344CB8AC3E}">
        <p14:creationId xmlns:p14="http://schemas.microsoft.com/office/powerpoint/2010/main" val="29639676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p:spPr>
        <p:txBody>
          <a:bodyPr/>
          <a:lstStyle/>
          <a:p>
            <a:r>
              <a:rPr lang="en-US" dirty="0"/>
              <a:t>Alternate data streams may be used by clever criminals to hide things on the target computer. Alternate data streams are essentially a method of attaching one file to another file, using the NTFS file system. A number of tools are available that will detect whether files are attached via alternate data streams. One of the most widely known is List Alternate Data </a:t>
            </a:r>
            <a:r>
              <a:rPr lang="en-US"/>
              <a:t>Streams (a free download).</a:t>
            </a:r>
          </a:p>
        </p:txBody>
      </p:sp>
      <p:sp>
        <p:nvSpPr>
          <p:cNvPr id="46084"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56823DEA-67CC-437C-99B9-53F7102BF599}" type="datetime1">
              <a:rPr lang="en-US" sz="1300">
                <a:latin typeface="Times New Roman" pitchFamily="18" charset="0"/>
              </a:rPr>
              <a:pPr algn="r" defTabSz="931863"/>
              <a:t>8/1/2022</a:t>
            </a:fld>
            <a:endParaRPr lang="en-US" sz="1300" dirty="0">
              <a:latin typeface="Times New Roman" pitchFamily="18" charset="0"/>
            </a:endParaRPr>
          </a:p>
        </p:txBody>
      </p:sp>
      <p:sp>
        <p:nvSpPr>
          <p:cNvPr id="46086"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5630BA9D-CA22-4153-B694-96EACE5E4574}" type="slidenum">
              <a:rPr lang="en-US" sz="1300">
                <a:latin typeface="Times New Roman" pitchFamily="18" charset="0"/>
              </a:rPr>
              <a:pPr algn="r" defTabSz="931863"/>
              <a:t>29</a:t>
            </a:fld>
            <a:endParaRPr lang="en-US" sz="1300" dirty="0">
              <a:latin typeface="Times New Roman" pitchFamily="18" charset="0"/>
            </a:endParaRPr>
          </a:p>
        </p:txBody>
      </p:sp>
    </p:spTree>
    <p:extLst>
      <p:ext uri="{BB962C8B-B14F-4D97-AF65-F5344CB8AC3E}">
        <p14:creationId xmlns:p14="http://schemas.microsoft.com/office/powerpoint/2010/main" val="12304914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Even if the suspect’s browsing history has been erased, it is still possible to retrieve it if he or she was using Microsoft Internet Explorer. Internet Explorer uses index.dat to store Web addresses, search queries, and recently opened files. So if a file is on a universal serial bus (USB) device but was opened on the suspect machine, index.dat would contain a record of that file.</a:t>
            </a:r>
          </a:p>
          <a:p>
            <a:endParaRPr lang="en-US" dirty="0"/>
          </a:p>
          <a:p>
            <a:r>
              <a:rPr lang="en-US" dirty="0"/>
              <a:t>You can download a number of tools from the Internet that will allow you to retrieve and review the index.dat file.</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30</a:t>
            </a:fld>
            <a:endParaRPr lang="en-US" dirty="0"/>
          </a:p>
        </p:txBody>
      </p:sp>
    </p:spTree>
    <p:extLst>
      <p:ext uri="{BB962C8B-B14F-4D97-AF65-F5344CB8AC3E}">
        <p14:creationId xmlns:p14="http://schemas.microsoft.com/office/powerpoint/2010/main" val="371322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Window</a:t>
            </a:r>
            <a:r>
              <a:rPr lang="en-US" baseline="0" dirty="0"/>
              <a:t> Washer is an example of one tool that enables you to </a:t>
            </a:r>
            <a:r>
              <a:rPr lang="en-US" dirty="0"/>
              <a:t>retrieve and review the index.dat file.</a:t>
            </a: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31</a:t>
            </a:fld>
            <a:endParaRPr lang="en-US" dirty="0"/>
          </a:p>
        </p:txBody>
      </p:sp>
    </p:spTree>
    <p:extLst>
      <p:ext uri="{BB962C8B-B14F-4D97-AF65-F5344CB8AC3E}">
        <p14:creationId xmlns:p14="http://schemas.microsoft.com/office/powerpoint/2010/main" val="20914623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32</a:t>
            </a:fld>
            <a:endParaRPr lang="en-US" dirty="0"/>
          </a:p>
        </p:txBody>
      </p:sp>
    </p:spTree>
    <p:extLst>
      <p:ext uri="{BB962C8B-B14F-4D97-AF65-F5344CB8AC3E}">
        <p14:creationId xmlns:p14="http://schemas.microsoft.com/office/powerpoint/2010/main" val="1765751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b="1">
                <a:solidFill>
                  <a:srgbClr val="000000"/>
                </a:solidFill>
              </a:rPr>
              <a:t>File modified:</a:t>
            </a:r>
            <a:r>
              <a:rPr lang="en-US" sz="1200">
                <a:solidFill>
                  <a:srgbClr val="000000"/>
                </a:solidFill>
              </a:rPr>
              <a:t> This date shows there has been a change to the file itself.</a:t>
            </a:r>
          </a:p>
          <a:p>
            <a:r>
              <a:rPr lang="en-US" sz="1200" b="1">
                <a:solidFill>
                  <a:srgbClr val="000000"/>
                </a:solidFill>
              </a:rPr>
              <a:t>File accessed:</a:t>
            </a:r>
            <a:r>
              <a:rPr lang="en-US" sz="1200">
                <a:solidFill>
                  <a:srgbClr val="000000"/>
                </a:solidFill>
              </a:rPr>
              <a:t> This is the date the file was last accessed. An access can be a move, an open, or any other simple access. It can also be tripped by antivirus scanners or Windows system processes.</a:t>
            </a:r>
          </a:p>
          <a:p>
            <a:r>
              <a:rPr lang="en-US" sz="1200" b="1">
                <a:solidFill>
                  <a:srgbClr val="000000"/>
                </a:solidFill>
              </a:rPr>
              <a:t>File created:</a:t>
            </a:r>
            <a:r>
              <a:rPr lang="en-US" sz="1200">
                <a:solidFill>
                  <a:srgbClr val="000000"/>
                </a:solidFill>
              </a:rPr>
              <a:t> This is the date the file was “created” on the volume. This does not change when working normally with a file, such as opening, closing, saving, or modifying</a:t>
            </a:r>
          </a:p>
          <a:p>
            <a:r>
              <a:rPr lang="en-US" sz="1200">
                <a:solidFill>
                  <a:srgbClr val="000000"/>
                </a:solidFill>
              </a:rPr>
              <a:t>the file.</a:t>
            </a:r>
          </a:p>
          <a:p>
            <a:endParaRPr lang="en-US" sz="1200">
              <a:solidFill>
                <a:srgbClr val="000000"/>
              </a:solidFill>
            </a:endParaRPr>
          </a:p>
          <a:p>
            <a:r>
              <a:rPr lang="en-US" sz="1200">
                <a:solidFill>
                  <a:srgbClr val="000000"/>
                </a:solidFill>
              </a:rPr>
              <a:t>These date/time stamps can be important forensically. For example, if the modified date for an image is later than the created date, then that image has been edited.</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33</a:t>
            </a:fld>
            <a:endParaRPr lang="en-US" dirty="0"/>
          </a:p>
        </p:txBody>
      </p:sp>
    </p:spTree>
    <p:extLst>
      <p:ext uri="{BB962C8B-B14F-4D97-AF65-F5344CB8AC3E}">
        <p14:creationId xmlns:p14="http://schemas.microsoft.com/office/powerpoint/2010/main" val="34475568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 Windows Registry is a repository of all the information on a Windows system. For example, the configuration settings for a newly installed program are stored in the Registry. Among other things, the Registry:</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Includes information about the computer’s hardware configuration</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Allows the operating system to keep multiple hardware configurations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Allows multiple users with individual preferences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Includes program shortcut menus and property sheets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Supports remote administration through the network</a:t>
            </a:r>
          </a:p>
          <a:p>
            <a:r>
              <a:rPr lang="en-US" sz="1200" kern="1200" dirty="0">
                <a:solidFill>
                  <a:schemeClr val="tx1"/>
                </a:solidFill>
                <a:effectLst/>
                <a:latin typeface="Times New Roman" pitchFamily="18" charset="0"/>
                <a:ea typeface="+mn-ea"/>
                <a:cs typeface="+mn-cs"/>
              </a:rPr>
              <a:t> </a:t>
            </a: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34</a:t>
            </a:fld>
            <a:endParaRPr lang="en-US" dirty="0"/>
          </a:p>
        </p:txBody>
      </p:sp>
    </p:spTree>
    <p:extLst>
      <p:ext uri="{BB962C8B-B14F-4D97-AF65-F5344CB8AC3E}">
        <p14:creationId xmlns:p14="http://schemas.microsoft.com/office/powerpoint/2010/main" val="26889049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 usual way to get to the Registry is through the tool regedit. In </a:t>
            </a:r>
            <a:r>
              <a:rPr lang="en-US" sz="1200" kern="1200">
                <a:solidFill>
                  <a:schemeClr val="tx1"/>
                </a:solidFill>
                <a:effectLst/>
                <a:latin typeface="Times New Roman" pitchFamily="18" charset="0"/>
                <a:ea typeface="+mn-ea"/>
                <a:cs typeface="+mn-cs"/>
              </a:rPr>
              <a:t>Windows 10 </a:t>
            </a:r>
            <a:r>
              <a:rPr lang="en-US" sz="1200" kern="1200" dirty="0">
                <a:solidFill>
                  <a:schemeClr val="tx1"/>
                </a:solidFill>
                <a:effectLst/>
                <a:latin typeface="Times New Roman" pitchFamily="18" charset="0"/>
                <a:ea typeface="+mn-ea"/>
                <a:cs typeface="+mn-cs"/>
              </a:rPr>
              <a:t>and </a:t>
            </a:r>
            <a:r>
              <a:rPr lang="en-US" sz="1200" kern="1200">
                <a:solidFill>
                  <a:schemeClr val="tx1"/>
                </a:solidFill>
                <a:effectLst/>
                <a:latin typeface="Times New Roman" pitchFamily="18" charset="0"/>
                <a:ea typeface="+mn-ea"/>
                <a:cs typeface="+mn-cs"/>
              </a:rPr>
              <a:t>Server 2012, </a:t>
            </a:r>
            <a:r>
              <a:rPr lang="en-US" sz="1200" kern="1200" dirty="0">
                <a:solidFill>
                  <a:schemeClr val="tx1"/>
                </a:solidFill>
                <a:effectLst/>
                <a:latin typeface="Times New Roman" pitchFamily="18" charset="0"/>
                <a:ea typeface="+mn-ea"/>
                <a:cs typeface="+mn-cs"/>
              </a:rPr>
              <a:t>you select Start, then Run, then type in regedit. In Windows 8, you need to go to the applications list and select All Apps then find regedit.</a:t>
            </a:r>
          </a:p>
          <a:p>
            <a:r>
              <a:rPr lang="en-US" sz="1200" kern="1200">
                <a:solidFill>
                  <a:schemeClr val="tx1"/>
                </a:solidFill>
                <a:effectLst/>
                <a:latin typeface="Times New Roman" pitchFamily="18" charset="0"/>
                <a:ea typeface="+mn-ea"/>
                <a:cs typeface="+mn-cs"/>
              </a:rPr>
              <a:t> </a:t>
            </a:r>
            <a:endParaRPr lang="en-US" sz="1200" kern="1200" dirty="0">
              <a:solidFill>
                <a:schemeClr val="tx1"/>
              </a:solidFill>
              <a:effectLst/>
              <a:latin typeface="Times New Roman" pitchFamily="18" charset="0"/>
              <a:ea typeface="+mn-ea"/>
              <a:cs typeface="+mn-cs"/>
            </a:endParaRP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35</a:t>
            </a:fld>
            <a:endParaRPr lang="en-US" dirty="0"/>
          </a:p>
        </p:txBody>
      </p:sp>
    </p:spTree>
    <p:extLst>
      <p:ext uri="{BB962C8B-B14F-4D97-AF65-F5344CB8AC3E}">
        <p14:creationId xmlns:p14="http://schemas.microsoft.com/office/powerpoint/2010/main" val="41981365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a:t>Five Windows Registry hives:</a:t>
            </a:r>
          </a:p>
          <a:p>
            <a:r>
              <a:rPr lang="en-US" b="1"/>
              <a:t>HKEY_CLASSES_ROOT (HKCR)</a:t>
            </a:r>
          </a:p>
          <a:p>
            <a:r>
              <a:rPr lang="en-US"/>
              <a:t>This hive stores information about drag-and-drop rules, program shortcuts, the user interface, and related items.</a:t>
            </a:r>
          </a:p>
          <a:p>
            <a:endParaRPr lang="en-US"/>
          </a:p>
          <a:p>
            <a:r>
              <a:rPr lang="en-US" b="1"/>
              <a:t>HKEY_CURRENT_USER (HKCU)</a:t>
            </a:r>
          </a:p>
          <a:p>
            <a:r>
              <a:rPr lang="en-US"/>
              <a:t>This hive is very important to any forensic investigation. It stores information about the currently logged-on user, including desktop settings, user folders, and so forth.</a:t>
            </a:r>
          </a:p>
          <a:p>
            <a:endParaRPr lang="en-US"/>
          </a:p>
          <a:p>
            <a:r>
              <a:rPr lang="en-US" b="1"/>
              <a:t>HKEY_LOCAL_MACHINE (HKLM)</a:t>
            </a:r>
          </a:p>
          <a:p>
            <a:r>
              <a:rPr lang="en-US"/>
              <a:t>This hive can also be important to a forensic investigation. It contains those settings common to the entire machine, regardless of the individual user.</a:t>
            </a:r>
          </a:p>
          <a:p>
            <a:endParaRPr lang="en-US"/>
          </a:p>
          <a:p>
            <a:r>
              <a:rPr lang="en-US" b="1"/>
              <a:t>HKEY_USERS (HKU)</a:t>
            </a:r>
          </a:p>
          <a:p>
            <a:r>
              <a:rPr lang="en-US"/>
              <a:t>This hive is very critical to forensic investigations. It has profiles for all the users, including their settings.</a:t>
            </a:r>
          </a:p>
          <a:p>
            <a:endParaRPr lang="en-US"/>
          </a:p>
          <a:p>
            <a:r>
              <a:rPr lang="en-US" b="1"/>
              <a:t>HKEY_CURRENT_CONFIG (HCU)</a:t>
            </a:r>
          </a:p>
          <a:p>
            <a:r>
              <a:rPr lang="en-US"/>
              <a:t>This hive contains the current system configuration. This might also prove useful in your forensic examinations.</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36</a:t>
            </a:fld>
            <a:endParaRPr lang="en-US" dirty="0"/>
          </a:p>
        </p:txBody>
      </p:sp>
    </p:spTree>
    <p:extLst>
      <p:ext uri="{BB962C8B-B14F-4D97-AF65-F5344CB8AC3E}">
        <p14:creationId xmlns:p14="http://schemas.microsoft.com/office/powerpoint/2010/main" val="32229024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p:spPr>
        <p:txBody>
          <a:bodyPr/>
          <a:lstStyle/>
          <a:p>
            <a:pPr lvl="0"/>
            <a:r>
              <a:rPr lang="en-US" sz="1200" b="1" kern="1200">
                <a:solidFill>
                  <a:schemeClr val="tx1"/>
                </a:solidFill>
                <a:effectLst/>
                <a:latin typeface="Times New Roman" pitchFamily="18" charset="0"/>
                <a:ea typeface="+mn-ea"/>
                <a:cs typeface="+mn-cs"/>
              </a:rPr>
              <a:t>USB devices</a:t>
            </a:r>
          </a:p>
          <a:p>
            <a:pPr lvl="0"/>
            <a:r>
              <a:rPr lang="en-US" sz="1200" kern="1200">
                <a:solidFill>
                  <a:schemeClr val="tx1"/>
                </a:solidFill>
                <a:effectLst/>
                <a:latin typeface="Times New Roman" pitchFamily="18" charset="0"/>
                <a:ea typeface="+mn-ea"/>
                <a:cs typeface="+mn-cs"/>
              </a:rPr>
              <a:t>The </a:t>
            </a:r>
            <a:r>
              <a:rPr lang="en-US" sz="1200" kern="1200" dirty="0">
                <a:solidFill>
                  <a:schemeClr val="tx1"/>
                </a:solidFill>
                <a:effectLst/>
                <a:latin typeface="Times New Roman" pitchFamily="18" charset="0"/>
                <a:ea typeface="+mn-ea"/>
                <a:cs typeface="+mn-cs"/>
              </a:rPr>
              <a:t>Registry key HKEY_LOCAL_MACHINE\System\ControlSet\Enum\UBSTOR lists USB devices that have been connected to the machine. It is often the case that a criminal will move evidence or exfiltrate other information to an external device and take it with him or </a:t>
            </a:r>
            <a:r>
              <a:rPr lang="en-US" sz="1200" kern="1200">
                <a:solidFill>
                  <a:schemeClr val="tx1"/>
                </a:solidFill>
                <a:effectLst/>
                <a:latin typeface="Times New Roman" pitchFamily="18" charset="0"/>
                <a:ea typeface="+mn-ea"/>
                <a:cs typeface="+mn-cs"/>
              </a:rPr>
              <a:t>her. This </a:t>
            </a:r>
            <a:r>
              <a:rPr lang="en-US" sz="1200" kern="1200" dirty="0">
                <a:solidFill>
                  <a:schemeClr val="tx1"/>
                </a:solidFill>
                <a:effectLst/>
                <a:latin typeface="Times New Roman" pitchFamily="18" charset="0"/>
                <a:ea typeface="+mn-ea"/>
                <a:cs typeface="+mn-cs"/>
              </a:rPr>
              <a:t>Registry setting tells you about the external drives that have been connected to this system.</a:t>
            </a:r>
          </a:p>
          <a:p>
            <a:pPr lvl="0"/>
            <a:endParaRPr lang="en-US" sz="1200" kern="1200" dirty="0">
              <a:solidFill>
                <a:schemeClr val="tx1"/>
              </a:solidFill>
              <a:effectLst/>
              <a:latin typeface="Times New Roman" pitchFamily="18" charset="0"/>
              <a:ea typeface="+mn-ea"/>
              <a:cs typeface="+mn-cs"/>
            </a:endParaRPr>
          </a:p>
          <a:p>
            <a:pPr lvl="0"/>
            <a:r>
              <a:rPr lang="en-US" sz="1200" b="1" kern="1200">
                <a:solidFill>
                  <a:schemeClr val="tx1"/>
                </a:solidFill>
                <a:effectLst/>
                <a:latin typeface="Times New Roman" pitchFamily="18" charset="0"/>
                <a:ea typeface="+mn-ea"/>
                <a:cs typeface="+mn-cs"/>
              </a:rPr>
              <a:t>Wireless networks</a:t>
            </a:r>
          </a:p>
          <a:p>
            <a:pPr lvl="0"/>
            <a:r>
              <a:rPr lang="en-US" sz="1200" kern="1200">
                <a:solidFill>
                  <a:schemeClr val="tx1"/>
                </a:solidFill>
                <a:effectLst/>
                <a:latin typeface="Times New Roman" pitchFamily="18" charset="0"/>
                <a:ea typeface="+mn-ea"/>
                <a:cs typeface="+mn-cs"/>
              </a:rPr>
              <a:t>The </a:t>
            </a:r>
            <a:r>
              <a:rPr lang="en-US" sz="1200" kern="1200" dirty="0">
                <a:solidFill>
                  <a:schemeClr val="tx1"/>
                </a:solidFill>
                <a:effectLst/>
                <a:latin typeface="Times New Roman" pitchFamily="18" charset="0"/>
                <a:ea typeface="+mn-ea"/>
                <a:cs typeface="+mn-cs"/>
              </a:rPr>
              <a:t>Registry stores passphrases for accessing wireless networks. When an individual connects to a wireless network, the service set identifier (SSID) is logged as a preferred network connection. This information can be found in the Registry in the HKEY_LOCAL_MACHINE \SOFTWARE\Microsoft\WZCSVC\Parameters\Interfaces key.</a:t>
            </a:r>
          </a:p>
          <a:p>
            <a:pPr lvl="0"/>
            <a:endParaRPr lang="en-US" sz="1200" kern="1200" dirty="0">
              <a:solidFill>
                <a:schemeClr val="tx1"/>
              </a:solidFill>
              <a:effectLst/>
              <a:latin typeface="Times New Roman" pitchFamily="18" charset="0"/>
              <a:ea typeface="+mn-ea"/>
              <a:cs typeface="+mn-cs"/>
            </a:endParaRPr>
          </a:p>
          <a:p>
            <a:pPr lvl="0"/>
            <a:r>
              <a:rPr lang="en-US" sz="1200" b="1" kern="1200">
                <a:solidFill>
                  <a:schemeClr val="tx1"/>
                </a:solidFill>
                <a:effectLst/>
                <a:latin typeface="Times New Roman" pitchFamily="18" charset="0"/>
                <a:ea typeface="+mn-ea"/>
                <a:cs typeface="+mn-cs"/>
              </a:rPr>
              <a:t>Tracking Word document</a:t>
            </a:r>
            <a:r>
              <a:rPr lang="en-US" sz="1200" b="1" kern="1200" dirty="0">
                <a:solidFill>
                  <a:schemeClr val="tx1"/>
                </a:solidFill>
                <a:effectLst/>
                <a:latin typeface="Times New Roman" pitchFamily="18" charset="0"/>
                <a:ea typeface="+mn-ea"/>
                <a:cs typeface="+mn-cs"/>
              </a:rPr>
              <a:t>s</a:t>
            </a:r>
          </a:p>
          <a:p>
            <a:pPr lvl="0"/>
            <a:r>
              <a:rPr lang="en-US" sz="1200" kern="1200" dirty="0">
                <a:solidFill>
                  <a:schemeClr val="tx1"/>
                </a:solidFill>
                <a:effectLst/>
                <a:latin typeface="Times New Roman" pitchFamily="18" charset="0"/>
                <a:ea typeface="+mn-ea"/>
                <a:cs typeface="+mn-cs"/>
              </a:rPr>
              <a:t>It is possible to track Word documents in the Registry. Many versions of Word store a PID_GUID value in the Registry, for example, something like: { 1 2 3 A 8 B 2 2 - 6 2 2 B - 1 4 C 4 - 8 4 A D - 0 0 D 1 B 6 1 B 0 3 A 4 }. The string 0 0 D 1 B 6 1 B 0 3 A 4 is the MAC address of the machine on which this document was </a:t>
            </a:r>
            <a:r>
              <a:rPr lang="en-US" sz="1200" kern="1200">
                <a:solidFill>
                  <a:schemeClr val="tx1"/>
                </a:solidFill>
                <a:effectLst/>
                <a:latin typeface="Times New Roman" pitchFamily="18" charset="0"/>
                <a:ea typeface="+mn-ea"/>
                <a:cs typeface="+mn-cs"/>
              </a:rPr>
              <a:t>created. </a:t>
            </a:r>
            <a:endParaRPr lang="en-US" sz="1200" kern="1200" dirty="0">
              <a:solidFill>
                <a:schemeClr val="tx1"/>
              </a:solidFill>
              <a:effectLst/>
              <a:latin typeface="Times New Roman" pitchFamily="18" charset="0"/>
              <a:ea typeface="+mn-ea"/>
              <a:cs typeface="+mn-cs"/>
            </a:endParaRPr>
          </a:p>
          <a:p>
            <a:pPr lvl="0"/>
            <a:endParaRPr lang="en-US" sz="1200" kern="1200" dirty="0">
              <a:solidFill>
                <a:schemeClr val="tx1"/>
              </a:solidFill>
              <a:effectLst/>
              <a:latin typeface="Times New Roman" pitchFamily="18" charset="0"/>
              <a:ea typeface="+mn-ea"/>
              <a:cs typeface="+mn-cs"/>
            </a:endParaRPr>
          </a:p>
          <a:p>
            <a:pPr lvl="0"/>
            <a:r>
              <a:rPr lang="en-US" sz="1200" b="1" kern="1200">
                <a:solidFill>
                  <a:schemeClr val="tx1"/>
                </a:solidFill>
                <a:effectLst/>
                <a:latin typeface="Times New Roman" pitchFamily="18" charset="0"/>
                <a:ea typeface="+mn-ea"/>
                <a:cs typeface="+mn-cs"/>
              </a:rPr>
              <a:t>Malware</a:t>
            </a:r>
          </a:p>
          <a:p>
            <a:pPr lvl="0"/>
            <a:r>
              <a:rPr lang="en-US" sz="1200" kern="1200">
                <a:solidFill>
                  <a:schemeClr val="tx1"/>
                </a:solidFill>
                <a:effectLst/>
                <a:latin typeface="Times New Roman" pitchFamily="18" charset="0"/>
                <a:ea typeface="+mn-ea"/>
                <a:cs typeface="+mn-cs"/>
              </a:rPr>
              <a:t>Malware </a:t>
            </a:r>
            <a:r>
              <a:rPr lang="en-US" sz="1200" kern="1200" dirty="0">
                <a:solidFill>
                  <a:schemeClr val="tx1"/>
                </a:solidFill>
                <a:effectLst/>
                <a:latin typeface="Times New Roman" pitchFamily="18" charset="0"/>
                <a:ea typeface="+mn-ea"/>
                <a:cs typeface="+mn-cs"/>
              </a:rPr>
              <a:t>may be found in the Registry. If you search the Registry and find HKLM\SOFTWARE\Microsoft\WindowsNT\CurrentVersion\Winlogon, it has a value named Shell with default data Explorer.exe. This tells the system to launch Windows Explorer when the logon is completed. Some malware appends the malware executable file to the default values data, so that the malware will load every time the system launches. It is important to check this Registry setting if you suspect malware is an issue. The key HKLM\SYSTEM\CurrentControlSet\Services\ lists system services. Several types of malware install as a service, particularly backdoor software. Be sure to also check this key if you suspect malware is an issue.</a:t>
            </a:r>
            <a:br>
              <a:rPr lang="en-US" sz="1200" kern="1200">
                <a:solidFill>
                  <a:schemeClr val="tx1"/>
                </a:solidFill>
                <a:effectLst/>
                <a:latin typeface="Times New Roman" pitchFamily="18" charset="0"/>
                <a:ea typeface="+mn-ea"/>
                <a:cs typeface="+mn-cs"/>
              </a:rPr>
            </a:br>
            <a:endParaRPr lang="en-US" sz="1200" kern="1200">
              <a:solidFill>
                <a:schemeClr val="tx1"/>
              </a:solidFill>
              <a:effectLst/>
              <a:latin typeface="Times New Roman" pitchFamily="18" charset="0"/>
              <a:ea typeface="+mn-ea"/>
              <a:cs typeface="+mn-cs"/>
            </a:endParaRPr>
          </a:p>
          <a:p>
            <a:pPr lvl="0"/>
            <a:r>
              <a:rPr lang="en-US" sz="1200" b="1" kern="1200">
                <a:solidFill>
                  <a:schemeClr val="tx1"/>
                </a:solidFill>
                <a:effectLst/>
                <a:latin typeface="Times New Roman" pitchFamily="18" charset="0"/>
                <a:ea typeface="+mn-ea"/>
                <a:cs typeface="+mn-cs"/>
              </a:rPr>
              <a:t>Uninstalled software</a:t>
            </a:r>
          </a:p>
          <a:p>
            <a:pPr lvl="0"/>
            <a:r>
              <a:rPr lang="en-US"/>
              <a:t>The HKLM\SOFTWARE\Microsoft\Windows\CurrentVersion\Uninstall key lets you see all the software that has been uninstalled from this machine.</a:t>
            </a:r>
          </a:p>
          <a:p>
            <a:pPr lvl="0"/>
            <a:endParaRPr lang="en-US"/>
          </a:p>
          <a:p>
            <a:pPr lvl="0"/>
            <a:r>
              <a:rPr lang="en-US" b="1"/>
              <a:t>Passwords</a:t>
            </a:r>
          </a:p>
          <a:p>
            <a:pPr lvl="0"/>
            <a:r>
              <a:rPr lang="en-US"/>
              <a:t>If the user tells Internet Explorer to remember passwords, then those passwords are stored in the Registry and you can retrieve them. The following key holds these values:</a:t>
            </a:r>
          </a:p>
          <a:p>
            <a:pPr lvl="0"/>
            <a:r>
              <a:rPr lang="en-US"/>
              <a:t>HKCU\Software\Microsoft\Internet Explorer\IntelliForms\SPW</a:t>
            </a:r>
          </a:p>
          <a:p>
            <a:pPr lvl="0"/>
            <a:endParaRPr lang="en-US"/>
          </a:p>
          <a:p>
            <a:pPr lvl="0"/>
            <a:r>
              <a:rPr lang="en-US" b="1"/>
              <a:t>ShellBag</a:t>
            </a:r>
          </a:p>
          <a:p>
            <a:pPr lvl="0"/>
            <a:r>
              <a:rPr lang="en-US" b="0"/>
              <a:t>This entry can be found at HKCU\Software\Microsoft\Shell\Bags. ShellBag entries indicate a given folder was accessed, not a specific file. This Windows Registry key is of particular interest in child pornography investigations</a:t>
            </a:r>
          </a:p>
          <a:p>
            <a:pPr lvl="0"/>
            <a:endParaRPr lang="en-US" b="1"/>
          </a:p>
          <a:p>
            <a:pPr lvl="0"/>
            <a:r>
              <a:rPr lang="en-US" b="1"/>
              <a:t>Prefetch</a:t>
            </a:r>
          </a:p>
          <a:p>
            <a:pPr lvl="0"/>
            <a:r>
              <a:rPr lang="en-US"/>
              <a:t>See next slide.</a:t>
            </a:r>
            <a:endParaRPr lang="en-US" dirty="0"/>
          </a:p>
        </p:txBody>
      </p:sp>
      <p:sp>
        <p:nvSpPr>
          <p:cNvPr id="46084"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56823DEA-67CC-437C-99B9-53F7102BF599}" type="datetime1">
              <a:rPr lang="en-US" sz="1300">
                <a:latin typeface="Times New Roman" pitchFamily="18" charset="0"/>
              </a:rPr>
              <a:pPr algn="r" defTabSz="931863"/>
              <a:t>8/1/2022</a:t>
            </a:fld>
            <a:endParaRPr lang="en-US" sz="1300" dirty="0">
              <a:latin typeface="Times New Roman" pitchFamily="18" charset="0"/>
            </a:endParaRPr>
          </a:p>
        </p:txBody>
      </p:sp>
      <p:sp>
        <p:nvSpPr>
          <p:cNvPr id="46086"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5630BA9D-CA22-4153-B694-96EACE5E4574}" type="slidenum">
              <a:rPr lang="en-US" sz="1300">
                <a:latin typeface="Times New Roman" pitchFamily="18" charset="0"/>
              </a:rPr>
              <a:pPr algn="r" defTabSz="931863"/>
              <a:t>37</a:t>
            </a:fld>
            <a:endParaRPr lang="en-US" sz="1300" dirty="0">
              <a:latin typeface="Times New Roman" pitchFamily="18" charset="0"/>
            </a:endParaRPr>
          </a:p>
        </p:txBody>
      </p:sp>
    </p:spTree>
    <p:extLst>
      <p:ext uri="{BB962C8B-B14F-4D97-AF65-F5344CB8AC3E}">
        <p14:creationId xmlns:p14="http://schemas.microsoft.com/office/powerpoint/2010/main" val="8626946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a:t>To speed up the performance of programs, Windows keeps a list of all DLLs a given executable needs.</a:t>
            </a:r>
          </a:p>
          <a:p>
            <a:r>
              <a:rPr lang="en-US"/>
              <a:t>When the executable is launched, all the DLLs are “fetched.” \</a:t>
            </a:r>
          </a:p>
          <a:p>
            <a:r>
              <a:rPr lang="en-US"/>
              <a:t>A side benefit is that the prefetch entry keeps a list of how many times an executable has been run, and the last date/time it was run.</a:t>
            </a:r>
          </a:p>
          <a:p>
            <a:r>
              <a:rPr lang="en-US"/>
              <a:t>Most Windows forensics tools will pull this information for you. OSForensics makes it part of the “Recent Activity.”</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38</a:t>
            </a:fld>
            <a:endParaRPr lang="en-US" dirty="0"/>
          </a:p>
        </p:txBody>
      </p:sp>
    </p:spTree>
    <p:extLst>
      <p:ext uri="{BB962C8B-B14F-4D97-AF65-F5344CB8AC3E}">
        <p14:creationId xmlns:p14="http://schemas.microsoft.com/office/powerpoint/2010/main" val="940798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39</a:t>
            </a:fld>
            <a:endParaRPr lang="en-US" dirty="0"/>
          </a:p>
        </p:txBody>
      </p:sp>
    </p:spTree>
    <p:extLst>
      <p:ext uri="{BB962C8B-B14F-4D97-AF65-F5344CB8AC3E}">
        <p14:creationId xmlns:p14="http://schemas.microsoft.com/office/powerpoint/2010/main" val="38446755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40</a:t>
            </a:fld>
            <a:endParaRPr lang="en-US" dirty="0"/>
          </a:p>
        </p:txBody>
      </p:sp>
    </p:spTree>
    <p:extLst>
      <p:ext uri="{BB962C8B-B14F-4D97-AF65-F5344CB8AC3E}">
        <p14:creationId xmlns:p14="http://schemas.microsoft.com/office/powerpoint/2010/main" val="7803195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4" name="TextBox 3"/>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2012 Jones and Bartlett </a:t>
            </a:r>
            <a:r>
              <a:rPr lang="en-US" sz="800" i="0" dirty="0">
                <a:solidFill>
                  <a:schemeClr val="accent5"/>
                </a:solidFill>
              </a:rPr>
              <a:t>Learning, LLC  www.jblearning.com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59141"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a:solidFill>
                  <a:schemeClr val="accent5"/>
                </a:solidFill>
              </a:rPr>
              <a:t>© 2019 </a:t>
            </a:r>
            <a:r>
              <a:rPr lang="en-US" sz="700" dirty="0">
                <a:solidFill>
                  <a:schemeClr val="accent5"/>
                </a:solidFill>
              </a:rPr>
              <a:t>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6"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Text Box 6"/>
          <p:cNvSpPr txBox="1">
            <a:spLocks noChangeArrowheads="1"/>
          </p:cNvSpPr>
          <p:nvPr/>
        </p:nvSpPr>
        <p:spPr bwMode="auto">
          <a:xfrm>
            <a:off x="8382000" y="6496050"/>
            <a:ext cx="581025" cy="215900"/>
          </a:xfrm>
          <a:prstGeom prst="rect">
            <a:avLst/>
          </a:prstGeom>
          <a:noFill/>
          <a:ln>
            <a:noFill/>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C4F20969-4C03-463E-8346-60A56C879725}"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136813"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a:solidFill>
                  <a:schemeClr val="accent5"/>
                </a:solidFill>
              </a:rPr>
              <a:t>© 2019 </a:t>
            </a:r>
            <a:r>
              <a:rPr lang="en-US" sz="700" dirty="0">
                <a:solidFill>
                  <a:schemeClr val="accent5"/>
                </a:solidFill>
              </a:rPr>
              <a:t>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138" r:id="rId1"/>
    <p:sldLayoutId id="2147484137" r:id="rId2"/>
    <p:sldLayoutId id="2147484139" r:id="rId3"/>
    <p:sldLayoutId id="2147484140" r:id="rId4"/>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401638" y="2133600"/>
            <a:ext cx="8053387" cy="3096232"/>
          </a:xfrm>
        </p:spPr>
        <p:txBody>
          <a:bodyPr/>
          <a:lstStyle/>
          <a:p>
            <a:pPr algn="ctr"/>
            <a:r>
              <a:rPr lang="en-US" sz="4000" b="1" dirty="0"/>
              <a:t>System Forensics, Investigation, and Response</a:t>
            </a:r>
          </a:p>
          <a:p>
            <a:pPr algn="ctr"/>
            <a:endParaRPr lang="en-US" b="1" dirty="0"/>
          </a:p>
          <a:p>
            <a:pPr algn="ctr"/>
            <a:r>
              <a:rPr lang="en-US" b="1" dirty="0"/>
              <a:t>Lesson 8</a:t>
            </a:r>
          </a:p>
          <a:p>
            <a:pPr algn="ctr"/>
            <a:r>
              <a:rPr lang="en-US" b="1" dirty="0"/>
              <a:t>Windows Forensics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Learning Objective</a:t>
            </a:r>
          </a:p>
        </p:txBody>
      </p:sp>
      <p:sp>
        <p:nvSpPr>
          <p:cNvPr id="6147" name="Content Placeholder 2"/>
          <p:cNvSpPr>
            <a:spLocks noGrp="1"/>
          </p:cNvSpPr>
          <p:nvPr>
            <p:ph idx="1"/>
          </p:nvPr>
        </p:nvSpPr>
        <p:spPr>
          <a:xfrm>
            <a:off x="539750" y="1828800"/>
            <a:ext cx="8299450" cy="4326340"/>
          </a:xfrm>
        </p:spPr>
        <p:txBody>
          <a:bodyPr/>
          <a:lstStyle/>
          <a:p>
            <a:r>
              <a:rPr lang="en-US" sz="2800" dirty="0"/>
              <a:t>Summarize various types of digital forensics.</a:t>
            </a:r>
          </a:p>
          <a:p>
            <a:pPr>
              <a:buFont typeface="Wingdings" pitchFamily="2" charset="2"/>
              <a:buNone/>
            </a:pPr>
            <a:endParaRPr lang="en-US" sz="1000" dirty="0"/>
          </a:p>
          <a:p>
            <a:pPr>
              <a:buFont typeface="Wingdings" pitchFamily="2" charset="2"/>
              <a:buNone/>
            </a:pPr>
            <a:endParaRPr lang="en-US" sz="3200" b="1" dirty="0"/>
          </a:p>
          <a:p>
            <a:endParaRPr lang="en-US" sz="28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Key Concepts</a:t>
            </a:r>
          </a:p>
        </p:txBody>
      </p:sp>
      <p:sp>
        <p:nvSpPr>
          <p:cNvPr id="6147" name="Content Placeholder 2"/>
          <p:cNvSpPr>
            <a:spLocks noGrp="1"/>
          </p:cNvSpPr>
          <p:nvPr>
            <p:ph idx="1"/>
          </p:nvPr>
        </p:nvSpPr>
        <p:spPr>
          <a:xfrm>
            <a:off x="539750" y="1524000"/>
            <a:ext cx="8299450" cy="4631140"/>
          </a:xfrm>
        </p:spPr>
        <p:txBody>
          <a:bodyPr/>
          <a:lstStyle/>
          <a:p>
            <a:r>
              <a:rPr lang="en-US" sz="2800" dirty="0"/>
              <a:t>Windows details</a:t>
            </a:r>
          </a:p>
          <a:p>
            <a:r>
              <a:rPr lang="en-US" sz="2800" dirty="0"/>
              <a:t>Evidence in volatile data</a:t>
            </a:r>
          </a:p>
          <a:p>
            <a:r>
              <a:rPr lang="en-US" sz="2800" dirty="0"/>
              <a:t>Windows swap file</a:t>
            </a:r>
          </a:p>
          <a:p>
            <a:r>
              <a:rPr lang="en-US" sz="2800"/>
              <a:t>Windows logs and directories</a:t>
            </a:r>
            <a:endParaRPr lang="en-US" sz="2800" dirty="0"/>
          </a:p>
          <a:p>
            <a:r>
              <a:rPr lang="en-US" sz="2800"/>
              <a:t>Windows </a:t>
            </a:r>
            <a:r>
              <a:rPr lang="en-US" sz="2800" dirty="0"/>
              <a:t>Registry </a:t>
            </a:r>
          </a:p>
        </p:txBody>
      </p:sp>
    </p:spTree>
    <p:extLst>
      <p:ext uri="{BB962C8B-B14F-4D97-AF65-F5344CB8AC3E}">
        <p14:creationId xmlns:p14="http://schemas.microsoft.com/office/powerpoint/2010/main" val="173531844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History of Windows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917873164"/>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4814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History </a:t>
            </a:r>
            <a:r>
              <a:rPr lang="en-US" sz="4000">
                <a:solidFill>
                  <a:schemeClr val="tx2"/>
                </a:solidFill>
              </a:rPr>
              <a:t>of Windows (Cont.)</a:t>
            </a:r>
            <a:endParaRPr lang="en-US" sz="4000" dirty="0">
              <a:solidFill>
                <a:schemeClr val="tx2"/>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995981745"/>
              </p:ext>
            </p:extLst>
          </p:nvPr>
        </p:nvGraphicFramePr>
        <p:xfrm>
          <a:off x="539750" y="1295400"/>
          <a:ext cx="8299450" cy="47232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85509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History of Windows (Cont.)</a:t>
            </a:r>
            <a:endParaRPr lang="en-US" sz="4000" dirty="0">
              <a:solidFill>
                <a:schemeClr val="tx2"/>
              </a:solidFill>
            </a:endParaRPr>
          </a:p>
        </p:txBody>
      </p:sp>
      <p:graphicFrame>
        <p:nvGraphicFramePr>
          <p:cNvPr id="6" name="Content Placeholder 5">
            <a:extLst>
              <a:ext uri="{FF2B5EF4-FFF2-40B4-BE49-F238E27FC236}">
                <a16:creationId xmlns:a16="http://schemas.microsoft.com/office/drawing/2014/main" id="{9751607A-B6DE-45DD-A7D6-B84813AB16BE}"/>
              </a:ext>
            </a:extLst>
          </p:cNvPr>
          <p:cNvGraphicFramePr>
            <a:graphicFrameLocks noGrp="1"/>
          </p:cNvGraphicFramePr>
          <p:nvPr>
            <p:ph idx="1"/>
            <p:extLst>
              <p:ext uri="{D42A27DB-BD31-4B8C-83A1-F6EECF244321}">
                <p14:modId xmlns:p14="http://schemas.microsoft.com/office/powerpoint/2010/main" val="3191669628"/>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75275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a:t>Issues Pertinent to Forensics</a:t>
            </a:r>
            <a:endParaRPr lang="en-US" sz="4000" dirty="0"/>
          </a:p>
        </p:txBody>
      </p:sp>
      <p:sp>
        <p:nvSpPr>
          <p:cNvPr id="6147" name="Content Placeholder 2"/>
          <p:cNvSpPr>
            <a:spLocks noGrp="1"/>
          </p:cNvSpPr>
          <p:nvPr>
            <p:ph idx="1"/>
          </p:nvPr>
        </p:nvSpPr>
        <p:spPr>
          <a:xfrm>
            <a:off x="539750" y="1524000"/>
            <a:ext cx="8299450" cy="4631140"/>
          </a:xfrm>
        </p:spPr>
        <p:txBody>
          <a:bodyPr/>
          <a:lstStyle/>
          <a:p>
            <a:r>
              <a:rPr lang="en-US" sz="2800"/>
              <a:t>Does the Windows version in question support 64-bit processing?</a:t>
            </a:r>
          </a:p>
          <a:p>
            <a:r>
              <a:rPr lang="en-US" sz="2800"/>
              <a:t>Does it have a firewall? If so, is the firewall automatically on?</a:t>
            </a:r>
          </a:p>
          <a:p>
            <a:r>
              <a:rPr lang="en-US" sz="2800"/>
              <a:t>Does the version of Windows support the Encrypted File System (EFS)?</a:t>
            </a:r>
            <a:endParaRPr lang="en-US" sz="2800" dirty="0"/>
          </a:p>
        </p:txBody>
      </p:sp>
    </p:spTree>
    <p:extLst>
      <p:ext uri="{BB962C8B-B14F-4D97-AF65-F5344CB8AC3E}">
        <p14:creationId xmlns:p14="http://schemas.microsoft.com/office/powerpoint/2010/main" val="245126819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Windows Details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960190492"/>
              </p:ext>
            </p:extLst>
          </p:nvPr>
        </p:nvGraphicFramePr>
        <p:xfrm>
          <a:off x="444216" y="1405719"/>
          <a:ext cx="8299450" cy="4490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63641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Windows Boot Process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33125536"/>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2639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Windows Boot </a:t>
            </a:r>
            <a:r>
              <a:rPr lang="en-US" sz="4000">
                <a:solidFill>
                  <a:schemeClr val="tx2"/>
                </a:solidFill>
              </a:rPr>
              <a:t>Process (Cont</a:t>
            </a:r>
            <a:r>
              <a:rPr lang="en-US" sz="4000" dirty="0">
                <a:solidFill>
                  <a:schemeClr val="tx2"/>
                </a:solidFill>
              </a:rPr>
              <a: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19715585"/>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5168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Important Files</a:t>
            </a:r>
            <a:endParaRPr lang="en-US" sz="4000" dirty="0">
              <a:solidFill>
                <a:schemeClr val="tx2"/>
              </a:solidFill>
            </a:endParaRPr>
          </a:p>
        </p:txBody>
      </p:sp>
      <p:graphicFrame>
        <p:nvGraphicFramePr>
          <p:cNvPr id="5" name="Content Placeholder 4">
            <a:extLst>
              <a:ext uri="{FF2B5EF4-FFF2-40B4-BE49-F238E27FC236}">
                <a16:creationId xmlns:a16="http://schemas.microsoft.com/office/drawing/2014/main" id="{C32A19CA-9159-44C6-BEF5-97308C18E7E7}"/>
              </a:ext>
            </a:extLst>
          </p:cNvPr>
          <p:cNvGraphicFramePr>
            <a:graphicFrameLocks noGrp="1"/>
          </p:cNvGraphicFramePr>
          <p:nvPr>
            <p:ph idx="1"/>
            <p:extLst>
              <p:ext uri="{D42A27DB-BD31-4B8C-83A1-F6EECF244321}">
                <p14:modId xmlns:p14="http://schemas.microsoft.com/office/powerpoint/2010/main" val="2080448563"/>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31105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Volatile Memory</a:t>
            </a:r>
          </a:p>
        </p:txBody>
      </p:sp>
      <p:sp>
        <p:nvSpPr>
          <p:cNvPr id="2" name="Content Placeholder 1"/>
          <p:cNvSpPr>
            <a:spLocks noGrp="1"/>
          </p:cNvSpPr>
          <p:nvPr>
            <p:ph idx="1"/>
          </p:nvPr>
        </p:nvSpPr>
        <p:spPr>
          <a:xfrm>
            <a:off x="539750" y="1815152"/>
            <a:ext cx="8299450" cy="4128448"/>
          </a:xfrm>
        </p:spPr>
        <p:txBody>
          <a:bodyPr/>
          <a:lstStyle/>
          <a:p>
            <a:r>
              <a:rPr lang="en-US" sz="3200" dirty="0">
                <a:solidFill>
                  <a:srgbClr val="000000"/>
                </a:solidFill>
              </a:rPr>
              <a:t>Live system forensic technique in which you:</a:t>
            </a:r>
          </a:p>
          <a:p>
            <a:pPr lvl="1"/>
            <a:r>
              <a:rPr lang="en-US" sz="3000" dirty="0">
                <a:solidFill>
                  <a:srgbClr val="000000"/>
                </a:solidFill>
              </a:rPr>
              <a:t>Collect a memory dump</a:t>
            </a:r>
          </a:p>
          <a:p>
            <a:pPr lvl="1"/>
            <a:r>
              <a:rPr lang="en-US" sz="3000" dirty="0">
                <a:solidFill>
                  <a:srgbClr val="000000"/>
                </a:solidFill>
              </a:rPr>
              <a:t>Compute the hash</a:t>
            </a:r>
          </a:p>
          <a:p>
            <a:pPr lvl="1"/>
            <a:r>
              <a:rPr lang="en-US" sz="3000" dirty="0">
                <a:solidFill>
                  <a:srgbClr val="000000"/>
                </a:solidFill>
              </a:rPr>
              <a:t>Perform analysis in an isolated environment</a:t>
            </a:r>
          </a:p>
          <a:p>
            <a:endParaRPr lang="en-US" sz="3200" dirty="0">
              <a:solidFill>
                <a:srgbClr val="000000"/>
              </a:solidFill>
            </a:endParaRPr>
          </a:p>
        </p:txBody>
      </p:sp>
    </p:spTree>
    <p:extLst>
      <p:ext uri="{BB962C8B-B14F-4D97-AF65-F5344CB8AC3E}">
        <p14:creationId xmlns:p14="http://schemas.microsoft.com/office/powerpoint/2010/main" val="1788267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idx="4294967295"/>
          </p:nvPr>
        </p:nvSpPr>
        <p:spPr>
          <a:xfrm>
            <a:off x="539750" y="304800"/>
            <a:ext cx="8299450" cy="476250"/>
          </a:xfrm>
        </p:spPr>
        <p:txBody>
          <a:bodyPr/>
          <a:lstStyle/>
          <a:p>
            <a:r>
              <a:rPr lang="en-US" sz="4000" dirty="0">
                <a:solidFill>
                  <a:schemeClr val="tx2"/>
                </a:solidFill>
              </a:rPr>
              <a:t>Offline Vs. Volatile Data Analysis</a:t>
            </a:r>
          </a:p>
        </p:txBody>
      </p:sp>
      <p:graphicFrame>
        <p:nvGraphicFramePr>
          <p:cNvPr id="2" name="Content Placeholder 1"/>
          <p:cNvGraphicFramePr>
            <a:graphicFrameLocks noGrp="1"/>
          </p:cNvGraphicFramePr>
          <p:nvPr>
            <p:ph idx="4294967295"/>
            <p:extLst>
              <p:ext uri="{D42A27DB-BD31-4B8C-83A1-F6EECF244321}">
                <p14:modId xmlns:p14="http://schemas.microsoft.com/office/powerpoint/2010/main" val="1689166267"/>
              </p:ext>
            </p:extLst>
          </p:nvPr>
        </p:nvGraphicFramePr>
        <p:xfrm>
          <a:off x="368490" y="1290636"/>
          <a:ext cx="8599298" cy="4687082"/>
        </p:xfrm>
        <a:graphic>
          <a:graphicData uri="http://schemas.openxmlformats.org/drawingml/2006/table">
            <a:tbl>
              <a:tblPr firstRow="1" bandRow="1">
                <a:tableStyleId>{5C22544A-7EE6-4342-B048-85BDC9FD1C3A}</a:tableStyleId>
              </a:tblPr>
              <a:tblGrid>
                <a:gridCol w="4306395">
                  <a:extLst>
                    <a:ext uri="{9D8B030D-6E8A-4147-A177-3AD203B41FA5}">
                      <a16:colId xmlns:a16="http://schemas.microsoft.com/office/drawing/2014/main" val="20000"/>
                    </a:ext>
                  </a:extLst>
                </a:gridCol>
                <a:gridCol w="4292903">
                  <a:extLst>
                    <a:ext uri="{9D8B030D-6E8A-4147-A177-3AD203B41FA5}">
                      <a16:colId xmlns:a16="http://schemas.microsoft.com/office/drawing/2014/main" val="20001"/>
                    </a:ext>
                  </a:extLst>
                </a:gridCol>
              </a:tblGrid>
              <a:tr h="651728">
                <a:tc>
                  <a:txBody>
                    <a:bodyPr/>
                    <a:lstStyle/>
                    <a:p>
                      <a:r>
                        <a:rPr lang="en-US" sz="2400" dirty="0">
                          <a:solidFill>
                            <a:schemeClr val="bg1"/>
                          </a:solidFill>
                        </a:rPr>
                        <a:t>Offline</a:t>
                      </a:r>
                      <a:r>
                        <a:rPr lang="en-US" sz="2400" baseline="0" dirty="0">
                          <a:solidFill>
                            <a:schemeClr val="bg1"/>
                          </a:solidFill>
                        </a:rPr>
                        <a:t> Data Analysis</a:t>
                      </a:r>
                      <a:endParaRPr lang="en-US" sz="2400" dirty="0">
                        <a:solidFill>
                          <a:schemeClr val="bg1"/>
                        </a:solidFill>
                      </a:endParaRPr>
                    </a:p>
                  </a:txBody>
                  <a:tcPr marT="45722" marB="45722"/>
                </a:tc>
                <a:tc>
                  <a:txBody>
                    <a:bodyPr/>
                    <a:lstStyle/>
                    <a:p>
                      <a:r>
                        <a:rPr lang="en-US" sz="2400" dirty="0">
                          <a:solidFill>
                            <a:schemeClr val="bg1"/>
                          </a:solidFill>
                        </a:rPr>
                        <a:t>Volatile Data Analysis</a:t>
                      </a:r>
                    </a:p>
                  </a:txBody>
                  <a:tcPr marT="45722" marB="45722"/>
                </a:tc>
                <a:extLst>
                  <a:ext uri="{0D108BD9-81ED-4DB2-BD59-A6C34878D82A}">
                    <a16:rowId xmlns:a16="http://schemas.microsoft.com/office/drawing/2014/main" val="10000"/>
                  </a:ext>
                </a:extLst>
              </a:tr>
              <a:tr h="651728">
                <a:tc>
                  <a:txBody>
                    <a:bodyPr/>
                    <a:lstStyle/>
                    <a:p>
                      <a:r>
                        <a:rPr lang="en-US" sz="2200" dirty="0">
                          <a:solidFill>
                            <a:schemeClr val="tx1"/>
                          </a:solidFill>
                        </a:rPr>
                        <a:t>Nonvolatile</a:t>
                      </a:r>
                      <a:r>
                        <a:rPr lang="en-US" sz="2200" baseline="0" dirty="0">
                          <a:solidFill>
                            <a:schemeClr val="tx1"/>
                          </a:solidFill>
                        </a:rPr>
                        <a:t> data</a:t>
                      </a:r>
                      <a:endParaRPr lang="en-US" sz="2200" dirty="0">
                        <a:solidFill>
                          <a:schemeClr val="tx1"/>
                        </a:solidFill>
                      </a:endParaRPr>
                    </a:p>
                  </a:txBody>
                  <a:tcPr marT="45722" marB="45722"/>
                </a:tc>
                <a:tc>
                  <a:txBody>
                    <a:bodyPr/>
                    <a:lstStyle/>
                    <a:p>
                      <a:r>
                        <a:rPr lang="en-US" sz="2200" dirty="0">
                          <a:solidFill>
                            <a:schemeClr val="tx1"/>
                          </a:solidFill>
                        </a:rPr>
                        <a:t>Volatile data</a:t>
                      </a:r>
                    </a:p>
                  </a:txBody>
                  <a:tcPr marT="45722" marB="45722"/>
                </a:tc>
                <a:extLst>
                  <a:ext uri="{0D108BD9-81ED-4DB2-BD59-A6C34878D82A}">
                    <a16:rowId xmlns:a16="http://schemas.microsoft.com/office/drawing/2014/main" val="10001"/>
                  </a:ext>
                </a:extLst>
              </a:tr>
              <a:tr h="1124899">
                <a:tc>
                  <a:txBody>
                    <a:bodyPr/>
                    <a:lstStyle/>
                    <a:p>
                      <a:r>
                        <a:rPr lang="en-US" sz="2200" dirty="0">
                          <a:solidFill>
                            <a:schemeClr val="tx1"/>
                          </a:solidFill>
                        </a:rPr>
                        <a:t>Isolation is relatively easy for experienced</a:t>
                      </a:r>
                      <a:r>
                        <a:rPr lang="en-US" sz="2200" baseline="0" dirty="0">
                          <a:solidFill>
                            <a:schemeClr val="tx1"/>
                          </a:solidFill>
                        </a:rPr>
                        <a:t> specialist</a:t>
                      </a:r>
                      <a:endParaRPr lang="en-US" sz="2200" dirty="0">
                        <a:solidFill>
                          <a:schemeClr val="tx1"/>
                        </a:solidFill>
                      </a:endParaRPr>
                    </a:p>
                  </a:txBody>
                  <a:tcPr marT="45722" marB="45722"/>
                </a:tc>
                <a:tc>
                  <a:txBody>
                    <a:bodyPr/>
                    <a:lstStyle/>
                    <a:p>
                      <a:r>
                        <a:rPr lang="en-US" sz="2200" dirty="0">
                          <a:solidFill>
                            <a:schemeClr val="tx1"/>
                          </a:solidFill>
                        </a:rPr>
                        <a:t>Isolation is difficult</a:t>
                      </a:r>
                    </a:p>
                  </a:txBody>
                  <a:tcPr marT="45722" marB="45722"/>
                </a:tc>
                <a:extLst>
                  <a:ext uri="{0D108BD9-81ED-4DB2-BD59-A6C34878D82A}">
                    <a16:rowId xmlns:a16="http://schemas.microsoft.com/office/drawing/2014/main" val="10002"/>
                  </a:ext>
                </a:extLst>
              </a:tr>
              <a:tr h="651728">
                <a:tc>
                  <a:txBody>
                    <a:bodyPr/>
                    <a:lstStyle/>
                    <a:p>
                      <a:r>
                        <a:rPr lang="en-US" sz="2200" dirty="0">
                          <a:solidFill>
                            <a:schemeClr val="tx1"/>
                          </a:solidFill>
                        </a:rPr>
                        <a:t>Repeatable</a:t>
                      </a:r>
                    </a:p>
                  </a:txBody>
                  <a:tcPr marT="45722" marB="45722"/>
                </a:tc>
                <a:tc>
                  <a:txBody>
                    <a:bodyPr/>
                    <a:lstStyle/>
                    <a:p>
                      <a:r>
                        <a:rPr lang="en-US" sz="2200" dirty="0">
                          <a:solidFill>
                            <a:schemeClr val="tx1"/>
                          </a:solidFill>
                        </a:rPr>
                        <a:t>Not repeatable</a:t>
                      </a:r>
                    </a:p>
                  </a:txBody>
                  <a:tcPr marT="45722" marB="45722"/>
                </a:tc>
                <a:extLst>
                  <a:ext uri="{0D108BD9-81ED-4DB2-BD59-A6C34878D82A}">
                    <a16:rowId xmlns:a16="http://schemas.microsoft.com/office/drawing/2014/main" val="10003"/>
                  </a:ext>
                </a:extLst>
              </a:tr>
              <a:tr h="1606999">
                <a:tc>
                  <a:txBody>
                    <a:bodyPr/>
                    <a:lstStyle/>
                    <a:p>
                      <a:r>
                        <a:rPr lang="en-US" sz="2200" dirty="0">
                          <a:solidFill>
                            <a:schemeClr val="tx1"/>
                          </a:solidFill>
                        </a:rPr>
                        <a:t>Uses no software that existed on the system during the time frame of investigation</a:t>
                      </a:r>
                    </a:p>
                  </a:txBody>
                  <a:tcPr marT="45722" marB="45722"/>
                </a:tc>
                <a:tc>
                  <a:txBody>
                    <a:bodyPr/>
                    <a:lstStyle/>
                    <a:p>
                      <a:r>
                        <a:rPr lang="en-US" sz="2200" dirty="0">
                          <a:solidFill>
                            <a:schemeClr val="tx1"/>
                          </a:solidFill>
                        </a:rPr>
                        <a:t>Uses software that existed</a:t>
                      </a:r>
                      <a:r>
                        <a:rPr lang="en-US" sz="2200" baseline="0" dirty="0">
                          <a:solidFill>
                            <a:schemeClr val="tx1"/>
                          </a:solidFill>
                        </a:rPr>
                        <a:t> </a:t>
                      </a:r>
                      <a:r>
                        <a:rPr lang="en-US" sz="2200" dirty="0">
                          <a:solidFill>
                            <a:schemeClr val="tx1"/>
                          </a:solidFill>
                        </a:rPr>
                        <a:t>on the system during the time frame of the investigation</a:t>
                      </a:r>
                    </a:p>
                  </a:txBody>
                  <a:tcPr marT="45722" marB="45722"/>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1651443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Volatile Memory (cont.)</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099615052"/>
              </p:ext>
            </p:extLst>
          </p:nvPr>
        </p:nvGraphicFramePr>
        <p:xfrm>
          <a:off x="539750" y="1705970"/>
          <a:ext cx="8299450" cy="42376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3565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Live Forensics Tools</a:t>
            </a:r>
          </a:p>
        </p:txBody>
      </p:sp>
      <p:sp>
        <p:nvSpPr>
          <p:cNvPr id="10243" name="Content Placeholder 2"/>
          <p:cNvSpPr>
            <a:spLocks noGrp="1"/>
          </p:cNvSpPr>
          <p:nvPr>
            <p:ph idx="1"/>
          </p:nvPr>
        </p:nvSpPr>
        <p:spPr>
          <a:xfrm>
            <a:off x="539750" y="1337480"/>
            <a:ext cx="8299450" cy="4383869"/>
          </a:xfrm>
        </p:spPr>
        <p:txBody>
          <a:bodyPr/>
          <a:lstStyle/>
          <a:p>
            <a:pPr marL="233363" lvl="1" indent="-233363">
              <a:buSzTx/>
              <a:buFont typeface="Wingdings" pitchFamily="2" charset="2"/>
              <a:buChar char="§"/>
            </a:pPr>
            <a:r>
              <a:rPr lang="en-US" sz="3200" dirty="0"/>
              <a:t>PsList - processes</a:t>
            </a:r>
          </a:p>
          <a:p>
            <a:pPr marL="233363" lvl="1" indent="-233363">
              <a:buSzTx/>
              <a:buFont typeface="Wingdings" pitchFamily="2" charset="2"/>
              <a:buChar char="§"/>
            </a:pPr>
            <a:r>
              <a:rPr lang="en-US" sz="3200" dirty="0"/>
              <a:t>PsInfo – operating system details</a:t>
            </a:r>
          </a:p>
          <a:p>
            <a:pPr marL="233363" lvl="1" indent="-233363">
              <a:buSzTx/>
              <a:buFont typeface="Wingdings" pitchFamily="2" charset="2"/>
              <a:buChar char="§"/>
            </a:pPr>
            <a:r>
              <a:rPr lang="en-US" sz="3200" dirty="0"/>
              <a:t>ListDLLs – loaded DLLs</a:t>
            </a:r>
          </a:p>
          <a:p>
            <a:pPr marL="233363" lvl="1" indent="-233363">
              <a:buSzTx/>
              <a:buFont typeface="Wingdings" pitchFamily="2" charset="2"/>
              <a:buChar char="§"/>
            </a:pPr>
            <a:r>
              <a:rPr lang="en-US" sz="3200" dirty="0"/>
              <a:t>PsLoggedOn – login information</a:t>
            </a:r>
          </a:p>
          <a:p>
            <a:pPr marL="233363" lvl="1" indent="-233363">
              <a:buSzTx/>
              <a:buFont typeface="Wingdings" pitchFamily="2" charset="2"/>
              <a:buChar char="§"/>
            </a:pPr>
            <a:r>
              <a:rPr lang="en-US" sz="3200" dirty="0"/>
              <a:t>n</a:t>
            </a:r>
            <a:r>
              <a:rPr lang="en-US" sz="3200"/>
              <a:t>etstat </a:t>
            </a:r>
            <a:r>
              <a:rPr lang="en-US" sz="3200" dirty="0"/>
              <a:t>– network connections</a:t>
            </a:r>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a:p>
            <a:endParaRPr lang="en-US" sz="3200" dirty="0"/>
          </a:p>
        </p:txBody>
      </p:sp>
    </p:spTree>
    <p:extLst>
      <p:ext uri="{BB962C8B-B14F-4D97-AF65-F5344CB8AC3E}">
        <p14:creationId xmlns:p14="http://schemas.microsoft.com/office/powerpoint/2010/main" val="41729185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37778" y="1295400"/>
            <a:ext cx="6103393" cy="4648200"/>
          </a:xfrm>
        </p:spPr>
      </p:pic>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PsList</a:t>
            </a:r>
          </a:p>
        </p:txBody>
      </p:sp>
      <p:sp>
        <p:nvSpPr>
          <p:cNvPr id="6" name="TextBox 5"/>
          <p:cNvSpPr txBox="1"/>
          <p:nvPr/>
        </p:nvSpPr>
        <p:spPr>
          <a:xfrm rot="5400000">
            <a:off x="6780100" y="4946223"/>
            <a:ext cx="2156344" cy="230832"/>
          </a:xfrm>
          <a:prstGeom prst="rect">
            <a:avLst/>
          </a:prstGeom>
          <a:noFill/>
        </p:spPr>
        <p:txBody>
          <a:bodyPr wrap="square" rtlCol="0">
            <a:spAutoFit/>
          </a:bodyPr>
          <a:lstStyle/>
          <a:p>
            <a:r>
              <a:rPr lang="en-US" sz="900" dirty="0">
                <a:solidFill>
                  <a:schemeClr val="bg1">
                    <a:lumMod val="75000"/>
                  </a:schemeClr>
                </a:solidFill>
              </a:rPr>
              <a:t>Used with permission from Microsoft</a:t>
            </a:r>
          </a:p>
        </p:txBody>
      </p:sp>
    </p:spTree>
    <p:extLst>
      <p:ext uri="{BB962C8B-B14F-4D97-AF65-F5344CB8AC3E}">
        <p14:creationId xmlns:p14="http://schemas.microsoft.com/office/powerpoint/2010/main" val="1285645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85265" y="1451610"/>
            <a:ext cx="6408420" cy="4335780"/>
          </a:xfrm>
        </p:spPr>
      </p:pic>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PsInfo</a:t>
            </a:r>
          </a:p>
        </p:txBody>
      </p:sp>
      <p:sp>
        <p:nvSpPr>
          <p:cNvPr id="6" name="TextBox 5"/>
          <p:cNvSpPr txBox="1"/>
          <p:nvPr/>
        </p:nvSpPr>
        <p:spPr>
          <a:xfrm rot="5400000">
            <a:off x="6938848" y="4789267"/>
            <a:ext cx="2156344" cy="230832"/>
          </a:xfrm>
          <a:prstGeom prst="rect">
            <a:avLst/>
          </a:prstGeom>
          <a:noFill/>
        </p:spPr>
        <p:txBody>
          <a:bodyPr wrap="square" rtlCol="0">
            <a:spAutoFit/>
          </a:bodyPr>
          <a:lstStyle/>
          <a:p>
            <a:r>
              <a:rPr lang="en-US" sz="900" dirty="0">
                <a:solidFill>
                  <a:schemeClr val="bg1">
                    <a:lumMod val="75000"/>
                  </a:schemeClr>
                </a:solidFill>
              </a:rPr>
              <a:t>Used with permission from Microsoft</a:t>
            </a:r>
          </a:p>
        </p:txBody>
      </p:sp>
    </p:spTree>
    <p:extLst>
      <p:ext uri="{BB962C8B-B14F-4D97-AF65-F5344CB8AC3E}">
        <p14:creationId xmlns:p14="http://schemas.microsoft.com/office/powerpoint/2010/main" val="954636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08125" y="1455420"/>
            <a:ext cx="6362700" cy="4328160"/>
          </a:xfrm>
        </p:spPr>
      </p:pic>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ListDLLs</a:t>
            </a:r>
          </a:p>
        </p:txBody>
      </p:sp>
      <p:sp>
        <p:nvSpPr>
          <p:cNvPr id="6" name="TextBox 5"/>
          <p:cNvSpPr txBox="1"/>
          <p:nvPr/>
        </p:nvSpPr>
        <p:spPr>
          <a:xfrm rot="5400000">
            <a:off x="6915988" y="4802918"/>
            <a:ext cx="2156344" cy="230832"/>
          </a:xfrm>
          <a:prstGeom prst="rect">
            <a:avLst/>
          </a:prstGeom>
          <a:noFill/>
        </p:spPr>
        <p:txBody>
          <a:bodyPr wrap="square" rtlCol="0">
            <a:spAutoFit/>
          </a:bodyPr>
          <a:lstStyle/>
          <a:p>
            <a:r>
              <a:rPr lang="en-US" sz="900" dirty="0">
                <a:solidFill>
                  <a:schemeClr val="bg1">
                    <a:lumMod val="75000"/>
                  </a:schemeClr>
                </a:solidFill>
              </a:rPr>
              <a:t>Used with permission from Microsoft</a:t>
            </a:r>
          </a:p>
        </p:txBody>
      </p:sp>
    </p:spTree>
    <p:extLst>
      <p:ext uri="{BB962C8B-B14F-4D97-AF65-F5344CB8AC3E}">
        <p14:creationId xmlns:p14="http://schemas.microsoft.com/office/powerpoint/2010/main" val="96872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50975" y="1527810"/>
            <a:ext cx="6477000" cy="4183380"/>
          </a:xfrm>
        </p:spPr>
      </p:pic>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PsLoggedOn</a:t>
            </a:r>
          </a:p>
        </p:txBody>
      </p:sp>
      <p:sp>
        <p:nvSpPr>
          <p:cNvPr id="6" name="TextBox 5"/>
          <p:cNvSpPr txBox="1"/>
          <p:nvPr/>
        </p:nvSpPr>
        <p:spPr>
          <a:xfrm rot="5400000">
            <a:off x="7014081" y="4681378"/>
            <a:ext cx="2156344" cy="230832"/>
          </a:xfrm>
          <a:prstGeom prst="rect">
            <a:avLst/>
          </a:prstGeom>
          <a:noFill/>
        </p:spPr>
        <p:txBody>
          <a:bodyPr wrap="square" rtlCol="0">
            <a:spAutoFit/>
          </a:bodyPr>
          <a:lstStyle/>
          <a:p>
            <a:r>
              <a:rPr lang="en-US" sz="900" dirty="0">
                <a:solidFill>
                  <a:schemeClr val="bg1">
                    <a:lumMod val="75000"/>
                  </a:schemeClr>
                </a:solidFill>
              </a:rPr>
              <a:t>Used with permission from Microsoft</a:t>
            </a:r>
          </a:p>
        </p:txBody>
      </p:sp>
    </p:spTree>
    <p:extLst>
      <p:ext uri="{BB962C8B-B14F-4D97-AF65-F5344CB8AC3E}">
        <p14:creationId xmlns:p14="http://schemas.microsoft.com/office/powerpoint/2010/main" val="588244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58595" y="1459230"/>
            <a:ext cx="6461760" cy="4320540"/>
          </a:xfrm>
        </p:spPr>
      </p:pic>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Netstat</a:t>
            </a:r>
          </a:p>
        </p:txBody>
      </p:sp>
      <p:sp>
        <p:nvSpPr>
          <p:cNvPr id="6" name="TextBox 5"/>
          <p:cNvSpPr txBox="1"/>
          <p:nvPr/>
        </p:nvSpPr>
        <p:spPr>
          <a:xfrm rot="5400000">
            <a:off x="6957599" y="4775620"/>
            <a:ext cx="2156344" cy="230832"/>
          </a:xfrm>
          <a:prstGeom prst="rect">
            <a:avLst/>
          </a:prstGeom>
          <a:noFill/>
        </p:spPr>
        <p:txBody>
          <a:bodyPr wrap="square" rtlCol="0">
            <a:spAutoFit/>
          </a:bodyPr>
          <a:lstStyle/>
          <a:p>
            <a:r>
              <a:rPr lang="en-US" sz="900" dirty="0">
                <a:solidFill>
                  <a:schemeClr val="bg1">
                    <a:lumMod val="75000"/>
                  </a:schemeClr>
                </a:solidFill>
              </a:rPr>
              <a:t>Used with permission from Microsoft</a:t>
            </a:r>
          </a:p>
        </p:txBody>
      </p:sp>
    </p:spTree>
    <p:extLst>
      <p:ext uri="{BB962C8B-B14F-4D97-AF65-F5344CB8AC3E}">
        <p14:creationId xmlns:p14="http://schemas.microsoft.com/office/powerpoint/2010/main" val="2501880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Other Live Forensics Tools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027368230"/>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486582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Windows Swap File</a:t>
            </a:r>
          </a:p>
        </p:txBody>
      </p:sp>
      <p:sp>
        <p:nvSpPr>
          <p:cNvPr id="2" name="Content Placeholder 1"/>
          <p:cNvSpPr>
            <a:spLocks noGrp="1"/>
          </p:cNvSpPr>
          <p:nvPr>
            <p:ph idx="1"/>
          </p:nvPr>
        </p:nvSpPr>
        <p:spPr>
          <a:xfrm>
            <a:off x="539750" y="1446663"/>
            <a:ext cx="8299450" cy="4496937"/>
          </a:xfrm>
        </p:spPr>
        <p:txBody>
          <a:bodyPr/>
          <a:lstStyle/>
          <a:p>
            <a:r>
              <a:rPr lang="en-US" sz="3200" dirty="0">
                <a:solidFill>
                  <a:srgbClr val="000000"/>
                </a:solidFill>
              </a:rPr>
              <a:t>A special place on the hard disk where items from memory can be temporarily stored for fast retrieval</a:t>
            </a:r>
          </a:p>
          <a:p>
            <a:r>
              <a:rPr lang="en-US" sz="3200" dirty="0">
                <a:solidFill>
                  <a:srgbClr val="000000"/>
                </a:solidFill>
              </a:rPr>
              <a:t>Used to end in a .swp extension; since Windows XP, called </a:t>
            </a:r>
            <a:r>
              <a:rPr lang="en-US" sz="3200" i="1" dirty="0">
                <a:solidFill>
                  <a:srgbClr val="000000"/>
                </a:solidFill>
              </a:rPr>
              <a:t>pagefile.sys</a:t>
            </a:r>
          </a:p>
          <a:p>
            <a:r>
              <a:rPr lang="en-US" sz="3200" dirty="0">
                <a:solidFill>
                  <a:srgbClr val="000000"/>
                </a:solidFill>
              </a:rPr>
              <a:t>Typically found in Windows root directory</a:t>
            </a:r>
          </a:p>
          <a:p>
            <a:r>
              <a:rPr lang="en-US" sz="3200" dirty="0">
                <a:solidFill>
                  <a:srgbClr val="000000"/>
                </a:solidFill>
              </a:rPr>
              <a:t>Often referred to as virtual memory</a:t>
            </a:r>
          </a:p>
        </p:txBody>
      </p:sp>
    </p:spTree>
    <p:extLst>
      <p:ext uri="{BB962C8B-B14F-4D97-AF65-F5344CB8AC3E}">
        <p14:creationId xmlns:p14="http://schemas.microsoft.com/office/powerpoint/2010/main" val="688678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Windows Log Files</a:t>
            </a:r>
          </a:p>
        </p:txBody>
      </p:sp>
      <p:sp>
        <p:nvSpPr>
          <p:cNvPr id="2" name="Content Placeholder 1"/>
          <p:cNvSpPr>
            <a:spLocks noGrp="1"/>
          </p:cNvSpPr>
          <p:nvPr>
            <p:ph idx="1"/>
          </p:nvPr>
        </p:nvSpPr>
        <p:spPr>
          <a:xfrm>
            <a:off x="539750" y="1815152"/>
            <a:ext cx="8299450" cy="4128448"/>
          </a:xfrm>
        </p:spPr>
        <p:txBody>
          <a:bodyPr/>
          <a:lstStyle/>
          <a:p>
            <a:r>
              <a:rPr lang="en-US" sz="3200" dirty="0">
                <a:solidFill>
                  <a:srgbClr val="000000"/>
                </a:solidFill>
              </a:rPr>
              <a:t>Files that contain information about events and other activities that occur in Windows</a:t>
            </a:r>
          </a:p>
          <a:p>
            <a:r>
              <a:rPr lang="en-US" sz="3200" dirty="0"/>
              <a:t>Event Viewer used to view log files</a:t>
            </a:r>
          </a:p>
        </p:txBody>
      </p:sp>
    </p:spTree>
    <p:extLst>
      <p:ext uri="{BB962C8B-B14F-4D97-AF65-F5344CB8AC3E}">
        <p14:creationId xmlns:p14="http://schemas.microsoft.com/office/powerpoint/2010/main" val="1878602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Windows Log Files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34593944"/>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3525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03582" y="1592826"/>
            <a:ext cx="6666415" cy="4124055"/>
          </a:xfrm>
        </p:spPr>
      </p:pic>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Event Viewer</a:t>
            </a:r>
          </a:p>
        </p:txBody>
      </p:sp>
    </p:spTree>
    <p:extLst>
      <p:ext uri="{BB962C8B-B14F-4D97-AF65-F5344CB8AC3E}">
        <p14:creationId xmlns:p14="http://schemas.microsoft.com/office/powerpoint/2010/main" val="2656855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Windows Directories/Folders </a:t>
            </a:r>
          </a:p>
        </p:txBody>
      </p:sp>
      <p:sp>
        <p:nvSpPr>
          <p:cNvPr id="2" name="Content Placeholder 1"/>
          <p:cNvSpPr>
            <a:spLocks noGrp="1"/>
          </p:cNvSpPr>
          <p:nvPr>
            <p:ph idx="1"/>
          </p:nvPr>
        </p:nvSpPr>
        <p:spPr>
          <a:xfrm>
            <a:off x="539750" y="1815152"/>
            <a:ext cx="8299450" cy="4128448"/>
          </a:xfrm>
        </p:spPr>
        <p:txBody>
          <a:bodyPr/>
          <a:lstStyle/>
          <a:p>
            <a:r>
              <a:rPr lang="en-US" sz="3200" dirty="0">
                <a:solidFill>
                  <a:srgbClr val="000000"/>
                </a:solidFill>
              </a:rPr>
              <a:t>C:\Windows documents and settings</a:t>
            </a:r>
          </a:p>
          <a:p>
            <a:r>
              <a:rPr lang="en-US" sz="3200" dirty="0">
                <a:solidFill>
                  <a:srgbClr val="000000"/>
                </a:solidFill>
              </a:rPr>
              <a:t>C:\users</a:t>
            </a:r>
          </a:p>
          <a:p>
            <a:r>
              <a:rPr lang="en-US" sz="3200" dirty="0">
                <a:solidFill>
                  <a:srgbClr val="000000"/>
                </a:solidFill>
              </a:rPr>
              <a:t>C:\Program Files</a:t>
            </a:r>
          </a:p>
          <a:p>
            <a:r>
              <a:rPr lang="en-US" sz="3200" dirty="0">
                <a:solidFill>
                  <a:srgbClr val="000000"/>
                </a:solidFill>
              </a:rPr>
              <a:t>C:\Program Files (x86)</a:t>
            </a:r>
          </a:p>
          <a:p>
            <a:r>
              <a:rPr lang="en-US" sz="3200" dirty="0">
                <a:solidFill>
                  <a:srgbClr val="000000"/>
                </a:solidFill>
              </a:rPr>
              <a:t>C:\Users\username\Documents</a:t>
            </a:r>
          </a:p>
        </p:txBody>
      </p:sp>
    </p:spTree>
    <p:extLst>
      <p:ext uri="{BB962C8B-B14F-4D97-AF65-F5344CB8AC3E}">
        <p14:creationId xmlns:p14="http://schemas.microsoft.com/office/powerpoint/2010/main" val="3525734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22181" y="1295400"/>
            <a:ext cx="7134588" cy="4648200"/>
          </a:xfrm>
        </p:spPr>
      </p:pic>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UserAssist</a:t>
            </a:r>
          </a:p>
        </p:txBody>
      </p:sp>
      <p:sp>
        <p:nvSpPr>
          <p:cNvPr id="6" name="TextBox 5"/>
          <p:cNvSpPr txBox="1"/>
          <p:nvPr/>
        </p:nvSpPr>
        <p:spPr>
          <a:xfrm rot="5400000">
            <a:off x="7294013" y="4968380"/>
            <a:ext cx="2156344" cy="230832"/>
          </a:xfrm>
          <a:prstGeom prst="rect">
            <a:avLst/>
          </a:prstGeom>
          <a:noFill/>
        </p:spPr>
        <p:txBody>
          <a:bodyPr wrap="square" rtlCol="0">
            <a:spAutoFit/>
          </a:bodyPr>
          <a:lstStyle/>
          <a:p>
            <a:r>
              <a:rPr lang="en-US" sz="900" dirty="0">
                <a:solidFill>
                  <a:schemeClr val="bg1">
                    <a:lumMod val="75000"/>
                  </a:schemeClr>
                </a:solidFill>
              </a:rPr>
              <a:t>Used with permission from Microsoft</a:t>
            </a:r>
          </a:p>
        </p:txBody>
      </p:sp>
    </p:spTree>
    <p:extLst>
      <p:ext uri="{BB962C8B-B14F-4D97-AF65-F5344CB8AC3E}">
        <p14:creationId xmlns:p14="http://schemas.microsoft.com/office/powerpoint/2010/main" val="14861785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Unallocated/Slack Space</a:t>
            </a:r>
          </a:p>
        </p:txBody>
      </p:sp>
      <p:pic>
        <p:nvPicPr>
          <p:cNvPr id="3" name="Content Placeholder 2"/>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39750" y="2491636"/>
            <a:ext cx="8299450" cy="2255727"/>
          </a:xfrm>
        </p:spPr>
      </p:pic>
    </p:spTree>
    <p:extLst>
      <p:ext uri="{BB962C8B-B14F-4D97-AF65-F5344CB8AC3E}">
        <p14:creationId xmlns:p14="http://schemas.microsoft.com/office/powerpoint/2010/main" val="230199565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idx="4294967295"/>
          </p:nvPr>
        </p:nvSpPr>
        <p:spPr>
          <a:xfrm>
            <a:off x="539750" y="304800"/>
            <a:ext cx="8299450" cy="476250"/>
          </a:xfrm>
        </p:spPr>
        <p:txBody>
          <a:bodyPr/>
          <a:lstStyle/>
          <a:p>
            <a:r>
              <a:rPr lang="en-US" sz="4000" dirty="0">
                <a:solidFill>
                  <a:schemeClr val="tx2"/>
                </a:solidFill>
              </a:rPr>
              <a:t>Alternate Data Streams (ADS)</a:t>
            </a:r>
          </a:p>
        </p:txBody>
      </p:sp>
      <p:sp>
        <p:nvSpPr>
          <p:cNvPr id="22531" name="Content Placeholder 2"/>
          <p:cNvSpPr>
            <a:spLocks noGrp="1"/>
          </p:cNvSpPr>
          <p:nvPr>
            <p:ph idx="4294967295"/>
          </p:nvPr>
        </p:nvSpPr>
        <p:spPr>
          <a:xfrm>
            <a:off x="539750" y="1924333"/>
            <a:ext cx="8066088" cy="3870041"/>
          </a:xfrm>
        </p:spPr>
        <p:txBody>
          <a:bodyPr/>
          <a:lstStyle/>
          <a:p>
            <a:r>
              <a:rPr lang="en-US" sz="3200" dirty="0"/>
              <a:t>A method of attaching one file to another file, using the NTFS file system</a:t>
            </a:r>
          </a:p>
          <a:p>
            <a:r>
              <a:rPr lang="en-US" sz="3200" dirty="0"/>
              <a:t>A feature of NTFS that contains metadata for locating a specific file by some criterion, like title</a:t>
            </a:r>
          </a:p>
          <a:p>
            <a:endParaRPr lang="en-US" sz="3200" dirty="0"/>
          </a:p>
          <a:p>
            <a:r>
              <a:rPr lang="en-US" sz="3200" dirty="0">
                <a:solidFill>
                  <a:srgbClr val="ED6E2E"/>
                </a:solidFill>
              </a:rPr>
              <a:t>What are the risks associated with ADS?</a:t>
            </a:r>
          </a:p>
        </p:txBody>
      </p:sp>
    </p:spTree>
    <p:extLst>
      <p:ext uri="{BB962C8B-B14F-4D97-AF65-F5344CB8AC3E}">
        <p14:creationId xmlns:p14="http://schemas.microsoft.com/office/powerpoint/2010/main" val="283556250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Index.dat</a:t>
            </a:r>
          </a:p>
        </p:txBody>
      </p:sp>
      <p:sp>
        <p:nvSpPr>
          <p:cNvPr id="2" name="Content Placeholder 1"/>
          <p:cNvSpPr>
            <a:spLocks noGrp="1"/>
          </p:cNvSpPr>
          <p:nvPr>
            <p:ph idx="1"/>
          </p:nvPr>
        </p:nvSpPr>
        <p:spPr>
          <a:xfrm>
            <a:off x="539750" y="1815152"/>
            <a:ext cx="8299450" cy="4128448"/>
          </a:xfrm>
        </p:spPr>
        <p:txBody>
          <a:bodyPr/>
          <a:lstStyle/>
          <a:p>
            <a:r>
              <a:rPr lang="en-US" sz="3200" dirty="0">
                <a:solidFill>
                  <a:srgbClr val="000000"/>
                </a:solidFill>
              </a:rPr>
              <a:t>Used by Microsoft Internet Explorer</a:t>
            </a:r>
          </a:p>
          <a:p>
            <a:r>
              <a:rPr lang="en-US" sz="3200" dirty="0">
                <a:solidFill>
                  <a:srgbClr val="000000"/>
                </a:solidFill>
              </a:rPr>
              <a:t>Stores:</a:t>
            </a:r>
          </a:p>
          <a:p>
            <a:pPr lvl="1"/>
            <a:r>
              <a:rPr lang="en-US" sz="3000" dirty="0">
                <a:solidFill>
                  <a:srgbClr val="000000"/>
                </a:solidFill>
              </a:rPr>
              <a:t>Web addresses</a:t>
            </a:r>
          </a:p>
          <a:p>
            <a:pPr lvl="1"/>
            <a:r>
              <a:rPr lang="en-US" sz="3000" dirty="0">
                <a:solidFill>
                  <a:srgbClr val="000000"/>
                </a:solidFill>
              </a:rPr>
              <a:t>Search queries</a:t>
            </a:r>
          </a:p>
          <a:p>
            <a:pPr lvl="1"/>
            <a:r>
              <a:rPr lang="en-US" sz="3000" dirty="0">
                <a:solidFill>
                  <a:srgbClr val="000000"/>
                </a:solidFill>
              </a:rPr>
              <a:t>Recently opened files</a:t>
            </a:r>
          </a:p>
        </p:txBody>
      </p:sp>
    </p:spTree>
    <p:extLst>
      <p:ext uri="{BB962C8B-B14F-4D97-AF65-F5344CB8AC3E}">
        <p14:creationId xmlns:p14="http://schemas.microsoft.com/office/powerpoint/2010/main" val="3087740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88135" y="1451610"/>
            <a:ext cx="6202680" cy="4335780"/>
          </a:xfrm>
        </p:spPr>
      </p:pic>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Window Washer</a:t>
            </a:r>
          </a:p>
        </p:txBody>
      </p:sp>
      <p:sp>
        <p:nvSpPr>
          <p:cNvPr id="6" name="TextBox 5"/>
          <p:cNvSpPr txBox="1"/>
          <p:nvPr/>
        </p:nvSpPr>
        <p:spPr>
          <a:xfrm rot="5400000">
            <a:off x="7014872" y="4998240"/>
            <a:ext cx="1782718" cy="230832"/>
          </a:xfrm>
          <a:prstGeom prst="rect">
            <a:avLst/>
          </a:prstGeom>
          <a:noFill/>
        </p:spPr>
        <p:txBody>
          <a:bodyPr wrap="square" rtlCol="0">
            <a:spAutoFit/>
          </a:bodyPr>
          <a:lstStyle/>
          <a:p>
            <a:r>
              <a:rPr lang="en-US" sz="900" dirty="0">
                <a:solidFill>
                  <a:schemeClr val="bg1">
                    <a:lumMod val="75000"/>
                  </a:schemeClr>
                </a:solidFill>
              </a:rPr>
              <a:t>Courtesy of Eusing Software</a:t>
            </a:r>
          </a:p>
        </p:txBody>
      </p:sp>
    </p:spTree>
    <p:extLst>
      <p:ext uri="{BB962C8B-B14F-4D97-AF65-F5344CB8AC3E}">
        <p14:creationId xmlns:p14="http://schemas.microsoft.com/office/powerpoint/2010/main" val="1991247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Windows Files and Permissions</a:t>
            </a:r>
            <a:endParaRPr lang="en-US" sz="4000" dirty="0">
              <a:solidFill>
                <a:schemeClr val="tx2"/>
              </a:solidFill>
            </a:endParaRPr>
          </a:p>
        </p:txBody>
      </p:sp>
      <p:sp>
        <p:nvSpPr>
          <p:cNvPr id="2" name="Content Placeholder 1"/>
          <p:cNvSpPr>
            <a:spLocks noGrp="1"/>
          </p:cNvSpPr>
          <p:nvPr>
            <p:ph idx="1"/>
          </p:nvPr>
        </p:nvSpPr>
        <p:spPr>
          <a:xfrm>
            <a:off x="539750" y="1248508"/>
            <a:ext cx="8299450" cy="4695092"/>
          </a:xfrm>
        </p:spPr>
        <p:txBody>
          <a:bodyPr/>
          <a:lstStyle/>
          <a:p>
            <a:r>
              <a:rPr lang="en-US" sz="3200">
                <a:solidFill>
                  <a:srgbClr val="000000"/>
                </a:solidFill>
              </a:rPr>
              <a:t>When copying and pasting on the same partition, files and folders </a:t>
            </a:r>
            <a:r>
              <a:rPr lang="en-US" sz="3200" b="1">
                <a:solidFill>
                  <a:srgbClr val="000000"/>
                </a:solidFill>
              </a:rPr>
              <a:t>inherit the rights of the folder</a:t>
            </a:r>
            <a:r>
              <a:rPr lang="en-US" sz="3200">
                <a:solidFill>
                  <a:srgbClr val="000000"/>
                </a:solidFill>
              </a:rPr>
              <a:t> they are being copied to.</a:t>
            </a:r>
          </a:p>
          <a:p>
            <a:r>
              <a:rPr lang="en-US" sz="3200">
                <a:solidFill>
                  <a:srgbClr val="000000"/>
                </a:solidFill>
              </a:rPr>
              <a:t>When cutting and pasting (moving), files and folders </a:t>
            </a:r>
            <a:r>
              <a:rPr lang="en-US" sz="3200" b="1">
                <a:solidFill>
                  <a:srgbClr val="000000"/>
                </a:solidFill>
              </a:rPr>
              <a:t>retain the original permissions </a:t>
            </a:r>
            <a:r>
              <a:rPr lang="en-US" sz="3200">
                <a:solidFill>
                  <a:srgbClr val="000000"/>
                </a:solidFill>
              </a:rPr>
              <a:t>if they are on the same partition.</a:t>
            </a:r>
          </a:p>
        </p:txBody>
      </p:sp>
    </p:spTree>
    <p:extLst>
      <p:ext uri="{BB962C8B-B14F-4D97-AF65-F5344CB8AC3E}">
        <p14:creationId xmlns:p14="http://schemas.microsoft.com/office/powerpoint/2010/main" val="13523450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Windows Files and Permissions (Cont.)</a:t>
            </a:r>
            <a:endParaRPr lang="en-US" sz="4000" dirty="0">
              <a:solidFill>
                <a:schemeClr val="tx2"/>
              </a:solidFill>
            </a:endParaRPr>
          </a:p>
        </p:txBody>
      </p:sp>
      <p:sp>
        <p:nvSpPr>
          <p:cNvPr id="2" name="Content Placeholder 1"/>
          <p:cNvSpPr>
            <a:spLocks noGrp="1"/>
          </p:cNvSpPr>
          <p:nvPr>
            <p:ph idx="1"/>
          </p:nvPr>
        </p:nvSpPr>
        <p:spPr>
          <a:xfrm>
            <a:off x="539750" y="1911926"/>
            <a:ext cx="8299450" cy="4031673"/>
          </a:xfrm>
        </p:spPr>
        <p:txBody>
          <a:bodyPr/>
          <a:lstStyle/>
          <a:p>
            <a:r>
              <a:rPr lang="en-US" sz="3200">
                <a:solidFill>
                  <a:srgbClr val="000000"/>
                </a:solidFill>
              </a:rPr>
              <a:t>MAC refers to three critical properties: </a:t>
            </a:r>
          </a:p>
          <a:p>
            <a:pPr lvl="1"/>
            <a:r>
              <a:rPr lang="en-US" sz="3000">
                <a:solidFill>
                  <a:srgbClr val="000000"/>
                </a:solidFill>
              </a:rPr>
              <a:t>File modified</a:t>
            </a:r>
          </a:p>
          <a:p>
            <a:pPr lvl="1"/>
            <a:r>
              <a:rPr lang="en-US" sz="3000">
                <a:solidFill>
                  <a:srgbClr val="000000"/>
                </a:solidFill>
              </a:rPr>
              <a:t>File accessed</a:t>
            </a:r>
          </a:p>
          <a:p>
            <a:pPr lvl="1"/>
            <a:r>
              <a:rPr lang="en-US" sz="3000">
                <a:solidFill>
                  <a:srgbClr val="000000"/>
                </a:solidFill>
              </a:rPr>
              <a:t>File created</a:t>
            </a:r>
          </a:p>
        </p:txBody>
      </p:sp>
    </p:spTree>
    <p:extLst>
      <p:ext uri="{BB962C8B-B14F-4D97-AF65-F5344CB8AC3E}">
        <p14:creationId xmlns:p14="http://schemas.microsoft.com/office/powerpoint/2010/main" val="2016381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685030468"/>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Windows Registry</a:t>
            </a:r>
          </a:p>
        </p:txBody>
      </p:sp>
    </p:spTree>
    <p:extLst>
      <p:ext uri="{BB962C8B-B14F-4D97-AF65-F5344CB8AC3E}">
        <p14:creationId xmlns:p14="http://schemas.microsoft.com/office/powerpoint/2010/main" val="36427260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9750" y="1695625"/>
            <a:ext cx="8007876" cy="3808027"/>
          </a:xfrm>
          <a:ln>
            <a:solidFill>
              <a:schemeClr val="accent1"/>
            </a:solidFill>
          </a:ln>
        </p:spPr>
      </p:pic>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Windows Registry</a:t>
            </a:r>
          </a:p>
        </p:txBody>
      </p:sp>
    </p:spTree>
    <p:extLst>
      <p:ext uri="{BB962C8B-B14F-4D97-AF65-F5344CB8AC3E}">
        <p14:creationId xmlns:p14="http://schemas.microsoft.com/office/powerpoint/2010/main" val="38606673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Windows Registry Hives</a:t>
            </a:r>
            <a:endParaRPr lang="en-US" sz="4000" dirty="0">
              <a:solidFill>
                <a:schemeClr val="tx2"/>
              </a:solidFill>
            </a:endParaRPr>
          </a:p>
        </p:txBody>
      </p:sp>
      <p:sp>
        <p:nvSpPr>
          <p:cNvPr id="2" name="Content Placeholder 1"/>
          <p:cNvSpPr>
            <a:spLocks noGrp="1"/>
          </p:cNvSpPr>
          <p:nvPr>
            <p:ph idx="1"/>
          </p:nvPr>
        </p:nvSpPr>
        <p:spPr>
          <a:xfrm>
            <a:off x="539750" y="1248508"/>
            <a:ext cx="8299450" cy="4695092"/>
          </a:xfrm>
        </p:spPr>
        <p:txBody>
          <a:bodyPr/>
          <a:lstStyle/>
          <a:p>
            <a:r>
              <a:rPr lang="en-US" sz="3200">
                <a:solidFill>
                  <a:srgbClr val="000000"/>
                </a:solidFill>
              </a:rPr>
              <a:t>HKEY_CLASSES_ROOT (HKCR)</a:t>
            </a:r>
          </a:p>
          <a:p>
            <a:r>
              <a:rPr lang="en-US" sz="3200">
                <a:solidFill>
                  <a:srgbClr val="000000"/>
                </a:solidFill>
              </a:rPr>
              <a:t>HKEY_CURRENT_USER (HKCU)</a:t>
            </a:r>
          </a:p>
          <a:p>
            <a:r>
              <a:rPr lang="en-US" sz="3200">
                <a:solidFill>
                  <a:srgbClr val="000000"/>
                </a:solidFill>
              </a:rPr>
              <a:t>HKEY_LOCAL_MACHINE (HKLM)</a:t>
            </a:r>
          </a:p>
          <a:p>
            <a:r>
              <a:rPr lang="en-US" sz="3200">
                <a:solidFill>
                  <a:srgbClr val="000000"/>
                </a:solidFill>
              </a:rPr>
              <a:t>HKEY_USERS (HKU)</a:t>
            </a:r>
          </a:p>
          <a:p>
            <a:r>
              <a:rPr lang="en-US" sz="3200">
                <a:solidFill>
                  <a:srgbClr val="000000"/>
                </a:solidFill>
              </a:rPr>
              <a:t>HKEY_CURRENT_CONFIG (HCU)</a:t>
            </a:r>
          </a:p>
        </p:txBody>
      </p:sp>
    </p:spTree>
    <p:extLst>
      <p:ext uri="{BB962C8B-B14F-4D97-AF65-F5344CB8AC3E}">
        <p14:creationId xmlns:p14="http://schemas.microsoft.com/office/powerpoint/2010/main" val="4620604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idx="4294967295"/>
          </p:nvPr>
        </p:nvSpPr>
        <p:spPr>
          <a:xfrm>
            <a:off x="539750" y="304800"/>
            <a:ext cx="8299450" cy="476250"/>
          </a:xfrm>
        </p:spPr>
        <p:txBody>
          <a:bodyPr/>
          <a:lstStyle/>
          <a:p>
            <a:r>
              <a:rPr lang="en-US" sz="4000" dirty="0">
                <a:solidFill>
                  <a:schemeClr val="tx2"/>
                </a:solidFill>
              </a:rPr>
              <a:t>Importance of Examining Windows Registry</a:t>
            </a:r>
          </a:p>
        </p:txBody>
      </p:sp>
      <p:graphicFrame>
        <p:nvGraphicFramePr>
          <p:cNvPr id="2" name="Diagram 1"/>
          <p:cNvGraphicFramePr/>
          <p:nvPr>
            <p:extLst>
              <p:ext uri="{D42A27DB-BD31-4B8C-83A1-F6EECF244321}">
                <p14:modId xmlns:p14="http://schemas.microsoft.com/office/powerpoint/2010/main" val="1924933372"/>
              </p:ext>
            </p:extLst>
          </p:nvPr>
        </p:nvGraphicFramePr>
        <p:xfrm>
          <a:off x="1537647" y="1988781"/>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1769846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Prefetch</a:t>
            </a:r>
            <a:endParaRPr lang="en-US" sz="4000" dirty="0">
              <a:solidFill>
                <a:schemeClr val="tx2"/>
              </a:solidFill>
            </a:endParaRPr>
          </a:p>
        </p:txBody>
      </p:sp>
      <p:pic>
        <p:nvPicPr>
          <p:cNvPr id="6" name="Content Placeholder 5">
            <a:extLst>
              <a:ext uri="{FF2B5EF4-FFF2-40B4-BE49-F238E27FC236}">
                <a16:creationId xmlns:a16="http://schemas.microsoft.com/office/drawing/2014/main" id="{F9C7E07B-3848-4DD5-AD63-C9B17DA2CCF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70427" y="1462357"/>
            <a:ext cx="5838095" cy="4314286"/>
          </a:xfrm>
        </p:spPr>
      </p:pic>
    </p:spTree>
    <p:extLst>
      <p:ext uri="{BB962C8B-B14F-4D97-AF65-F5344CB8AC3E}">
        <p14:creationId xmlns:p14="http://schemas.microsoft.com/office/powerpoint/2010/main" val="639672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Volume Shadow Copy</a:t>
            </a:r>
            <a:endParaRPr lang="en-US" sz="4000" dirty="0">
              <a:solidFill>
                <a:schemeClr val="tx2"/>
              </a:solidFill>
            </a:endParaRPr>
          </a:p>
        </p:txBody>
      </p:sp>
      <p:sp>
        <p:nvSpPr>
          <p:cNvPr id="2" name="Content Placeholder 1"/>
          <p:cNvSpPr>
            <a:spLocks noGrp="1"/>
          </p:cNvSpPr>
          <p:nvPr>
            <p:ph idx="1"/>
          </p:nvPr>
        </p:nvSpPr>
        <p:spPr>
          <a:xfrm>
            <a:off x="539750" y="1248508"/>
            <a:ext cx="8299450" cy="4695092"/>
          </a:xfrm>
        </p:spPr>
        <p:txBody>
          <a:bodyPr/>
          <a:lstStyle/>
          <a:p>
            <a:r>
              <a:rPr lang="en-US" sz="3200">
                <a:solidFill>
                  <a:srgbClr val="000000"/>
                </a:solidFill>
              </a:rPr>
              <a:t>Keeps a record or copy of state changes</a:t>
            </a:r>
          </a:p>
          <a:p>
            <a:r>
              <a:rPr lang="en-US" sz="3200">
                <a:solidFill>
                  <a:srgbClr val="000000"/>
                </a:solidFill>
              </a:rPr>
              <a:t>Stores them in blocks of data that are compared daily</a:t>
            </a:r>
          </a:p>
          <a:p>
            <a:r>
              <a:rPr lang="en-US" sz="3200">
                <a:solidFill>
                  <a:srgbClr val="000000"/>
                </a:solidFill>
              </a:rPr>
              <a:t>Changed blocks are copied to Volume Shadow</a:t>
            </a:r>
          </a:p>
          <a:p>
            <a:r>
              <a:rPr lang="en-US" sz="3200">
                <a:solidFill>
                  <a:srgbClr val="000000"/>
                </a:solidFill>
              </a:rPr>
              <a:t>Volume Shadow Copy service runs once per day</a:t>
            </a:r>
          </a:p>
          <a:p>
            <a:endParaRPr lang="en-US" sz="3000" dirty="0">
              <a:solidFill>
                <a:srgbClr val="000000"/>
              </a:solidFill>
            </a:endParaRPr>
          </a:p>
        </p:txBody>
      </p:sp>
    </p:spTree>
    <p:extLst>
      <p:ext uri="{BB962C8B-B14F-4D97-AF65-F5344CB8AC3E}">
        <p14:creationId xmlns:p14="http://schemas.microsoft.com/office/powerpoint/2010/main" val="3891253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a:solidFill>
                  <a:schemeClr val="tx2"/>
                </a:solidFill>
              </a:rPr>
              <a:t>Memory Forensics</a:t>
            </a:r>
            <a:endParaRPr lang="en-US" sz="4000" dirty="0">
              <a:solidFill>
                <a:schemeClr val="tx2"/>
              </a:solidFill>
            </a:endParaRPr>
          </a:p>
        </p:txBody>
      </p:sp>
      <p:sp>
        <p:nvSpPr>
          <p:cNvPr id="2" name="Content Placeholder 1"/>
          <p:cNvSpPr>
            <a:spLocks noGrp="1"/>
          </p:cNvSpPr>
          <p:nvPr>
            <p:ph idx="1"/>
          </p:nvPr>
        </p:nvSpPr>
        <p:spPr>
          <a:xfrm>
            <a:off x="539750" y="1248508"/>
            <a:ext cx="8299450" cy="4695092"/>
          </a:xfrm>
        </p:spPr>
        <p:txBody>
          <a:bodyPr/>
          <a:lstStyle/>
          <a:p>
            <a:pPr marL="514350" indent="-514350">
              <a:buFont typeface="+mj-lt"/>
              <a:buAutoNum type="arabicPeriod"/>
            </a:pPr>
            <a:r>
              <a:rPr lang="en-US" sz="3200">
                <a:solidFill>
                  <a:srgbClr val="000000"/>
                </a:solidFill>
              </a:rPr>
              <a:t>Capture the memory from a live machine. Can use:</a:t>
            </a:r>
          </a:p>
          <a:p>
            <a:pPr lvl="1"/>
            <a:r>
              <a:rPr lang="en-US" sz="3000">
                <a:solidFill>
                  <a:srgbClr val="000000"/>
                </a:solidFill>
              </a:rPr>
              <a:t>Dump-it, RAM Capturer from Belkasoft, OSForensics, other tools</a:t>
            </a:r>
          </a:p>
          <a:p>
            <a:pPr marL="514350" indent="-514350">
              <a:buFont typeface="+mj-lt"/>
              <a:buAutoNum type="arabicPeriod"/>
            </a:pPr>
            <a:r>
              <a:rPr lang="en-US" sz="3200">
                <a:solidFill>
                  <a:srgbClr val="000000"/>
                </a:solidFill>
              </a:rPr>
              <a:t>Analyze the captured memory.</a:t>
            </a:r>
            <a:br>
              <a:rPr lang="en-US" sz="3200">
                <a:solidFill>
                  <a:srgbClr val="000000"/>
                </a:solidFill>
              </a:rPr>
            </a:br>
            <a:r>
              <a:rPr lang="en-US" sz="3200">
                <a:solidFill>
                  <a:srgbClr val="000000"/>
                </a:solidFill>
              </a:rPr>
              <a:t>Can use:</a:t>
            </a:r>
          </a:p>
          <a:p>
            <a:pPr lvl="1"/>
            <a:r>
              <a:rPr lang="en-US" sz="3000">
                <a:solidFill>
                  <a:srgbClr val="000000"/>
                </a:solidFill>
              </a:rPr>
              <a:t>Volatility, Pslist, Pstree, Psscan, Svcscan, other tools</a:t>
            </a:r>
          </a:p>
          <a:p>
            <a:endParaRPr lang="en-US" sz="3000" dirty="0">
              <a:solidFill>
                <a:srgbClr val="000000"/>
              </a:solidFill>
            </a:endParaRPr>
          </a:p>
        </p:txBody>
      </p:sp>
    </p:spTree>
    <p:extLst>
      <p:ext uri="{BB962C8B-B14F-4D97-AF65-F5344CB8AC3E}">
        <p14:creationId xmlns:p14="http://schemas.microsoft.com/office/powerpoint/2010/main" val="7238224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dirty="0">
                <a:ea typeface="MS PGothic" pitchFamily="34" charset="-128"/>
              </a:rPr>
              <a:t>Summary</a:t>
            </a: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a:t>Windows details</a:t>
            </a:r>
          </a:p>
          <a:p>
            <a:pPr marL="233363" indent="-233363" eaLnBrk="0" hangingPunct="0">
              <a:spcBef>
                <a:spcPct val="20000"/>
              </a:spcBef>
              <a:buClr>
                <a:srgbClr val="ED6E2E"/>
              </a:buClr>
              <a:buFont typeface="Wingdings" pitchFamily="2" charset="2"/>
              <a:buChar char="§"/>
            </a:pPr>
            <a:r>
              <a:rPr lang="en-US" sz="3200"/>
              <a:t>Evidence in volatile data</a:t>
            </a:r>
          </a:p>
          <a:p>
            <a:pPr marL="233363" indent="-233363" eaLnBrk="0" hangingPunct="0">
              <a:spcBef>
                <a:spcPct val="20000"/>
              </a:spcBef>
              <a:buClr>
                <a:srgbClr val="ED6E2E"/>
              </a:buClr>
              <a:buFont typeface="Wingdings" pitchFamily="2" charset="2"/>
              <a:buChar char="§"/>
            </a:pPr>
            <a:r>
              <a:rPr lang="en-US" sz="3200"/>
              <a:t>Windows swap file</a:t>
            </a:r>
          </a:p>
          <a:p>
            <a:pPr marL="233363" indent="-233363" eaLnBrk="0" hangingPunct="0">
              <a:spcBef>
                <a:spcPct val="20000"/>
              </a:spcBef>
              <a:buClr>
                <a:srgbClr val="ED6E2E"/>
              </a:buClr>
              <a:buFont typeface="Wingdings" pitchFamily="2" charset="2"/>
              <a:buChar char="§"/>
            </a:pPr>
            <a:r>
              <a:rPr lang="en-US" sz="3200"/>
              <a:t>Windows logs and directories</a:t>
            </a:r>
          </a:p>
          <a:p>
            <a:pPr marL="233363" indent="-233363" eaLnBrk="0" hangingPunct="0">
              <a:spcBef>
                <a:spcPct val="20000"/>
              </a:spcBef>
              <a:buClr>
                <a:srgbClr val="ED6E2E"/>
              </a:buClr>
              <a:buFont typeface="Wingdings" pitchFamily="2" charset="2"/>
              <a:buChar char="§"/>
            </a:pPr>
            <a:r>
              <a:rPr lang="en-US" sz="3200"/>
              <a:t>Windows Registry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58040</TotalTime>
  <Words>4854</Words>
  <Application>Microsoft Office PowerPoint</Application>
  <PresentationFormat>On-screen Show (4:3)</PresentationFormat>
  <Paragraphs>446</Paragraphs>
  <Slides>41</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Times</vt:lpstr>
      <vt:lpstr>Times New Roman</vt:lpstr>
      <vt:lpstr>Wingdings</vt:lpstr>
      <vt:lpstr>Blank Presentation</vt:lpstr>
      <vt:lpstr>PowerPoint Presentation</vt:lpstr>
      <vt:lpstr>Learning Objective</vt:lpstr>
      <vt:lpstr>Key Concepts</vt:lpstr>
      <vt:lpstr>History of Windows</vt:lpstr>
      <vt:lpstr>History of Windows (Cont.)</vt:lpstr>
      <vt:lpstr>History of Windows (Cont.)</vt:lpstr>
      <vt:lpstr>Issues Pertinent to Forensics</vt:lpstr>
      <vt:lpstr>Windows Details</vt:lpstr>
      <vt:lpstr>Windows Boot Process</vt:lpstr>
      <vt:lpstr>Windows Boot Process (Cont.)</vt:lpstr>
      <vt:lpstr>Important Files</vt:lpstr>
      <vt:lpstr>Volatile Memory</vt:lpstr>
      <vt:lpstr>Offline Vs. Volatile Data Analysis</vt:lpstr>
      <vt:lpstr>Volatile Memory (cont.)</vt:lpstr>
      <vt:lpstr>Live Forensics Tools</vt:lpstr>
      <vt:lpstr>PsList</vt:lpstr>
      <vt:lpstr>PsInfo</vt:lpstr>
      <vt:lpstr>ListDLLs</vt:lpstr>
      <vt:lpstr>PsLoggedOn</vt:lpstr>
      <vt:lpstr>Netstat</vt:lpstr>
      <vt:lpstr>Other Live Forensics Tools</vt:lpstr>
      <vt:lpstr>Windows Swap File</vt:lpstr>
      <vt:lpstr>Windows Log Files</vt:lpstr>
      <vt:lpstr>Windows Log Files</vt:lpstr>
      <vt:lpstr>Event Viewer</vt:lpstr>
      <vt:lpstr>Windows Directories/Folders </vt:lpstr>
      <vt:lpstr>UserAssist</vt:lpstr>
      <vt:lpstr>Unallocated/Slack Space</vt:lpstr>
      <vt:lpstr>Alternate Data Streams (ADS)</vt:lpstr>
      <vt:lpstr>Index.dat</vt:lpstr>
      <vt:lpstr>Window Washer</vt:lpstr>
      <vt:lpstr>Windows Files and Permissions</vt:lpstr>
      <vt:lpstr>Windows Files and Permissions (Cont.)</vt:lpstr>
      <vt:lpstr>Windows Registry</vt:lpstr>
      <vt:lpstr>Windows Registry</vt:lpstr>
      <vt:lpstr>Windows Registry Hives</vt:lpstr>
      <vt:lpstr>Importance of Examining Windows Registry</vt:lpstr>
      <vt:lpstr>Prefetch</vt:lpstr>
      <vt:lpstr>Volume Shadow Copy</vt:lpstr>
      <vt:lpstr>Memory Forensics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Angela Vizzi</cp:lastModifiedBy>
  <cp:revision>3251</cp:revision>
  <cp:lastPrinted>2008-07-07T18:08:55Z</cp:lastPrinted>
  <dcterms:created xsi:type="dcterms:W3CDTF">2010-11-23T16:40:46Z</dcterms:created>
  <dcterms:modified xsi:type="dcterms:W3CDTF">2022-08-01T22:45:06Z</dcterms:modified>
</cp:coreProperties>
</file>