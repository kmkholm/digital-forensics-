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0"/>
  </p:notesMasterIdLst>
  <p:handoutMasterIdLst>
    <p:handoutMasterId r:id="rId31"/>
  </p:handoutMasterIdLst>
  <p:sldIdLst>
    <p:sldId id="1529" r:id="rId2"/>
    <p:sldId id="1561" r:id="rId3"/>
    <p:sldId id="1567" r:id="rId4"/>
    <p:sldId id="1663" r:id="rId5"/>
    <p:sldId id="1690" r:id="rId6"/>
    <p:sldId id="1670" r:id="rId7"/>
    <p:sldId id="1685" r:id="rId8"/>
    <p:sldId id="1686" r:id="rId9"/>
    <p:sldId id="1687" r:id="rId10"/>
    <p:sldId id="1693" r:id="rId11"/>
    <p:sldId id="1694" r:id="rId12"/>
    <p:sldId id="1691" r:id="rId13"/>
    <p:sldId id="1692" r:id="rId14"/>
    <p:sldId id="1695" r:id="rId15"/>
    <p:sldId id="1715" r:id="rId16"/>
    <p:sldId id="1714" r:id="rId17"/>
    <p:sldId id="1708" r:id="rId18"/>
    <p:sldId id="1713" r:id="rId19"/>
    <p:sldId id="1709" r:id="rId20"/>
    <p:sldId id="1705" r:id="rId21"/>
    <p:sldId id="1707" r:id="rId22"/>
    <p:sldId id="1716" r:id="rId23"/>
    <p:sldId id="1710" r:id="rId24"/>
    <p:sldId id="1711" r:id="rId25"/>
    <p:sldId id="1703" r:id="rId26"/>
    <p:sldId id="1712" r:id="rId27"/>
    <p:sldId id="1699" r:id="rId28"/>
    <p:sldId id="1717" r:id="rId29"/>
  </p:sldIdLst>
  <p:sldSz cx="9144000" cy="6858000" type="screen4x3"/>
  <p:notesSz cx="7010400" cy="9296400"/>
  <p:custDataLst>
    <p:tags r:id="rId32"/>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E2E"/>
    <a:srgbClr val="14ACC0"/>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176" autoAdjust="0"/>
    <p:restoredTop sz="93727" autoAdjust="0"/>
  </p:normalViewPr>
  <p:slideViewPr>
    <p:cSldViewPr snapToGrid="0" snapToObjects="1">
      <p:cViewPr>
        <p:scale>
          <a:sx n="60" d="100"/>
          <a:sy n="60" d="100"/>
        </p:scale>
        <p:origin x="1374" y="162"/>
      </p:cViewPr>
      <p:guideLst>
        <p:guide orient="horz" pos="192"/>
        <p:guide orient="horz" pos="2748"/>
        <p:guide pos="4627"/>
        <p:guide pos="1452"/>
        <p:guide pos="2346"/>
      </p:guideLst>
    </p:cSldViewPr>
  </p:slideViewPr>
  <p:outlineViewPr>
    <p:cViewPr>
      <p:scale>
        <a:sx n="33" d="100"/>
        <a:sy n="33" d="100"/>
      </p:scale>
      <p:origin x="0" y="-6330"/>
    </p:cViewPr>
  </p:outlineViewPr>
  <p:notesTextViewPr>
    <p:cViewPr>
      <p:scale>
        <a:sx n="100" d="100"/>
        <a:sy n="100" d="100"/>
      </p:scale>
      <p:origin x="0" y="-924"/>
    </p:cViewPr>
  </p:notesTextViewPr>
  <p:sorterViewPr>
    <p:cViewPr varScale="1">
      <p:scale>
        <a:sx n="1" d="1"/>
        <a:sy n="1" d="1"/>
      </p:scale>
      <p:origin x="0" y="0"/>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F461AF-D46D-4FB8-BD5B-A5D9E4DC514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590128C-3A7F-4F1B-BFB6-C979103D7B7C}">
      <dgm:prSet phldrT="[Text]"/>
      <dgm:spPr/>
      <dgm:t>
        <a:bodyPr/>
        <a:lstStyle/>
        <a:p>
          <a:r>
            <a:rPr lang="en-US" dirty="0"/>
            <a:t>Mobile switching center (MSC)</a:t>
          </a:r>
        </a:p>
      </dgm:t>
    </dgm:pt>
    <dgm:pt modelId="{8C60297D-90DD-4DB8-A2E9-0DAFDC884E52}" type="parTrans" cxnId="{7E34B2C3-9BCA-4FA6-BFEE-0A203005DB7D}">
      <dgm:prSet/>
      <dgm:spPr/>
      <dgm:t>
        <a:bodyPr/>
        <a:lstStyle/>
        <a:p>
          <a:endParaRPr lang="en-US"/>
        </a:p>
      </dgm:t>
    </dgm:pt>
    <dgm:pt modelId="{F1E33373-4F52-4603-8174-E5A2D7F81DED}" type="sibTrans" cxnId="{7E34B2C3-9BCA-4FA6-BFEE-0A203005DB7D}">
      <dgm:prSet/>
      <dgm:spPr/>
      <dgm:t>
        <a:bodyPr/>
        <a:lstStyle/>
        <a:p>
          <a:endParaRPr lang="en-US"/>
        </a:p>
      </dgm:t>
    </dgm:pt>
    <dgm:pt modelId="{4FDD2E37-AE43-4034-BDE8-C587476023EB}">
      <dgm:prSet phldrT="[Text]"/>
      <dgm:spPr/>
      <dgm:t>
        <a:bodyPr/>
        <a:lstStyle/>
        <a:p>
          <a:r>
            <a:rPr lang="en-US" dirty="0"/>
            <a:t>The switching system for the cellular network</a:t>
          </a:r>
        </a:p>
      </dgm:t>
    </dgm:pt>
    <dgm:pt modelId="{EA2E87D6-A50E-4BB3-A10E-D47AAAEE4173}" type="parTrans" cxnId="{05417F51-E0A5-4ABA-A359-0C78BA876BE0}">
      <dgm:prSet/>
      <dgm:spPr/>
      <dgm:t>
        <a:bodyPr/>
        <a:lstStyle/>
        <a:p>
          <a:endParaRPr lang="en-US"/>
        </a:p>
      </dgm:t>
    </dgm:pt>
    <dgm:pt modelId="{70C407D7-45BB-42A6-A019-4618759935B7}" type="sibTrans" cxnId="{05417F51-E0A5-4ABA-A359-0C78BA876BE0}">
      <dgm:prSet/>
      <dgm:spPr/>
      <dgm:t>
        <a:bodyPr/>
        <a:lstStyle/>
        <a:p>
          <a:endParaRPr lang="en-US"/>
        </a:p>
      </dgm:t>
    </dgm:pt>
    <dgm:pt modelId="{DDAE09B0-E9BD-43D4-8E8B-A2B381AB78AC}">
      <dgm:prSet phldrT="[Text]"/>
      <dgm:spPr/>
      <dgm:t>
        <a:bodyPr/>
        <a:lstStyle/>
        <a:p>
          <a:r>
            <a:rPr lang="en-US" dirty="0"/>
            <a:t>Base transceiver station (BTS)</a:t>
          </a:r>
        </a:p>
      </dgm:t>
    </dgm:pt>
    <dgm:pt modelId="{08E06967-7693-4C83-B7E0-E6FA8FBB191F}" type="parTrans" cxnId="{F3543675-17DF-404C-BE0B-2CDE8941AFBA}">
      <dgm:prSet/>
      <dgm:spPr/>
      <dgm:t>
        <a:bodyPr/>
        <a:lstStyle/>
        <a:p>
          <a:endParaRPr lang="en-US"/>
        </a:p>
      </dgm:t>
    </dgm:pt>
    <dgm:pt modelId="{E18EE63D-9A5C-4C40-807D-E37592F4AE44}" type="sibTrans" cxnId="{F3543675-17DF-404C-BE0B-2CDE8941AFBA}">
      <dgm:prSet/>
      <dgm:spPr/>
      <dgm:t>
        <a:bodyPr/>
        <a:lstStyle/>
        <a:p>
          <a:endParaRPr lang="en-US"/>
        </a:p>
      </dgm:t>
    </dgm:pt>
    <dgm:pt modelId="{E2D61194-B325-48B0-AB3B-688921187A66}">
      <dgm:prSet phldrT="[Text]"/>
      <dgm:spPr/>
      <dgm:t>
        <a:bodyPr/>
        <a:lstStyle/>
        <a:p>
          <a:r>
            <a:rPr lang="en-US" dirty="0"/>
            <a:t>The part of the cellular network responsible for communications between the mobile phone and the network switching system</a:t>
          </a:r>
        </a:p>
      </dgm:t>
    </dgm:pt>
    <dgm:pt modelId="{FD093C7E-EE0C-4C9A-9CAA-D3E828F5FB10}" type="parTrans" cxnId="{4396FF17-A9DA-49E1-B62E-33C5B2A56932}">
      <dgm:prSet/>
      <dgm:spPr/>
      <dgm:t>
        <a:bodyPr/>
        <a:lstStyle/>
        <a:p>
          <a:endParaRPr lang="en-US"/>
        </a:p>
      </dgm:t>
    </dgm:pt>
    <dgm:pt modelId="{99A164AD-D568-4176-8B82-33650217865F}" type="sibTrans" cxnId="{4396FF17-A9DA-49E1-B62E-33C5B2A56932}">
      <dgm:prSet/>
      <dgm:spPr/>
      <dgm:t>
        <a:bodyPr/>
        <a:lstStyle/>
        <a:p>
          <a:endParaRPr lang="en-US"/>
        </a:p>
      </dgm:t>
    </dgm:pt>
    <dgm:pt modelId="{839DA225-6D9C-4BE0-8314-AFD6A36050DB}">
      <dgm:prSet phldrT="[Text]"/>
      <dgm:spPr/>
      <dgm:t>
        <a:bodyPr/>
        <a:lstStyle/>
        <a:p>
          <a:r>
            <a:rPr lang="en-US" dirty="0"/>
            <a:t>Home location register (HLR)</a:t>
          </a:r>
        </a:p>
      </dgm:t>
    </dgm:pt>
    <dgm:pt modelId="{2896E996-99EA-4B1C-B2FD-886733C190B8}" type="parTrans" cxnId="{342A0572-9C24-4290-9D04-95A8611A1DC8}">
      <dgm:prSet/>
      <dgm:spPr/>
      <dgm:t>
        <a:bodyPr/>
        <a:lstStyle/>
        <a:p>
          <a:endParaRPr lang="en-US"/>
        </a:p>
      </dgm:t>
    </dgm:pt>
    <dgm:pt modelId="{7B9DA3B7-6573-459F-87C8-326E52504947}" type="sibTrans" cxnId="{342A0572-9C24-4290-9D04-95A8611A1DC8}">
      <dgm:prSet/>
      <dgm:spPr/>
      <dgm:t>
        <a:bodyPr/>
        <a:lstStyle/>
        <a:p>
          <a:endParaRPr lang="en-US"/>
        </a:p>
      </dgm:t>
    </dgm:pt>
    <dgm:pt modelId="{D116CFB2-88C0-451D-B4CD-B0EC46CF4E91}">
      <dgm:prSet phldrT="[Text]"/>
      <dgm:spPr/>
      <dgm:t>
        <a:bodyPr/>
        <a:lstStyle/>
        <a:p>
          <a:r>
            <a:rPr lang="en-US" dirty="0"/>
            <a:t>A database used by the MSC that contains subscriber data and service information</a:t>
          </a:r>
        </a:p>
      </dgm:t>
    </dgm:pt>
    <dgm:pt modelId="{85C7827A-D181-4BAC-8F7C-4C342A73F6B7}" type="parTrans" cxnId="{95E7B9CD-FE7D-49F3-97F6-0E3980C9963A}">
      <dgm:prSet/>
      <dgm:spPr/>
      <dgm:t>
        <a:bodyPr/>
        <a:lstStyle/>
        <a:p>
          <a:endParaRPr lang="en-US"/>
        </a:p>
      </dgm:t>
    </dgm:pt>
    <dgm:pt modelId="{AA50C570-20F6-40F0-A20B-36F880766223}" type="sibTrans" cxnId="{95E7B9CD-FE7D-49F3-97F6-0E3980C9963A}">
      <dgm:prSet/>
      <dgm:spPr/>
      <dgm:t>
        <a:bodyPr/>
        <a:lstStyle/>
        <a:p>
          <a:endParaRPr lang="en-US"/>
        </a:p>
      </dgm:t>
    </dgm:pt>
    <dgm:pt modelId="{BB8077D7-4DB1-4EE9-9A29-566AB4E06CA4}" type="pres">
      <dgm:prSet presAssocID="{D9F461AF-D46D-4FB8-BD5B-A5D9E4DC5149}" presName="Name0" presStyleCnt="0">
        <dgm:presLayoutVars>
          <dgm:dir/>
          <dgm:animLvl val="lvl"/>
          <dgm:resizeHandles val="exact"/>
        </dgm:presLayoutVars>
      </dgm:prSet>
      <dgm:spPr/>
    </dgm:pt>
    <dgm:pt modelId="{DBC37838-6E22-4607-9160-8A08885EC004}" type="pres">
      <dgm:prSet presAssocID="{9590128C-3A7F-4F1B-BFB6-C979103D7B7C}" presName="linNode" presStyleCnt="0"/>
      <dgm:spPr/>
    </dgm:pt>
    <dgm:pt modelId="{64B26261-82B3-4636-919A-5EFDA85CB00D}" type="pres">
      <dgm:prSet presAssocID="{9590128C-3A7F-4F1B-BFB6-C979103D7B7C}" presName="parentText" presStyleLbl="node1" presStyleIdx="0" presStyleCnt="3">
        <dgm:presLayoutVars>
          <dgm:chMax val="1"/>
          <dgm:bulletEnabled val="1"/>
        </dgm:presLayoutVars>
      </dgm:prSet>
      <dgm:spPr/>
    </dgm:pt>
    <dgm:pt modelId="{8E0D8C39-D6F7-4E37-8FCD-0937F1E256DD}" type="pres">
      <dgm:prSet presAssocID="{9590128C-3A7F-4F1B-BFB6-C979103D7B7C}" presName="descendantText" presStyleLbl="alignAccFollowNode1" presStyleIdx="0" presStyleCnt="3">
        <dgm:presLayoutVars>
          <dgm:bulletEnabled val="1"/>
        </dgm:presLayoutVars>
      </dgm:prSet>
      <dgm:spPr/>
    </dgm:pt>
    <dgm:pt modelId="{18BC1954-6A8F-4562-9C38-652E62152EFC}" type="pres">
      <dgm:prSet presAssocID="{F1E33373-4F52-4603-8174-E5A2D7F81DED}" presName="sp" presStyleCnt="0"/>
      <dgm:spPr/>
    </dgm:pt>
    <dgm:pt modelId="{CD18B1BA-8644-4E4D-85E2-B56A36B963D7}" type="pres">
      <dgm:prSet presAssocID="{DDAE09B0-E9BD-43D4-8E8B-A2B381AB78AC}" presName="linNode" presStyleCnt="0"/>
      <dgm:spPr/>
    </dgm:pt>
    <dgm:pt modelId="{02EDA590-DE2F-47E4-8912-96A6826ABFA7}" type="pres">
      <dgm:prSet presAssocID="{DDAE09B0-E9BD-43D4-8E8B-A2B381AB78AC}" presName="parentText" presStyleLbl="node1" presStyleIdx="1" presStyleCnt="3">
        <dgm:presLayoutVars>
          <dgm:chMax val="1"/>
          <dgm:bulletEnabled val="1"/>
        </dgm:presLayoutVars>
      </dgm:prSet>
      <dgm:spPr/>
    </dgm:pt>
    <dgm:pt modelId="{9FEB3A68-4666-4CD0-8489-41F87BF268F5}" type="pres">
      <dgm:prSet presAssocID="{DDAE09B0-E9BD-43D4-8E8B-A2B381AB78AC}" presName="descendantText" presStyleLbl="alignAccFollowNode1" presStyleIdx="1" presStyleCnt="3">
        <dgm:presLayoutVars>
          <dgm:bulletEnabled val="1"/>
        </dgm:presLayoutVars>
      </dgm:prSet>
      <dgm:spPr/>
    </dgm:pt>
    <dgm:pt modelId="{B8DF7D2C-BA5F-4F00-B847-2BDAB254EB95}" type="pres">
      <dgm:prSet presAssocID="{E18EE63D-9A5C-4C40-807D-E37592F4AE44}" presName="sp" presStyleCnt="0"/>
      <dgm:spPr/>
    </dgm:pt>
    <dgm:pt modelId="{616E7223-3804-4E43-ADEE-3E11DA39B73D}" type="pres">
      <dgm:prSet presAssocID="{839DA225-6D9C-4BE0-8314-AFD6A36050DB}" presName="linNode" presStyleCnt="0"/>
      <dgm:spPr/>
    </dgm:pt>
    <dgm:pt modelId="{1BB3AD86-9DDC-4222-B319-CBA282B05380}" type="pres">
      <dgm:prSet presAssocID="{839DA225-6D9C-4BE0-8314-AFD6A36050DB}" presName="parentText" presStyleLbl="node1" presStyleIdx="2" presStyleCnt="3" custLinFactNeighborY="152">
        <dgm:presLayoutVars>
          <dgm:chMax val="1"/>
          <dgm:bulletEnabled val="1"/>
        </dgm:presLayoutVars>
      </dgm:prSet>
      <dgm:spPr/>
    </dgm:pt>
    <dgm:pt modelId="{C7EBCEF2-7CE2-4E6C-919B-F6EDA5DF5AF2}" type="pres">
      <dgm:prSet presAssocID="{839DA225-6D9C-4BE0-8314-AFD6A36050DB}" presName="descendantText" presStyleLbl="alignAccFollowNode1" presStyleIdx="2" presStyleCnt="3">
        <dgm:presLayoutVars>
          <dgm:bulletEnabled val="1"/>
        </dgm:presLayoutVars>
      </dgm:prSet>
      <dgm:spPr/>
    </dgm:pt>
  </dgm:ptLst>
  <dgm:cxnLst>
    <dgm:cxn modelId="{A6C6D010-E2E8-48E8-B1CA-8F8A109893D6}" type="presOf" srcId="{DDAE09B0-E9BD-43D4-8E8B-A2B381AB78AC}" destId="{02EDA590-DE2F-47E4-8912-96A6826ABFA7}" srcOrd="0" destOrd="0" presId="urn:microsoft.com/office/officeart/2005/8/layout/vList5"/>
    <dgm:cxn modelId="{4396FF17-A9DA-49E1-B62E-33C5B2A56932}" srcId="{DDAE09B0-E9BD-43D4-8E8B-A2B381AB78AC}" destId="{E2D61194-B325-48B0-AB3B-688921187A66}" srcOrd="0" destOrd="0" parTransId="{FD093C7E-EE0C-4C9A-9CAA-D3E828F5FB10}" sibTransId="{99A164AD-D568-4176-8B82-33650217865F}"/>
    <dgm:cxn modelId="{77A72C20-623E-4BA5-A0E1-18DF6EC47D71}" type="presOf" srcId="{D9F461AF-D46D-4FB8-BD5B-A5D9E4DC5149}" destId="{BB8077D7-4DB1-4EE9-9A29-566AB4E06CA4}" srcOrd="0" destOrd="0" presId="urn:microsoft.com/office/officeart/2005/8/layout/vList5"/>
    <dgm:cxn modelId="{D131BF43-AF4C-4A18-B513-A6C04A24ED61}" type="presOf" srcId="{E2D61194-B325-48B0-AB3B-688921187A66}" destId="{9FEB3A68-4666-4CD0-8489-41F87BF268F5}" srcOrd="0" destOrd="0" presId="urn:microsoft.com/office/officeart/2005/8/layout/vList5"/>
    <dgm:cxn modelId="{05417F51-E0A5-4ABA-A359-0C78BA876BE0}" srcId="{9590128C-3A7F-4F1B-BFB6-C979103D7B7C}" destId="{4FDD2E37-AE43-4034-BDE8-C587476023EB}" srcOrd="0" destOrd="0" parTransId="{EA2E87D6-A50E-4BB3-A10E-D47AAAEE4173}" sibTransId="{70C407D7-45BB-42A6-A019-4618759935B7}"/>
    <dgm:cxn modelId="{342A0572-9C24-4290-9D04-95A8611A1DC8}" srcId="{D9F461AF-D46D-4FB8-BD5B-A5D9E4DC5149}" destId="{839DA225-6D9C-4BE0-8314-AFD6A36050DB}" srcOrd="2" destOrd="0" parTransId="{2896E996-99EA-4B1C-B2FD-886733C190B8}" sibTransId="{7B9DA3B7-6573-459F-87C8-326E52504947}"/>
    <dgm:cxn modelId="{F3543675-17DF-404C-BE0B-2CDE8941AFBA}" srcId="{D9F461AF-D46D-4FB8-BD5B-A5D9E4DC5149}" destId="{DDAE09B0-E9BD-43D4-8E8B-A2B381AB78AC}" srcOrd="1" destOrd="0" parTransId="{08E06967-7693-4C83-B7E0-E6FA8FBB191F}" sibTransId="{E18EE63D-9A5C-4C40-807D-E37592F4AE44}"/>
    <dgm:cxn modelId="{26EDA37C-0710-4FA6-AC38-222C5D7A0ADA}" type="presOf" srcId="{839DA225-6D9C-4BE0-8314-AFD6A36050DB}" destId="{1BB3AD86-9DDC-4222-B319-CBA282B05380}" srcOrd="0" destOrd="0" presId="urn:microsoft.com/office/officeart/2005/8/layout/vList5"/>
    <dgm:cxn modelId="{7E34B2C3-9BCA-4FA6-BFEE-0A203005DB7D}" srcId="{D9F461AF-D46D-4FB8-BD5B-A5D9E4DC5149}" destId="{9590128C-3A7F-4F1B-BFB6-C979103D7B7C}" srcOrd="0" destOrd="0" parTransId="{8C60297D-90DD-4DB8-A2E9-0DAFDC884E52}" sibTransId="{F1E33373-4F52-4603-8174-E5A2D7F81DED}"/>
    <dgm:cxn modelId="{C4478DCA-D59D-4949-BCD0-CD6EE49CB28E}" type="presOf" srcId="{D116CFB2-88C0-451D-B4CD-B0EC46CF4E91}" destId="{C7EBCEF2-7CE2-4E6C-919B-F6EDA5DF5AF2}" srcOrd="0" destOrd="0" presId="urn:microsoft.com/office/officeart/2005/8/layout/vList5"/>
    <dgm:cxn modelId="{95E7B9CD-FE7D-49F3-97F6-0E3980C9963A}" srcId="{839DA225-6D9C-4BE0-8314-AFD6A36050DB}" destId="{D116CFB2-88C0-451D-B4CD-B0EC46CF4E91}" srcOrd="0" destOrd="0" parTransId="{85C7827A-D181-4BAC-8F7C-4C342A73F6B7}" sibTransId="{AA50C570-20F6-40F0-A20B-36F880766223}"/>
    <dgm:cxn modelId="{1DB244CE-9293-4596-BA28-BBE0FE78DE1C}" type="presOf" srcId="{4FDD2E37-AE43-4034-BDE8-C587476023EB}" destId="{8E0D8C39-D6F7-4E37-8FCD-0937F1E256DD}" srcOrd="0" destOrd="0" presId="urn:microsoft.com/office/officeart/2005/8/layout/vList5"/>
    <dgm:cxn modelId="{7F5CB1DC-B896-4281-B3CF-86764020D747}" type="presOf" srcId="{9590128C-3A7F-4F1B-BFB6-C979103D7B7C}" destId="{64B26261-82B3-4636-919A-5EFDA85CB00D}" srcOrd="0" destOrd="0" presId="urn:microsoft.com/office/officeart/2005/8/layout/vList5"/>
    <dgm:cxn modelId="{925FFCF9-1444-46B6-9A37-FAA3D454640E}" type="presParOf" srcId="{BB8077D7-4DB1-4EE9-9A29-566AB4E06CA4}" destId="{DBC37838-6E22-4607-9160-8A08885EC004}" srcOrd="0" destOrd="0" presId="urn:microsoft.com/office/officeart/2005/8/layout/vList5"/>
    <dgm:cxn modelId="{8E2EDB6D-29B2-4465-9309-30422F9E71C3}" type="presParOf" srcId="{DBC37838-6E22-4607-9160-8A08885EC004}" destId="{64B26261-82B3-4636-919A-5EFDA85CB00D}" srcOrd="0" destOrd="0" presId="urn:microsoft.com/office/officeart/2005/8/layout/vList5"/>
    <dgm:cxn modelId="{71B78F85-C76E-4041-9F30-9EEE663D799C}" type="presParOf" srcId="{DBC37838-6E22-4607-9160-8A08885EC004}" destId="{8E0D8C39-D6F7-4E37-8FCD-0937F1E256DD}" srcOrd="1" destOrd="0" presId="urn:microsoft.com/office/officeart/2005/8/layout/vList5"/>
    <dgm:cxn modelId="{757FD41C-5CFE-4CFD-BB61-7AECD00499D5}" type="presParOf" srcId="{BB8077D7-4DB1-4EE9-9A29-566AB4E06CA4}" destId="{18BC1954-6A8F-4562-9C38-652E62152EFC}" srcOrd="1" destOrd="0" presId="urn:microsoft.com/office/officeart/2005/8/layout/vList5"/>
    <dgm:cxn modelId="{A7D177D9-8631-4978-BF92-424C666864D2}" type="presParOf" srcId="{BB8077D7-4DB1-4EE9-9A29-566AB4E06CA4}" destId="{CD18B1BA-8644-4E4D-85E2-B56A36B963D7}" srcOrd="2" destOrd="0" presId="urn:microsoft.com/office/officeart/2005/8/layout/vList5"/>
    <dgm:cxn modelId="{20A80C8B-B81E-4F3B-87B3-6F3A19FAD937}" type="presParOf" srcId="{CD18B1BA-8644-4E4D-85E2-B56A36B963D7}" destId="{02EDA590-DE2F-47E4-8912-96A6826ABFA7}" srcOrd="0" destOrd="0" presId="urn:microsoft.com/office/officeart/2005/8/layout/vList5"/>
    <dgm:cxn modelId="{4FC4EB43-E047-43ED-A39E-4D4F725493FC}" type="presParOf" srcId="{CD18B1BA-8644-4E4D-85E2-B56A36B963D7}" destId="{9FEB3A68-4666-4CD0-8489-41F87BF268F5}" srcOrd="1" destOrd="0" presId="urn:microsoft.com/office/officeart/2005/8/layout/vList5"/>
    <dgm:cxn modelId="{E0BC1E35-FF13-4B57-9CF9-35580E2246A7}" type="presParOf" srcId="{BB8077D7-4DB1-4EE9-9A29-566AB4E06CA4}" destId="{B8DF7D2C-BA5F-4F00-B847-2BDAB254EB95}" srcOrd="3" destOrd="0" presId="urn:microsoft.com/office/officeart/2005/8/layout/vList5"/>
    <dgm:cxn modelId="{4280761D-F43E-4D58-B04C-012C664EDB90}" type="presParOf" srcId="{BB8077D7-4DB1-4EE9-9A29-566AB4E06CA4}" destId="{616E7223-3804-4E43-ADEE-3E11DA39B73D}" srcOrd="4" destOrd="0" presId="urn:microsoft.com/office/officeart/2005/8/layout/vList5"/>
    <dgm:cxn modelId="{8DFC2F1A-AC18-4C6A-AEC5-12870DE7A23D}" type="presParOf" srcId="{616E7223-3804-4E43-ADEE-3E11DA39B73D}" destId="{1BB3AD86-9DDC-4222-B319-CBA282B05380}" srcOrd="0" destOrd="0" presId="urn:microsoft.com/office/officeart/2005/8/layout/vList5"/>
    <dgm:cxn modelId="{FB5717A0-0AA5-4175-89BA-A9CD295E6E21}" type="presParOf" srcId="{616E7223-3804-4E43-ADEE-3E11DA39B73D}" destId="{C7EBCEF2-7CE2-4E6C-919B-F6EDA5DF5AF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F461AF-D46D-4FB8-BD5B-A5D9E4DC514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590128C-3A7F-4F1B-BFB6-C979103D7B7C}">
      <dgm:prSet phldrT="[Text]"/>
      <dgm:spPr/>
      <dgm:t>
        <a:bodyPr/>
        <a:lstStyle/>
        <a:p>
          <a:r>
            <a:rPr lang="en-US" dirty="0"/>
            <a:t>Subscriber identity module (SIM)</a:t>
          </a:r>
        </a:p>
      </dgm:t>
    </dgm:pt>
    <dgm:pt modelId="{8C60297D-90DD-4DB8-A2E9-0DAFDC884E52}" type="parTrans" cxnId="{7E34B2C3-9BCA-4FA6-BFEE-0A203005DB7D}">
      <dgm:prSet/>
      <dgm:spPr/>
      <dgm:t>
        <a:bodyPr/>
        <a:lstStyle/>
        <a:p>
          <a:endParaRPr lang="en-US"/>
        </a:p>
      </dgm:t>
    </dgm:pt>
    <dgm:pt modelId="{F1E33373-4F52-4603-8174-E5A2D7F81DED}" type="sibTrans" cxnId="{7E34B2C3-9BCA-4FA6-BFEE-0A203005DB7D}">
      <dgm:prSet/>
      <dgm:spPr/>
      <dgm:t>
        <a:bodyPr/>
        <a:lstStyle/>
        <a:p>
          <a:endParaRPr lang="en-US"/>
        </a:p>
      </dgm:t>
    </dgm:pt>
    <dgm:pt modelId="{4FDD2E37-AE43-4034-BDE8-C587476023EB}">
      <dgm:prSet phldrT="[Text]"/>
      <dgm:spPr/>
      <dgm:t>
        <a:bodyPr/>
        <a:lstStyle/>
        <a:p>
          <a:r>
            <a:rPr lang="en-US" dirty="0"/>
            <a:t>A memory chip that stores the International Mobile Subscriber Identity (IMSI)</a:t>
          </a:r>
        </a:p>
      </dgm:t>
    </dgm:pt>
    <dgm:pt modelId="{EA2E87D6-A50E-4BB3-A10E-D47AAAEE4173}" type="parTrans" cxnId="{05417F51-E0A5-4ABA-A359-0C78BA876BE0}">
      <dgm:prSet/>
      <dgm:spPr/>
      <dgm:t>
        <a:bodyPr/>
        <a:lstStyle/>
        <a:p>
          <a:endParaRPr lang="en-US"/>
        </a:p>
      </dgm:t>
    </dgm:pt>
    <dgm:pt modelId="{70C407D7-45BB-42A6-A019-4618759935B7}" type="sibTrans" cxnId="{05417F51-E0A5-4ABA-A359-0C78BA876BE0}">
      <dgm:prSet/>
      <dgm:spPr/>
      <dgm:t>
        <a:bodyPr/>
        <a:lstStyle/>
        <a:p>
          <a:endParaRPr lang="en-US"/>
        </a:p>
      </dgm:t>
    </dgm:pt>
    <dgm:pt modelId="{DDAE09B0-E9BD-43D4-8E8B-A2B381AB78AC}">
      <dgm:prSet phldrT="[Text]"/>
      <dgm:spPr/>
      <dgm:t>
        <a:bodyPr/>
        <a:lstStyle/>
        <a:p>
          <a:r>
            <a:rPr lang="en-US" dirty="0"/>
            <a:t>Electronic serial number (ESN)</a:t>
          </a:r>
        </a:p>
      </dgm:t>
    </dgm:pt>
    <dgm:pt modelId="{08E06967-7693-4C83-B7E0-E6FA8FBB191F}" type="parTrans" cxnId="{F3543675-17DF-404C-BE0B-2CDE8941AFBA}">
      <dgm:prSet/>
      <dgm:spPr/>
      <dgm:t>
        <a:bodyPr/>
        <a:lstStyle/>
        <a:p>
          <a:endParaRPr lang="en-US"/>
        </a:p>
      </dgm:t>
    </dgm:pt>
    <dgm:pt modelId="{E18EE63D-9A5C-4C40-807D-E37592F4AE44}" type="sibTrans" cxnId="{F3543675-17DF-404C-BE0B-2CDE8941AFBA}">
      <dgm:prSet/>
      <dgm:spPr/>
      <dgm:t>
        <a:bodyPr/>
        <a:lstStyle/>
        <a:p>
          <a:endParaRPr lang="en-US"/>
        </a:p>
      </dgm:t>
    </dgm:pt>
    <dgm:pt modelId="{E2D61194-B325-48B0-AB3B-688921187A66}">
      <dgm:prSet phldrT="[Text]"/>
      <dgm:spPr/>
      <dgm:t>
        <a:bodyPr/>
        <a:lstStyle/>
        <a:p>
          <a:r>
            <a:rPr lang="en-US" dirty="0"/>
            <a:t>A unique identification number developed by the U.S. Federal Communications Commission (FCC) to identify cell phones</a:t>
          </a:r>
        </a:p>
      </dgm:t>
    </dgm:pt>
    <dgm:pt modelId="{FD093C7E-EE0C-4C9A-9CAA-D3E828F5FB10}" type="parTrans" cxnId="{4396FF17-A9DA-49E1-B62E-33C5B2A56932}">
      <dgm:prSet/>
      <dgm:spPr/>
      <dgm:t>
        <a:bodyPr/>
        <a:lstStyle/>
        <a:p>
          <a:endParaRPr lang="en-US"/>
        </a:p>
      </dgm:t>
    </dgm:pt>
    <dgm:pt modelId="{99A164AD-D568-4176-8B82-33650217865F}" type="sibTrans" cxnId="{4396FF17-A9DA-49E1-B62E-33C5B2A56932}">
      <dgm:prSet/>
      <dgm:spPr/>
      <dgm:t>
        <a:bodyPr/>
        <a:lstStyle/>
        <a:p>
          <a:endParaRPr lang="en-US"/>
        </a:p>
      </dgm:t>
    </dgm:pt>
    <dgm:pt modelId="{839DA225-6D9C-4BE0-8314-AFD6A36050DB}">
      <dgm:prSet phldrT="[Text]"/>
      <dgm:spPr/>
      <dgm:t>
        <a:bodyPr/>
        <a:lstStyle/>
        <a:p>
          <a:r>
            <a:rPr lang="en-US" dirty="0"/>
            <a:t>Personal unlocking code (PUK)</a:t>
          </a:r>
        </a:p>
      </dgm:t>
    </dgm:pt>
    <dgm:pt modelId="{2896E996-99EA-4B1C-B2FD-886733C190B8}" type="parTrans" cxnId="{342A0572-9C24-4290-9D04-95A8611A1DC8}">
      <dgm:prSet/>
      <dgm:spPr/>
      <dgm:t>
        <a:bodyPr/>
        <a:lstStyle/>
        <a:p>
          <a:endParaRPr lang="en-US"/>
        </a:p>
      </dgm:t>
    </dgm:pt>
    <dgm:pt modelId="{7B9DA3B7-6573-459F-87C8-326E52504947}" type="sibTrans" cxnId="{342A0572-9C24-4290-9D04-95A8611A1DC8}">
      <dgm:prSet/>
      <dgm:spPr/>
      <dgm:t>
        <a:bodyPr/>
        <a:lstStyle/>
        <a:p>
          <a:endParaRPr lang="en-US"/>
        </a:p>
      </dgm:t>
    </dgm:pt>
    <dgm:pt modelId="{D116CFB2-88C0-451D-B4CD-B0EC46CF4E91}">
      <dgm:prSet phldrT="[Text]"/>
      <dgm:spPr/>
      <dgm:t>
        <a:bodyPr/>
        <a:lstStyle/>
        <a:p>
          <a:r>
            <a:rPr lang="en-US" dirty="0"/>
            <a:t> A code used to reset a forgotten PIN</a:t>
          </a:r>
        </a:p>
      </dgm:t>
    </dgm:pt>
    <dgm:pt modelId="{85C7827A-D181-4BAC-8F7C-4C342A73F6B7}" type="parTrans" cxnId="{95E7B9CD-FE7D-49F3-97F6-0E3980C9963A}">
      <dgm:prSet/>
      <dgm:spPr/>
      <dgm:t>
        <a:bodyPr/>
        <a:lstStyle/>
        <a:p>
          <a:endParaRPr lang="en-US"/>
        </a:p>
      </dgm:t>
    </dgm:pt>
    <dgm:pt modelId="{AA50C570-20F6-40F0-A20B-36F880766223}" type="sibTrans" cxnId="{95E7B9CD-FE7D-49F3-97F6-0E3980C9963A}">
      <dgm:prSet/>
      <dgm:spPr/>
      <dgm:t>
        <a:bodyPr/>
        <a:lstStyle/>
        <a:p>
          <a:endParaRPr lang="en-US"/>
        </a:p>
      </dgm:t>
    </dgm:pt>
    <dgm:pt modelId="{BB8077D7-4DB1-4EE9-9A29-566AB4E06CA4}" type="pres">
      <dgm:prSet presAssocID="{D9F461AF-D46D-4FB8-BD5B-A5D9E4DC5149}" presName="Name0" presStyleCnt="0">
        <dgm:presLayoutVars>
          <dgm:dir/>
          <dgm:animLvl val="lvl"/>
          <dgm:resizeHandles val="exact"/>
        </dgm:presLayoutVars>
      </dgm:prSet>
      <dgm:spPr/>
    </dgm:pt>
    <dgm:pt modelId="{DBC37838-6E22-4607-9160-8A08885EC004}" type="pres">
      <dgm:prSet presAssocID="{9590128C-3A7F-4F1B-BFB6-C979103D7B7C}" presName="linNode" presStyleCnt="0"/>
      <dgm:spPr/>
    </dgm:pt>
    <dgm:pt modelId="{64B26261-82B3-4636-919A-5EFDA85CB00D}" type="pres">
      <dgm:prSet presAssocID="{9590128C-3A7F-4F1B-BFB6-C979103D7B7C}" presName="parentText" presStyleLbl="node1" presStyleIdx="0" presStyleCnt="3">
        <dgm:presLayoutVars>
          <dgm:chMax val="1"/>
          <dgm:bulletEnabled val="1"/>
        </dgm:presLayoutVars>
      </dgm:prSet>
      <dgm:spPr/>
    </dgm:pt>
    <dgm:pt modelId="{8E0D8C39-D6F7-4E37-8FCD-0937F1E256DD}" type="pres">
      <dgm:prSet presAssocID="{9590128C-3A7F-4F1B-BFB6-C979103D7B7C}" presName="descendantText" presStyleLbl="alignAccFollowNode1" presStyleIdx="0" presStyleCnt="3">
        <dgm:presLayoutVars>
          <dgm:bulletEnabled val="1"/>
        </dgm:presLayoutVars>
      </dgm:prSet>
      <dgm:spPr/>
    </dgm:pt>
    <dgm:pt modelId="{18BC1954-6A8F-4562-9C38-652E62152EFC}" type="pres">
      <dgm:prSet presAssocID="{F1E33373-4F52-4603-8174-E5A2D7F81DED}" presName="sp" presStyleCnt="0"/>
      <dgm:spPr/>
    </dgm:pt>
    <dgm:pt modelId="{CD18B1BA-8644-4E4D-85E2-B56A36B963D7}" type="pres">
      <dgm:prSet presAssocID="{DDAE09B0-E9BD-43D4-8E8B-A2B381AB78AC}" presName="linNode" presStyleCnt="0"/>
      <dgm:spPr/>
    </dgm:pt>
    <dgm:pt modelId="{02EDA590-DE2F-47E4-8912-96A6826ABFA7}" type="pres">
      <dgm:prSet presAssocID="{DDAE09B0-E9BD-43D4-8E8B-A2B381AB78AC}" presName="parentText" presStyleLbl="node1" presStyleIdx="1" presStyleCnt="3">
        <dgm:presLayoutVars>
          <dgm:chMax val="1"/>
          <dgm:bulletEnabled val="1"/>
        </dgm:presLayoutVars>
      </dgm:prSet>
      <dgm:spPr/>
    </dgm:pt>
    <dgm:pt modelId="{9FEB3A68-4666-4CD0-8489-41F87BF268F5}" type="pres">
      <dgm:prSet presAssocID="{DDAE09B0-E9BD-43D4-8E8B-A2B381AB78AC}" presName="descendantText" presStyleLbl="alignAccFollowNode1" presStyleIdx="1" presStyleCnt="3">
        <dgm:presLayoutVars>
          <dgm:bulletEnabled val="1"/>
        </dgm:presLayoutVars>
      </dgm:prSet>
      <dgm:spPr/>
    </dgm:pt>
    <dgm:pt modelId="{B8DF7D2C-BA5F-4F00-B847-2BDAB254EB95}" type="pres">
      <dgm:prSet presAssocID="{E18EE63D-9A5C-4C40-807D-E37592F4AE44}" presName="sp" presStyleCnt="0"/>
      <dgm:spPr/>
    </dgm:pt>
    <dgm:pt modelId="{616E7223-3804-4E43-ADEE-3E11DA39B73D}" type="pres">
      <dgm:prSet presAssocID="{839DA225-6D9C-4BE0-8314-AFD6A36050DB}" presName="linNode" presStyleCnt="0"/>
      <dgm:spPr/>
    </dgm:pt>
    <dgm:pt modelId="{1BB3AD86-9DDC-4222-B319-CBA282B05380}" type="pres">
      <dgm:prSet presAssocID="{839DA225-6D9C-4BE0-8314-AFD6A36050DB}" presName="parentText" presStyleLbl="node1" presStyleIdx="2" presStyleCnt="3">
        <dgm:presLayoutVars>
          <dgm:chMax val="1"/>
          <dgm:bulletEnabled val="1"/>
        </dgm:presLayoutVars>
      </dgm:prSet>
      <dgm:spPr/>
    </dgm:pt>
    <dgm:pt modelId="{C7EBCEF2-7CE2-4E6C-919B-F6EDA5DF5AF2}" type="pres">
      <dgm:prSet presAssocID="{839DA225-6D9C-4BE0-8314-AFD6A36050DB}" presName="descendantText" presStyleLbl="alignAccFollowNode1" presStyleIdx="2" presStyleCnt="3">
        <dgm:presLayoutVars>
          <dgm:bulletEnabled val="1"/>
        </dgm:presLayoutVars>
      </dgm:prSet>
      <dgm:spPr/>
    </dgm:pt>
  </dgm:ptLst>
  <dgm:cxnLst>
    <dgm:cxn modelId="{4396FF17-A9DA-49E1-B62E-33C5B2A56932}" srcId="{DDAE09B0-E9BD-43D4-8E8B-A2B381AB78AC}" destId="{E2D61194-B325-48B0-AB3B-688921187A66}" srcOrd="0" destOrd="0" parTransId="{FD093C7E-EE0C-4C9A-9CAA-D3E828F5FB10}" sibTransId="{99A164AD-D568-4176-8B82-33650217865F}"/>
    <dgm:cxn modelId="{CB989F47-2B3B-46A9-B3B8-92181E7B2A29}" type="presOf" srcId="{839DA225-6D9C-4BE0-8314-AFD6A36050DB}" destId="{1BB3AD86-9DDC-4222-B319-CBA282B05380}" srcOrd="0" destOrd="0" presId="urn:microsoft.com/office/officeart/2005/8/layout/vList5"/>
    <dgm:cxn modelId="{05417F51-E0A5-4ABA-A359-0C78BA876BE0}" srcId="{9590128C-3A7F-4F1B-BFB6-C979103D7B7C}" destId="{4FDD2E37-AE43-4034-BDE8-C587476023EB}" srcOrd="0" destOrd="0" parTransId="{EA2E87D6-A50E-4BB3-A10E-D47AAAEE4173}" sibTransId="{70C407D7-45BB-42A6-A019-4618759935B7}"/>
    <dgm:cxn modelId="{342A0572-9C24-4290-9D04-95A8611A1DC8}" srcId="{D9F461AF-D46D-4FB8-BD5B-A5D9E4DC5149}" destId="{839DA225-6D9C-4BE0-8314-AFD6A36050DB}" srcOrd="2" destOrd="0" parTransId="{2896E996-99EA-4B1C-B2FD-886733C190B8}" sibTransId="{7B9DA3B7-6573-459F-87C8-326E52504947}"/>
    <dgm:cxn modelId="{F3543675-17DF-404C-BE0B-2CDE8941AFBA}" srcId="{D9F461AF-D46D-4FB8-BD5B-A5D9E4DC5149}" destId="{DDAE09B0-E9BD-43D4-8E8B-A2B381AB78AC}" srcOrd="1" destOrd="0" parTransId="{08E06967-7693-4C83-B7E0-E6FA8FBB191F}" sibTransId="{E18EE63D-9A5C-4C40-807D-E37592F4AE44}"/>
    <dgm:cxn modelId="{F23175A9-8235-4BBA-B27F-FEC9B5723811}" type="presOf" srcId="{9590128C-3A7F-4F1B-BFB6-C979103D7B7C}" destId="{64B26261-82B3-4636-919A-5EFDA85CB00D}" srcOrd="0" destOrd="0" presId="urn:microsoft.com/office/officeart/2005/8/layout/vList5"/>
    <dgm:cxn modelId="{84E974C2-00F2-4E6B-852B-B24C4E9BF7BF}" type="presOf" srcId="{D9F461AF-D46D-4FB8-BD5B-A5D9E4DC5149}" destId="{BB8077D7-4DB1-4EE9-9A29-566AB4E06CA4}" srcOrd="0" destOrd="0" presId="urn:microsoft.com/office/officeart/2005/8/layout/vList5"/>
    <dgm:cxn modelId="{7E34B2C3-9BCA-4FA6-BFEE-0A203005DB7D}" srcId="{D9F461AF-D46D-4FB8-BD5B-A5D9E4DC5149}" destId="{9590128C-3A7F-4F1B-BFB6-C979103D7B7C}" srcOrd="0" destOrd="0" parTransId="{8C60297D-90DD-4DB8-A2E9-0DAFDC884E52}" sibTransId="{F1E33373-4F52-4603-8174-E5A2D7F81DED}"/>
    <dgm:cxn modelId="{150A03CD-07B1-498A-831E-8F1EB188F628}" type="presOf" srcId="{E2D61194-B325-48B0-AB3B-688921187A66}" destId="{9FEB3A68-4666-4CD0-8489-41F87BF268F5}" srcOrd="0" destOrd="0" presId="urn:microsoft.com/office/officeart/2005/8/layout/vList5"/>
    <dgm:cxn modelId="{95E7B9CD-FE7D-49F3-97F6-0E3980C9963A}" srcId="{839DA225-6D9C-4BE0-8314-AFD6A36050DB}" destId="{D116CFB2-88C0-451D-B4CD-B0EC46CF4E91}" srcOrd="0" destOrd="0" parTransId="{85C7827A-D181-4BAC-8F7C-4C342A73F6B7}" sibTransId="{AA50C570-20F6-40F0-A20B-36F880766223}"/>
    <dgm:cxn modelId="{32009ED0-B9C6-4FB0-BCBE-B44311C69D79}" type="presOf" srcId="{DDAE09B0-E9BD-43D4-8E8B-A2B381AB78AC}" destId="{02EDA590-DE2F-47E4-8912-96A6826ABFA7}" srcOrd="0" destOrd="0" presId="urn:microsoft.com/office/officeart/2005/8/layout/vList5"/>
    <dgm:cxn modelId="{4C21D4E6-D2EB-40CE-9585-D04A9DC041A4}" type="presOf" srcId="{4FDD2E37-AE43-4034-BDE8-C587476023EB}" destId="{8E0D8C39-D6F7-4E37-8FCD-0937F1E256DD}" srcOrd="0" destOrd="0" presId="urn:microsoft.com/office/officeart/2005/8/layout/vList5"/>
    <dgm:cxn modelId="{9479D1EE-CF59-4D4F-9A11-77E0F15D8568}" type="presOf" srcId="{D116CFB2-88C0-451D-B4CD-B0EC46CF4E91}" destId="{C7EBCEF2-7CE2-4E6C-919B-F6EDA5DF5AF2}" srcOrd="0" destOrd="0" presId="urn:microsoft.com/office/officeart/2005/8/layout/vList5"/>
    <dgm:cxn modelId="{FE33CAE8-6501-4A6A-9C25-6328393768F9}" type="presParOf" srcId="{BB8077D7-4DB1-4EE9-9A29-566AB4E06CA4}" destId="{DBC37838-6E22-4607-9160-8A08885EC004}" srcOrd="0" destOrd="0" presId="urn:microsoft.com/office/officeart/2005/8/layout/vList5"/>
    <dgm:cxn modelId="{1282C036-786E-4C96-830A-16855B848212}" type="presParOf" srcId="{DBC37838-6E22-4607-9160-8A08885EC004}" destId="{64B26261-82B3-4636-919A-5EFDA85CB00D}" srcOrd="0" destOrd="0" presId="urn:microsoft.com/office/officeart/2005/8/layout/vList5"/>
    <dgm:cxn modelId="{5F87E1A4-42FC-44A5-97B6-7CF33AAC666C}" type="presParOf" srcId="{DBC37838-6E22-4607-9160-8A08885EC004}" destId="{8E0D8C39-D6F7-4E37-8FCD-0937F1E256DD}" srcOrd="1" destOrd="0" presId="urn:microsoft.com/office/officeart/2005/8/layout/vList5"/>
    <dgm:cxn modelId="{04F7C26F-17AA-4EEC-B58C-D1DA3059B721}" type="presParOf" srcId="{BB8077D7-4DB1-4EE9-9A29-566AB4E06CA4}" destId="{18BC1954-6A8F-4562-9C38-652E62152EFC}" srcOrd="1" destOrd="0" presId="urn:microsoft.com/office/officeart/2005/8/layout/vList5"/>
    <dgm:cxn modelId="{D1ACADC4-9835-4FC2-B1F4-A9627771FC94}" type="presParOf" srcId="{BB8077D7-4DB1-4EE9-9A29-566AB4E06CA4}" destId="{CD18B1BA-8644-4E4D-85E2-B56A36B963D7}" srcOrd="2" destOrd="0" presId="urn:microsoft.com/office/officeart/2005/8/layout/vList5"/>
    <dgm:cxn modelId="{14830659-EA32-46E4-A860-F8160CDE5D3B}" type="presParOf" srcId="{CD18B1BA-8644-4E4D-85E2-B56A36B963D7}" destId="{02EDA590-DE2F-47E4-8912-96A6826ABFA7}" srcOrd="0" destOrd="0" presId="urn:microsoft.com/office/officeart/2005/8/layout/vList5"/>
    <dgm:cxn modelId="{27B23440-D9D4-4BCC-B4E2-2F6DBF4913AB}" type="presParOf" srcId="{CD18B1BA-8644-4E4D-85E2-B56A36B963D7}" destId="{9FEB3A68-4666-4CD0-8489-41F87BF268F5}" srcOrd="1" destOrd="0" presId="urn:microsoft.com/office/officeart/2005/8/layout/vList5"/>
    <dgm:cxn modelId="{10A41A82-61AF-4D87-812A-937B4CF9CA5A}" type="presParOf" srcId="{BB8077D7-4DB1-4EE9-9A29-566AB4E06CA4}" destId="{B8DF7D2C-BA5F-4F00-B847-2BDAB254EB95}" srcOrd="3" destOrd="0" presId="urn:microsoft.com/office/officeart/2005/8/layout/vList5"/>
    <dgm:cxn modelId="{82DE0761-1CCA-4C37-A6D7-B7DE616C3A76}" type="presParOf" srcId="{BB8077D7-4DB1-4EE9-9A29-566AB4E06CA4}" destId="{616E7223-3804-4E43-ADEE-3E11DA39B73D}" srcOrd="4" destOrd="0" presId="urn:microsoft.com/office/officeart/2005/8/layout/vList5"/>
    <dgm:cxn modelId="{23F61BBA-DA84-4DCA-8010-E0117A58E252}" type="presParOf" srcId="{616E7223-3804-4E43-ADEE-3E11DA39B73D}" destId="{1BB3AD86-9DDC-4222-B319-CBA282B05380}" srcOrd="0" destOrd="0" presId="urn:microsoft.com/office/officeart/2005/8/layout/vList5"/>
    <dgm:cxn modelId="{21BF8B16-E20E-4B11-8BDA-5BB0C1764C9A}" type="presParOf" srcId="{616E7223-3804-4E43-ADEE-3E11DA39B73D}" destId="{C7EBCEF2-7CE2-4E6C-919B-F6EDA5DF5AF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7D8AE5-E278-4824-9ED5-58F3771792B7}"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FD1A1D9A-D83D-4618-829F-6AE80F8757F3}">
      <dgm:prSet phldrT="[Text]"/>
      <dgm:spPr/>
      <dgm:t>
        <a:bodyPr/>
        <a:lstStyle/>
        <a:p>
          <a:r>
            <a:rPr lang="en-US" dirty="0"/>
            <a:t>2G</a:t>
          </a:r>
        </a:p>
      </dgm:t>
    </dgm:pt>
    <dgm:pt modelId="{52A35FEF-DAAC-4E99-A1F4-29D8523627A0}" type="parTrans" cxnId="{28266CEF-F144-4BA7-BA5D-DE5DE52D933B}">
      <dgm:prSet/>
      <dgm:spPr/>
      <dgm:t>
        <a:bodyPr/>
        <a:lstStyle/>
        <a:p>
          <a:endParaRPr lang="en-US"/>
        </a:p>
      </dgm:t>
    </dgm:pt>
    <dgm:pt modelId="{FEA6227C-FACF-4EFB-9A81-33A217710CDD}" type="sibTrans" cxnId="{28266CEF-F144-4BA7-BA5D-DE5DE52D933B}">
      <dgm:prSet/>
      <dgm:spPr/>
      <dgm:t>
        <a:bodyPr/>
        <a:lstStyle/>
        <a:p>
          <a:endParaRPr lang="en-US"/>
        </a:p>
      </dgm:t>
    </dgm:pt>
    <dgm:pt modelId="{EC099414-56D9-47ED-AA95-C4717CC9707C}">
      <dgm:prSet phldrT="[Text]"/>
      <dgm:spPr/>
      <dgm:t>
        <a:bodyPr/>
        <a:lstStyle/>
        <a:p>
          <a:r>
            <a:rPr lang="en-US" dirty="0"/>
            <a:t>GSM</a:t>
          </a:r>
        </a:p>
      </dgm:t>
    </dgm:pt>
    <dgm:pt modelId="{7419DB65-B25B-4AAA-8AFB-C5ACF8121A3E}" type="parTrans" cxnId="{00FAEF21-FC8E-42EC-AD2A-34C3FBA2583D}">
      <dgm:prSet/>
      <dgm:spPr/>
      <dgm:t>
        <a:bodyPr/>
        <a:lstStyle/>
        <a:p>
          <a:endParaRPr lang="en-US"/>
        </a:p>
      </dgm:t>
    </dgm:pt>
    <dgm:pt modelId="{88BCCC37-C6A3-4FBE-8051-91D61A6BF645}" type="sibTrans" cxnId="{00FAEF21-FC8E-42EC-AD2A-34C3FBA2583D}">
      <dgm:prSet/>
      <dgm:spPr/>
      <dgm:t>
        <a:bodyPr/>
        <a:lstStyle/>
        <a:p>
          <a:endParaRPr lang="en-US"/>
        </a:p>
      </dgm:t>
    </dgm:pt>
    <dgm:pt modelId="{EFAA85C0-7156-43F3-B7C4-1FB1AC43B17E}">
      <dgm:prSet phldrT="[Text]"/>
      <dgm:spPr/>
      <dgm:t>
        <a:bodyPr/>
        <a:lstStyle/>
        <a:p>
          <a:r>
            <a:rPr lang="en-US" dirty="0"/>
            <a:t>3G</a:t>
          </a:r>
        </a:p>
      </dgm:t>
    </dgm:pt>
    <dgm:pt modelId="{43B22B3E-8735-406D-9FD6-919EB409B825}" type="parTrans" cxnId="{B2BA3A53-CEF8-4626-AF01-1B36C871D095}">
      <dgm:prSet/>
      <dgm:spPr/>
      <dgm:t>
        <a:bodyPr/>
        <a:lstStyle/>
        <a:p>
          <a:endParaRPr lang="en-US"/>
        </a:p>
      </dgm:t>
    </dgm:pt>
    <dgm:pt modelId="{6BF5C656-DDCC-4C1E-A687-A0702D6BF240}" type="sibTrans" cxnId="{B2BA3A53-CEF8-4626-AF01-1B36C871D095}">
      <dgm:prSet/>
      <dgm:spPr/>
      <dgm:t>
        <a:bodyPr/>
        <a:lstStyle/>
        <a:p>
          <a:endParaRPr lang="en-US"/>
        </a:p>
      </dgm:t>
    </dgm:pt>
    <dgm:pt modelId="{E5D5AEA0-F758-44D0-BF4E-4D9FC10E4B44}">
      <dgm:prSet phldrT="[Text]"/>
      <dgm:spPr/>
      <dgm:t>
        <a:bodyPr/>
        <a:lstStyle/>
        <a:p>
          <a:r>
            <a:rPr lang="en-US" dirty="0"/>
            <a:t>UMTS</a:t>
          </a:r>
        </a:p>
      </dgm:t>
    </dgm:pt>
    <dgm:pt modelId="{A0B9DA44-9A38-4D9F-AF9C-AFF7714D87C7}" type="parTrans" cxnId="{F88BD430-744E-4776-81D5-4F3B49680EB1}">
      <dgm:prSet/>
      <dgm:spPr/>
      <dgm:t>
        <a:bodyPr/>
        <a:lstStyle/>
        <a:p>
          <a:endParaRPr lang="en-US"/>
        </a:p>
      </dgm:t>
    </dgm:pt>
    <dgm:pt modelId="{36016CDA-0FFD-45BD-894B-E79CD29CA5D7}" type="sibTrans" cxnId="{F88BD430-744E-4776-81D5-4F3B49680EB1}">
      <dgm:prSet/>
      <dgm:spPr/>
      <dgm:t>
        <a:bodyPr/>
        <a:lstStyle/>
        <a:p>
          <a:endParaRPr lang="en-US"/>
        </a:p>
      </dgm:t>
    </dgm:pt>
    <dgm:pt modelId="{797394DE-2150-4371-922C-A032D832D2DB}">
      <dgm:prSet/>
      <dgm:spPr/>
      <dgm:t>
        <a:bodyPr/>
        <a:lstStyle/>
        <a:p>
          <a:r>
            <a:rPr lang="en-US" dirty="0"/>
            <a:t>4G</a:t>
          </a:r>
        </a:p>
      </dgm:t>
    </dgm:pt>
    <dgm:pt modelId="{56139886-0F06-4E21-8A75-03B52E13F7D8}" type="parTrans" cxnId="{707AEF6F-68FE-4222-A2F8-DB2E2101EE82}">
      <dgm:prSet/>
      <dgm:spPr/>
      <dgm:t>
        <a:bodyPr/>
        <a:lstStyle/>
        <a:p>
          <a:endParaRPr lang="en-US"/>
        </a:p>
      </dgm:t>
    </dgm:pt>
    <dgm:pt modelId="{9367CF1B-BBB1-4AC3-9309-8F183EE6CADA}" type="sibTrans" cxnId="{707AEF6F-68FE-4222-A2F8-DB2E2101EE82}">
      <dgm:prSet/>
      <dgm:spPr/>
      <dgm:t>
        <a:bodyPr/>
        <a:lstStyle/>
        <a:p>
          <a:endParaRPr lang="en-US"/>
        </a:p>
      </dgm:t>
    </dgm:pt>
    <dgm:pt modelId="{3CFB838C-E9F5-4A38-9BAD-75415EDCDC16}">
      <dgm:prSet/>
      <dgm:spPr/>
      <dgm:t>
        <a:bodyPr/>
        <a:lstStyle/>
        <a:p>
          <a:r>
            <a:rPr lang="en-US" dirty="0"/>
            <a:t>2G+</a:t>
          </a:r>
        </a:p>
      </dgm:t>
    </dgm:pt>
    <dgm:pt modelId="{9C947E71-F79F-4BE0-A9F9-245D6E199CA4}" type="parTrans" cxnId="{1C6EF400-89D8-41CC-9B4D-763187FB6103}">
      <dgm:prSet/>
      <dgm:spPr/>
      <dgm:t>
        <a:bodyPr/>
        <a:lstStyle/>
        <a:p>
          <a:endParaRPr lang="en-US"/>
        </a:p>
      </dgm:t>
    </dgm:pt>
    <dgm:pt modelId="{93EAEEC9-896C-43D7-8592-3E665B98B4FD}" type="sibTrans" cxnId="{1C6EF400-89D8-41CC-9B4D-763187FB6103}">
      <dgm:prSet/>
      <dgm:spPr/>
      <dgm:t>
        <a:bodyPr/>
        <a:lstStyle/>
        <a:p>
          <a:endParaRPr lang="en-US"/>
        </a:p>
      </dgm:t>
    </dgm:pt>
    <dgm:pt modelId="{21F90DD5-AFB2-4971-A771-0551F1DB5A58}">
      <dgm:prSet/>
      <dgm:spPr/>
      <dgm:t>
        <a:bodyPr/>
        <a:lstStyle/>
        <a:p>
          <a:r>
            <a:rPr lang="en-US" dirty="0"/>
            <a:t>EDGE</a:t>
          </a:r>
        </a:p>
      </dgm:t>
    </dgm:pt>
    <dgm:pt modelId="{EA1E07B8-229D-47F1-A032-8EB9CF5C5D97}" type="parTrans" cxnId="{B1E01317-E500-408D-A473-38283994B12B}">
      <dgm:prSet/>
      <dgm:spPr/>
      <dgm:t>
        <a:bodyPr/>
        <a:lstStyle/>
        <a:p>
          <a:endParaRPr lang="en-US"/>
        </a:p>
      </dgm:t>
    </dgm:pt>
    <dgm:pt modelId="{E68E5DDB-C404-4BB8-B199-900C971ADBF9}" type="sibTrans" cxnId="{B1E01317-E500-408D-A473-38283994B12B}">
      <dgm:prSet/>
      <dgm:spPr/>
      <dgm:t>
        <a:bodyPr/>
        <a:lstStyle/>
        <a:p>
          <a:endParaRPr lang="en-US"/>
        </a:p>
      </dgm:t>
    </dgm:pt>
    <dgm:pt modelId="{5108E27F-8F5F-45F9-99BE-FBE203E87732}">
      <dgm:prSet/>
      <dgm:spPr/>
      <dgm:t>
        <a:bodyPr/>
        <a:lstStyle/>
        <a:p>
          <a:r>
            <a:rPr lang="en-US" dirty="0"/>
            <a:t>LTE</a:t>
          </a:r>
        </a:p>
      </dgm:t>
    </dgm:pt>
    <dgm:pt modelId="{312BB353-9CD6-4D5F-ACDC-0F59FB7ACB89}" type="parTrans" cxnId="{60867A2A-9A30-4859-A199-F1DFBD0E0CAE}">
      <dgm:prSet/>
      <dgm:spPr/>
      <dgm:t>
        <a:bodyPr/>
        <a:lstStyle/>
        <a:p>
          <a:endParaRPr lang="en-US"/>
        </a:p>
      </dgm:t>
    </dgm:pt>
    <dgm:pt modelId="{525BEA62-9D9F-4E61-A9F5-1574072936A4}" type="sibTrans" cxnId="{60867A2A-9A30-4859-A199-F1DFBD0E0CAE}">
      <dgm:prSet/>
      <dgm:spPr/>
      <dgm:t>
        <a:bodyPr/>
        <a:lstStyle/>
        <a:p>
          <a:endParaRPr lang="en-US"/>
        </a:p>
      </dgm:t>
    </dgm:pt>
    <dgm:pt modelId="{49065C52-8362-4184-8C0D-3309B6D77879}" type="pres">
      <dgm:prSet presAssocID="{C67D8AE5-E278-4824-9ED5-58F3771792B7}" presName="list" presStyleCnt="0">
        <dgm:presLayoutVars>
          <dgm:dir/>
          <dgm:animLvl val="lvl"/>
        </dgm:presLayoutVars>
      </dgm:prSet>
      <dgm:spPr/>
    </dgm:pt>
    <dgm:pt modelId="{ABB54DFB-B6C1-44B1-ADC4-18410102FFD4}" type="pres">
      <dgm:prSet presAssocID="{FD1A1D9A-D83D-4618-829F-6AE80F8757F3}" presName="posSpace" presStyleCnt="0"/>
      <dgm:spPr/>
    </dgm:pt>
    <dgm:pt modelId="{33800CCF-2BB1-4FC2-BABB-40BBD79DF13A}" type="pres">
      <dgm:prSet presAssocID="{FD1A1D9A-D83D-4618-829F-6AE80F8757F3}" presName="vertFlow" presStyleCnt="0"/>
      <dgm:spPr/>
    </dgm:pt>
    <dgm:pt modelId="{A9B8B911-D38D-4308-A48B-D19EB0D98DB1}" type="pres">
      <dgm:prSet presAssocID="{FD1A1D9A-D83D-4618-829F-6AE80F8757F3}" presName="topSpace" presStyleCnt="0"/>
      <dgm:spPr/>
    </dgm:pt>
    <dgm:pt modelId="{0F85FC9D-9912-48E9-9CE4-DC9790542653}" type="pres">
      <dgm:prSet presAssocID="{FD1A1D9A-D83D-4618-829F-6AE80F8757F3}" presName="firstComp" presStyleCnt="0"/>
      <dgm:spPr/>
    </dgm:pt>
    <dgm:pt modelId="{FC3D5A5C-EE23-4C5C-A0FD-458736D03F43}" type="pres">
      <dgm:prSet presAssocID="{FD1A1D9A-D83D-4618-829F-6AE80F8757F3}" presName="firstChild" presStyleLbl="bgAccFollowNode1" presStyleIdx="0" presStyleCnt="4"/>
      <dgm:spPr/>
    </dgm:pt>
    <dgm:pt modelId="{B4BCFB06-3103-4655-A720-C789DD878FD3}" type="pres">
      <dgm:prSet presAssocID="{FD1A1D9A-D83D-4618-829F-6AE80F8757F3}" presName="firstChildTx" presStyleLbl="bgAccFollowNode1" presStyleIdx="0" presStyleCnt="4">
        <dgm:presLayoutVars>
          <dgm:bulletEnabled val="1"/>
        </dgm:presLayoutVars>
      </dgm:prSet>
      <dgm:spPr/>
    </dgm:pt>
    <dgm:pt modelId="{4B43AE7E-BEB2-4898-BE0C-D0BEA8DE6A66}" type="pres">
      <dgm:prSet presAssocID="{FD1A1D9A-D83D-4618-829F-6AE80F8757F3}" presName="negSpace" presStyleCnt="0"/>
      <dgm:spPr/>
    </dgm:pt>
    <dgm:pt modelId="{59FC3B69-125F-43D3-AF6D-2918E8CBF933}" type="pres">
      <dgm:prSet presAssocID="{FD1A1D9A-D83D-4618-829F-6AE80F8757F3}" presName="circle" presStyleLbl="node1" presStyleIdx="0" presStyleCnt="4"/>
      <dgm:spPr/>
    </dgm:pt>
    <dgm:pt modelId="{D901D884-6A5D-4DC6-A498-43F693825902}" type="pres">
      <dgm:prSet presAssocID="{FEA6227C-FACF-4EFB-9A81-33A217710CDD}" presName="transSpace" presStyleCnt="0"/>
      <dgm:spPr/>
    </dgm:pt>
    <dgm:pt modelId="{A715711D-96B5-498D-88E4-D631DA10DFF7}" type="pres">
      <dgm:prSet presAssocID="{3CFB838C-E9F5-4A38-9BAD-75415EDCDC16}" presName="posSpace" presStyleCnt="0"/>
      <dgm:spPr/>
    </dgm:pt>
    <dgm:pt modelId="{07749867-97BE-4C8D-9BE3-5D0A2089F460}" type="pres">
      <dgm:prSet presAssocID="{3CFB838C-E9F5-4A38-9BAD-75415EDCDC16}" presName="vertFlow" presStyleCnt="0"/>
      <dgm:spPr/>
    </dgm:pt>
    <dgm:pt modelId="{F39D8FB0-1749-49C2-A973-B1CE9EFD9F30}" type="pres">
      <dgm:prSet presAssocID="{3CFB838C-E9F5-4A38-9BAD-75415EDCDC16}" presName="topSpace" presStyleCnt="0"/>
      <dgm:spPr/>
    </dgm:pt>
    <dgm:pt modelId="{70F15EC5-52CA-4CCC-B339-66BD1B9429A1}" type="pres">
      <dgm:prSet presAssocID="{3CFB838C-E9F5-4A38-9BAD-75415EDCDC16}" presName="firstComp" presStyleCnt="0"/>
      <dgm:spPr/>
    </dgm:pt>
    <dgm:pt modelId="{B2BE1BD9-3E96-4AA2-B5B2-3B74B5BC8DC8}" type="pres">
      <dgm:prSet presAssocID="{3CFB838C-E9F5-4A38-9BAD-75415EDCDC16}" presName="firstChild" presStyleLbl="bgAccFollowNode1" presStyleIdx="1" presStyleCnt="4"/>
      <dgm:spPr/>
    </dgm:pt>
    <dgm:pt modelId="{8F2576B7-7FE3-403B-A7F2-8D6FF77806FD}" type="pres">
      <dgm:prSet presAssocID="{3CFB838C-E9F5-4A38-9BAD-75415EDCDC16}" presName="firstChildTx" presStyleLbl="bgAccFollowNode1" presStyleIdx="1" presStyleCnt="4">
        <dgm:presLayoutVars>
          <dgm:bulletEnabled val="1"/>
        </dgm:presLayoutVars>
      </dgm:prSet>
      <dgm:spPr/>
    </dgm:pt>
    <dgm:pt modelId="{43094FB3-BBAF-4818-8C5F-D233CD4DAE06}" type="pres">
      <dgm:prSet presAssocID="{3CFB838C-E9F5-4A38-9BAD-75415EDCDC16}" presName="negSpace" presStyleCnt="0"/>
      <dgm:spPr/>
    </dgm:pt>
    <dgm:pt modelId="{540680EE-375E-4991-B72B-6069DBEEB319}" type="pres">
      <dgm:prSet presAssocID="{3CFB838C-E9F5-4A38-9BAD-75415EDCDC16}" presName="circle" presStyleLbl="node1" presStyleIdx="1" presStyleCnt="4"/>
      <dgm:spPr/>
    </dgm:pt>
    <dgm:pt modelId="{7C9254E2-05D4-4EF9-B2AC-D3D4B3F8B263}" type="pres">
      <dgm:prSet presAssocID="{93EAEEC9-896C-43D7-8592-3E665B98B4FD}" presName="transSpace" presStyleCnt="0"/>
      <dgm:spPr/>
    </dgm:pt>
    <dgm:pt modelId="{EC2C45D5-D528-4437-AA4D-664A6DF6A99F}" type="pres">
      <dgm:prSet presAssocID="{EFAA85C0-7156-43F3-B7C4-1FB1AC43B17E}" presName="posSpace" presStyleCnt="0"/>
      <dgm:spPr/>
    </dgm:pt>
    <dgm:pt modelId="{412D363A-F734-457D-B72B-BACE606B813A}" type="pres">
      <dgm:prSet presAssocID="{EFAA85C0-7156-43F3-B7C4-1FB1AC43B17E}" presName="vertFlow" presStyleCnt="0"/>
      <dgm:spPr/>
    </dgm:pt>
    <dgm:pt modelId="{3DF949A6-C13F-4CA1-BAFA-EE32493D723A}" type="pres">
      <dgm:prSet presAssocID="{EFAA85C0-7156-43F3-B7C4-1FB1AC43B17E}" presName="topSpace" presStyleCnt="0"/>
      <dgm:spPr/>
    </dgm:pt>
    <dgm:pt modelId="{2F23A036-B037-4277-9733-440080552BCB}" type="pres">
      <dgm:prSet presAssocID="{EFAA85C0-7156-43F3-B7C4-1FB1AC43B17E}" presName="firstComp" presStyleCnt="0"/>
      <dgm:spPr/>
    </dgm:pt>
    <dgm:pt modelId="{6F872B2F-0CCF-4B68-A106-1E5AA4E62C4C}" type="pres">
      <dgm:prSet presAssocID="{EFAA85C0-7156-43F3-B7C4-1FB1AC43B17E}" presName="firstChild" presStyleLbl="bgAccFollowNode1" presStyleIdx="2" presStyleCnt="4"/>
      <dgm:spPr/>
    </dgm:pt>
    <dgm:pt modelId="{88A3A96F-C911-42A7-A60F-7D85201B7D1F}" type="pres">
      <dgm:prSet presAssocID="{EFAA85C0-7156-43F3-B7C4-1FB1AC43B17E}" presName="firstChildTx" presStyleLbl="bgAccFollowNode1" presStyleIdx="2" presStyleCnt="4">
        <dgm:presLayoutVars>
          <dgm:bulletEnabled val="1"/>
        </dgm:presLayoutVars>
      </dgm:prSet>
      <dgm:spPr/>
    </dgm:pt>
    <dgm:pt modelId="{F1625C84-1FA4-4224-B96A-21BB76A98833}" type="pres">
      <dgm:prSet presAssocID="{EFAA85C0-7156-43F3-B7C4-1FB1AC43B17E}" presName="negSpace" presStyleCnt="0"/>
      <dgm:spPr/>
    </dgm:pt>
    <dgm:pt modelId="{8FD9EB22-03A4-4B45-AFB7-77A00D1CB002}" type="pres">
      <dgm:prSet presAssocID="{EFAA85C0-7156-43F3-B7C4-1FB1AC43B17E}" presName="circle" presStyleLbl="node1" presStyleIdx="2" presStyleCnt="4"/>
      <dgm:spPr/>
    </dgm:pt>
    <dgm:pt modelId="{D0163BDC-5C79-4D82-806B-373CCDB9DDF9}" type="pres">
      <dgm:prSet presAssocID="{6BF5C656-DDCC-4C1E-A687-A0702D6BF240}" presName="transSpace" presStyleCnt="0"/>
      <dgm:spPr/>
    </dgm:pt>
    <dgm:pt modelId="{237750A8-ADAA-4F4F-A89B-BF14AFEFF47A}" type="pres">
      <dgm:prSet presAssocID="{797394DE-2150-4371-922C-A032D832D2DB}" presName="posSpace" presStyleCnt="0"/>
      <dgm:spPr/>
    </dgm:pt>
    <dgm:pt modelId="{9715DCF1-2908-46E9-9567-959B961CE03F}" type="pres">
      <dgm:prSet presAssocID="{797394DE-2150-4371-922C-A032D832D2DB}" presName="vertFlow" presStyleCnt="0"/>
      <dgm:spPr/>
    </dgm:pt>
    <dgm:pt modelId="{114C322D-2494-4E60-AE85-A4E0D97B1AFC}" type="pres">
      <dgm:prSet presAssocID="{797394DE-2150-4371-922C-A032D832D2DB}" presName="topSpace" presStyleCnt="0"/>
      <dgm:spPr/>
    </dgm:pt>
    <dgm:pt modelId="{8AC8B97D-5C6B-4EFB-A8A0-23E6656D825D}" type="pres">
      <dgm:prSet presAssocID="{797394DE-2150-4371-922C-A032D832D2DB}" presName="firstComp" presStyleCnt="0"/>
      <dgm:spPr/>
    </dgm:pt>
    <dgm:pt modelId="{FEC6D9BC-7474-4211-9763-13A641714245}" type="pres">
      <dgm:prSet presAssocID="{797394DE-2150-4371-922C-A032D832D2DB}" presName="firstChild" presStyleLbl="bgAccFollowNode1" presStyleIdx="3" presStyleCnt="4"/>
      <dgm:spPr/>
    </dgm:pt>
    <dgm:pt modelId="{FA85FB73-F591-42E8-B36E-54BA4E2F4A05}" type="pres">
      <dgm:prSet presAssocID="{797394DE-2150-4371-922C-A032D832D2DB}" presName="firstChildTx" presStyleLbl="bgAccFollowNode1" presStyleIdx="3" presStyleCnt="4">
        <dgm:presLayoutVars>
          <dgm:bulletEnabled val="1"/>
        </dgm:presLayoutVars>
      </dgm:prSet>
      <dgm:spPr/>
    </dgm:pt>
    <dgm:pt modelId="{C73BCF1C-614C-4C36-A5C8-E86E8FD9A141}" type="pres">
      <dgm:prSet presAssocID="{797394DE-2150-4371-922C-A032D832D2DB}" presName="negSpace" presStyleCnt="0"/>
      <dgm:spPr/>
    </dgm:pt>
    <dgm:pt modelId="{8DD4680D-DA7E-42B0-8953-428E28BB02B9}" type="pres">
      <dgm:prSet presAssocID="{797394DE-2150-4371-922C-A032D832D2DB}" presName="circle" presStyleLbl="node1" presStyleIdx="3" presStyleCnt="4"/>
      <dgm:spPr/>
    </dgm:pt>
  </dgm:ptLst>
  <dgm:cxnLst>
    <dgm:cxn modelId="{1C6EF400-89D8-41CC-9B4D-763187FB6103}" srcId="{C67D8AE5-E278-4824-9ED5-58F3771792B7}" destId="{3CFB838C-E9F5-4A38-9BAD-75415EDCDC16}" srcOrd="1" destOrd="0" parTransId="{9C947E71-F79F-4BE0-A9F9-245D6E199CA4}" sibTransId="{93EAEEC9-896C-43D7-8592-3E665B98B4FD}"/>
    <dgm:cxn modelId="{8D041C03-561D-40AD-902F-A4C77949858A}" type="presOf" srcId="{EC099414-56D9-47ED-AA95-C4717CC9707C}" destId="{B4BCFB06-3103-4655-A720-C789DD878FD3}" srcOrd="1" destOrd="0" presId="urn:microsoft.com/office/officeart/2005/8/layout/hList9"/>
    <dgm:cxn modelId="{777F0309-9B99-4533-BE52-DF30FBD87D63}" type="presOf" srcId="{E5D5AEA0-F758-44D0-BF4E-4D9FC10E4B44}" destId="{88A3A96F-C911-42A7-A60F-7D85201B7D1F}" srcOrd="1" destOrd="0" presId="urn:microsoft.com/office/officeart/2005/8/layout/hList9"/>
    <dgm:cxn modelId="{B1E01317-E500-408D-A473-38283994B12B}" srcId="{3CFB838C-E9F5-4A38-9BAD-75415EDCDC16}" destId="{21F90DD5-AFB2-4971-A771-0551F1DB5A58}" srcOrd="0" destOrd="0" parTransId="{EA1E07B8-229D-47F1-A032-8EB9CF5C5D97}" sibTransId="{E68E5DDB-C404-4BB8-B199-900C971ADBF9}"/>
    <dgm:cxn modelId="{3781161F-129D-4EEC-8C4C-A293708D7C04}" type="presOf" srcId="{E5D5AEA0-F758-44D0-BF4E-4D9FC10E4B44}" destId="{6F872B2F-0CCF-4B68-A106-1E5AA4E62C4C}" srcOrd="0" destOrd="0" presId="urn:microsoft.com/office/officeart/2005/8/layout/hList9"/>
    <dgm:cxn modelId="{00FAEF21-FC8E-42EC-AD2A-34C3FBA2583D}" srcId="{FD1A1D9A-D83D-4618-829F-6AE80F8757F3}" destId="{EC099414-56D9-47ED-AA95-C4717CC9707C}" srcOrd="0" destOrd="0" parTransId="{7419DB65-B25B-4AAA-8AFB-C5ACF8121A3E}" sibTransId="{88BCCC37-C6A3-4FBE-8051-91D61A6BF645}"/>
    <dgm:cxn modelId="{60867A2A-9A30-4859-A199-F1DFBD0E0CAE}" srcId="{797394DE-2150-4371-922C-A032D832D2DB}" destId="{5108E27F-8F5F-45F9-99BE-FBE203E87732}" srcOrd="0" destOrd="0" parTransId="{312BB353-9CD6-4D5F-ACDC-0F59FB7ACB89}" sibTransId="{525BEA62-9D9F-4E61-A9F5-1574072936A4}"/>
    <dgm:cxn modelId="{F92CB22F-FE49-423D-B0EA-B43BEB74355E}" type="presOf" srcId="{3CFB838C-E9F5-4A38-9BAD-75415EDCDC16}" destId="{540680EE-375E-4991-B72B-6069DBEEB319}" srcOrd="0" destOrd="0" presId="urn:microsoft.com/office/officeart/2005/8/layout/hList9"/>
    <dgm:cxn modelId="{F88BD430-744E-4776-81D5-4F3B49680EB1}" srcId="{EFAA85C0-7156-43F3-B7C4-1FB1AC43B17E}" destId="{E5D5AEA0-F758-44D0-BF4E-4D9FC10E4B44}" srcOrd="0" destOrd="0" parTransId="{A0B9DA44-9A38-4D9F-AF9C-AFF7714D87C7}" sibTransId="{36016CDA-0FFD-45BD-894B-E79CD29CA5D7}"/>
    <dgm:cxn modelId="{C6ECF466-AB78-4E5F-86B9-CB3D7FEDF3FD}" type="presOf" srcId="{EC099414-56D9-47ED-AA95-C4717CC9707C}" destId="{FC3D5A5C-EE23-4C5C-A0FD-458736D03F43}" srcOrd="0" destOrd="0" presId="urn:microsoft.com/office/officeart/2005/8/layout/hList9"/>
    <dgm:cxn modelId="{553C6C4C-5C48-483F-A0D2-9675DF6E4805}" type="presOf" srcId="{5108E27F-8F5F-45F9-99BE-FBE203E87732}" destId="{FA85FB73-F591-42E8-B36E-54BA4E2F4A05}" srcOrd="1" destOrd="0" presId="urn:microsoft.com/office/officeart/2005/8/layout/hList9"/>
    <dgm:cxn modelId="{707AEF6F-68FE-4222-A2F8-DB2E2101EE82}" srcId="{C67D8AE5-E278-4824-9ED5-58F3771792B7}" destId="{797394DE-2150-4371-922C-A032D832D2DB}" srcOrd="3" destOrd="0" parTransId="{56139886-0F06-4E21-8A75-03B52E13F7D8}" sibTransId="{9367CF1B-BBB1-4AC3-9309-8F183EE6CADA}"/>
    <dgm:cxn modelId="{B2BA3A53-CEF8-4626-AF01-1B36C871D095}" srcId="{C67D8AE5-E278-4824-9ED5-58F3771792B7}" destId="{EFAA85C0-7156-43F3-B7C4-1FB1AC43B17E}" srcOrd="2" destOrd="0" parTransId="{43B22B3E-8735-406D-9FD6-919EB409B825}" sibTransId="{6BF5C656-DDCC-4C1E-A687-A0702D6BF240}"/>
    <dgm:cxn modelId="{78356E57-6023-474C-BD63-2EC10B01CE61}" type="presOf" srcId="{C67D8AE5-E278-4824-9ED5-58F3771792B7}" destId="{49065C52-8362-4184-8C0D-3309B6D77879}" srcOrd="0" destOrd="0" presId="urn:microsoft.com/office/officeart/2005/8/layout/hList9"/>
    <dgm:cxn modelId="{545AA29F-9497-46CD-8D91-30DA8C347C35}" type="presOf" srcId="{5108E27F-8F5F-45F9-99BE-FBE203E87732}" destId="{FEC6D9BC-7474-4211-9763-13A641714245}" srcOrd="0" destOrd="0" presId="urn:microsoft.com/office/officeart/2005/8/layout/hList9"/>
    <dgm:cxn modelId="{BC9690B2-5598-4E11-B24A-467FB0640D5E}" type="presOf" srcId="{21F90DD5-AFB2-4971-A771-0551F1DB5A58}" destId="{8F2576B7-7FE3-403B-A7F2-8D6FF77806FD}" srcOrd="1" destOrd="0" presId="urn:microsoft.com/office/officeart/2005/8/layout/hList9"/>
    <dgm:cxn modelId="{710743BF-A6BD-414F-8748-C87CE5AAAFCE}" type="presOf" srcId="{FD1A1D9A-D83D-4618-829F-6AE80F8757F3}" destId="{59FC3B69-125F-43D3-AF6D-2918E8CBF933}" srcOrd="0" destOrd="0" presId="urn:microsoft.com/office/officeart/2005/8/layout/hList9"/>
    <dgm:cxn modelId="{0419E4E5-863D-47AE-AC30-B5009E1E8210}" type="presOf" srcId="{21F90DD5-AFB2-4971-A771-0551F1DB5A58}" destId="{B2BE1BD9-3E96-4AA2-B5B2-3B74B5BC8DC8}" srcOrd="0" destOrd="0" presId="urn:microsoft.com/office/officeart/2005/8/layout/hList9"/>
    <dgm:cxn modelId="{D029EAE8-6F9F-42A1-842A-E6171967F590}" type="presOf" srcId="{797394DE-2150-4371-922C-A032D832D2DB}" destId="{8DD4680D-DA7E-42B0-8953-428E28BB02B9}" srcOrd="0" destOrd="0" presId="urn:microsoft.com/office/officeart/2005/8/layout/hList9"/>
    <dgm:cxn modelId="{28266CEF-F144-4BA7-BA5D-DE5DE52D933B}" srcId="{C67D8AE5-E278-4824-9ED5-58F3771792B7}" destId="{FD1A1D9A-D83D-4618-829F-6AE80F8757F3}" srcOrd="0" destOrd="0" parTransId="{52A35FEF-DAAC-4E99-A1F4-29D8523627A0}" sibTransId="{FEA6227C-FACF-4EFB-9A81-33A217710CDD}"/>
    <dgm:cxn modelId="{C6D588F9-A1E7-4CD9-BB67-CD48B88FEF7E}" type="presOf" srcId="{EFAA85C0-7156-43F3-B7C4-1FB1AC43B17E}" destId="{8FD9EB22-03A4-4B45-AFB7-77A00D1CB002}" srcOrd="0" destOrd="0" presId="urn:microsoft.com/office/officeart/2005/8/layout/hList9"/>
    <dgm:cxn modelId="{DACF99F3-BFCD-4199-B7BE-19ED25608898}" type="presParOf" srcId="{49065C52-8362-4184-8C0D-3309B6D77879}" destId="{ABB54DFB-B6C1-44B1-ADC4-18410102FFD4}" srcOrd="0" destOrd="0" presId="urn:microsoft.com/office/officeart/2005/8/layout/hList9"/>
    <dgm:cxn modelId="{883AE872-30FB-4B15-A4A9-FD9D344F7C8B}" type="presParOf" srcId="{49065C52-8362-4184-8C0D-3309B6D77879}" destId="{33800CCF-2BB1-4FC2-BABB-40BBD79DF13A}" srcOrd="1" destOrd="0" presId="urn:microsoft.com/office/officeart/2005/8/layout/hList9"/>
    <dgm:cxn modelId="{825CAD81-142B-4DDC-8117-6141EDD9CC3D}" type="presParOf" srcId="{33800CCF-2BB1-4FC2-BABB-40BBD79DF13A}" destId="{A9B8B911-D38D-4308-A48B-D19EB0D98DB1}" srcOrd="0" destOrd="0" presId="urn:microsoft.com/office/officeart/2005/8/layout/hList9"/>
    <dgm:cxn modelId="{8EA31EDE-DD8D-4EAE-856A-A801D2928F82}" type="presParOf" srcId="{33800CCF-2BB1-4FC2-BABB-40BBD79DF13A}" destId="{0F85FC9D-9912-48E9-9CE4-DC9790542653}" srcOrd="1" destOrd="0" presId="urn:microsoft.com/office/officeart/2005/8/layout/hList9"/>
    <dgm:cxn modelId="{D143BA46-ED01-4044-A2C2-745BCB5DAC0A}" type="presParOf" srcId="{0F85FC9D-9912-48E9-9CE4-DC9790542653}" destId="{FC3D5A5C-EE23-4C5C-A0FD-458736D03F43}" srcOrd="0" destOrd="0" presId="urn:microsoft.com/office/officeart/2005/8/layout/hList9"/>
    <dgm:cxn modelId="{980C7621-D2A4-456F-807B-0EF7B10E3260}" type="presParOf" srcId="{0F85FC9D-9912-48E9-9CE4-DC9790542653}" destId="{B4BCFB06-3103-4655-A720-C789DD878FD3}" srcOrd="1" destOrd="0" presId="urn:microsoft.com/office/officeart/2005/8/layout/hList9"/>
    <dgm:cxn modelId="{2CC849DB-E088-4CDD-8A67-6DB1D131AEF1}" type="presParOf" srcId="{49065C52-8362-4184-8C0D-3309B6D77879}" destId="{4B43AE7E-BEB2-4898-BE0C-D0BEA8DE6A66}" srcOrd="2" destOrd="0" presId="urn:microsoft.com/office/officeart/2005/8/layout/hList9"/>
    <dgm:cxn modelId="{BB8F9334-194A-4660-900E-E7ADEF1955A5}" type="presParOf" srcId="{49065C52-8362-4184-8C0D-3309B6D77879}" destId="{59FC3B69-125F-43D3-AF6D-2918E8CBF933}" srcOrd="3" destOrd="0" presId="urn:microsoft.com/office/officeart/2005/8/layout/hList9"/>
    <dgm:cxn modelId="{3A86C784-1A28-40A4-9622-9304AEB5194E}" type="presParOf" srcId="{49065C52-8362-4184-8C0D-3309B6D77879}" destId="{D901D884-6A5D-4DC6-A498-43F693825902}" srcOrd="4" destOrd="0" presId="urn:microsoft.com/office/officeart/2005/8/layout/hList9"/>
    <dgm:cxn modelId="{3ADDEC68-E4E4-4AE9-9239-D85B58DF76D8}" type="presParOf" srcId="{49065C52-8362-4184-8C0D-3309B6D77879}" destId="{A715711D-96B5-498D-88E4-D631DA10DFF7}" srcOrd="5" destOrd="0" presId="urn:microsoft.com/office/officeart/2005/8/layout/hList9"/>
    <dgm:cxn modelId="{78C888CB-71FF-4533-987F-AADA609EC7C8}" type="presParOf" srcId="{49065C52-8362-4184-8C0D-3309B6D77879}" destId="{07749867-97BE-4C8D-9BE3-5D0A2089F460}" srcOrd="6" destOrd="0" presId="urn:microsoft.com/office/officeart/2005/8/layout/hList9"/>
    <dgm:cxn modelId="{F9317EE6-88B6-4F01-B70C-15ACAAAFDC0B}" type="presParOf" srcId="{07749867-97BE-4C8D-9BE3-5D0A2089F460}" destId="{F39D8FB0-1749-49C2-A973-B1CE9EFD9F30}" srcOrd="0" destOrd="0" presId="urn:microsoft.com/office/officeart/2005/8/layout/hList9"/>
    <dgm:cxn modelId="{28A1C298-A4CB-4A49-AD5A-B15EE53278B4}" type="presParOf" srcId="{07749867-97BE-4C8D-9BE3-5D0A2089F460}" destId="{70F15EC5-52CA-4CCC-B339-66BD1B9429A1}" srcOrd="1" destOrd="0" presId="urn:microsoft.com/office/officeart/2005/8/layout/hList9"/>
    <dgm:cxn modelId="{0A713252-E433-44AB-9BD1-C9D1C9EE2722}" type="presParOf" srcId="{70F15EC5-52CA-4CCC-B339-66BD1B9429A1}" destId="{B2BE1BD9-3E96-4AA2-B5B2-3B74B5BC8DC8}" srcOrd="0" destOrd="0" presId="urn:microsoft.com/office/officeart/2005/8/layout/hList9"/>
    <dgm:cxn modelId="{FE2BE37D-8495-40E5-BA96-7577FC02FE4A}" type="presParOf" srcId="{70F15EC5-52CA-4CCC-B339-66BD1B9429A1}" destId="{8F2576B7-7FE3-403B-A7F2-8D6FF77806FD}" srcOrd="1" destOrd="0" presId="urn:microsoft.com/office/officeart/2005/8/layout/hList9"/>
    <dgm:cxn modelId="{B69E7F0D-0AEE-4204-A707-C5DDEFD9413D}" type="presParOf" srcId="{49065C52-8362-4184-8C0D-3309B6D77879}" destId="{43094FB3-BBAF-4818-8C5F-D233CD4DAE06}" srcOrd="7" destOrd="0" presId="urn:microsoft.com/office/officeart/2005/8/layout/hList9"/>
    <dgm:cxn modelId="{75201AB1-CB5A-431E-8B6E-A8257CAF7205}" type="presParOf" srcId="{49065C52-8362-4184-8C0D-3309B6D77879}" destId="{540680EE-375E-4991-B72B-6069DBEEB319}" srcOrd="8" destOrd="0" presId="urn:microsoft.com/office/officeart/2005/8/layout/hList9"/>
    <dgm:cxn modelId="{92F35632-E193-4DA7-8EC5-188714D93B24}" type="presParOf" srcId="{49065C52-8362-4184-8C0D-3309B6D77879}" destId="{7C9254E2-05D4-4EF9-B2AC-D3D4B3F8B263}" srcOrd="9" destOrd="0" presId="urn:microsoft.com/office/officeart/2005/8/layout/hList9"/>
    <dgm:cxn modelId="{6C8DDCAC-7D35-4244-A98E-77661A2DD8B7}" type="presParOf" srcId="{49065C52-8362-4184-8C0D-3309B6D77879}" destId="{EC2C45D5-D528-4437-AA4D-664A6DF6A99F}" srcOrd="10" destOrd="0" presId="urn:microsoft.com/office/officeart/2005/8/layout/hList9"/>
    <dgm:cxn modelId="{677CC9B4-6B10-4329-8F55-FAA7CBAE1737}" type="presParOf" srcId="{49065C52-8362-4184-8C0D-3309B6D77879}" destId="{412D363A-F734-457D-B72B-BACE606B813A}" srcOrd="11" destOrd="0" presId="urn:microsoft.com/office/officeart/2005/8/layout/hList9"/>
    <dgm:cxn modelId="{E84E4BA1-225F-4D5C-A4CE-87AD31640AEA}" type="presParOf" srcId="{412D363A-F734-457D-B72B-BACE606B813A}" destId="{3DF949A6-C13F-4CA1-BAFA-EE32493D723A}" srcOrd="0" destOrd="0" presId="urn:microsoft.com/office/officeart/2005/8/layout/hList9"/>
    <dgm:cxn modelId="{078E60B8-EF26-461F-83F0-D0AD1C2B782D}" type="presParOf" srcId="{412D363A-F734-457D-B72B-BACE606B813A}" destId="{2F23A036-B037-4277-9733-440080552BCB}" srcOrd="1" destOrd="0" presId="urn:microsoft.com/office/officeart/2005/8/layout/hList9"/>
    <dgm:cxn modelId="{90A01BFC-738D-4143-9F29-91089F1B8321}" type="presParOf" srcId="{2F23A036-B037-4277-9733-440080552BCB}" destId="{6F872B2F-0CCF-4B68-A106-1E5AA4E62C4C}" srcOrd="0" destOrd="0" presId="urn:microsoft.com/office/officeart/2005/8/layout/hList9"/>
    <dgm:cxn modelId="{DEE3E3BC-AFAF-4D1B-A895-9EA3C264613B}" type="presParOf" srcId="{2F23A036-B037-4277-9733-440080552BCB}" destId="{88A3A96F-C911-42A7-A60F-7D85201B7D1F}" srcOrd="1" destOrd="0" presId="urn:microsoft.com/office/officeart/2005/8/layout/hList9"/>
    <dgm:cxn modelId="{D6CB58EA-569B-41F3-A489-ABA11CC9CFEA}" type="presParOf" srcId="{49065C52-8362-4184-8C0D-3309B6D77879}" destId="{F1625C84-1FA4-4224-B96A-21BB76A98833}" srcOrd="12" destOrd="0" presId="urn:microsoft.com/office/officeart/2005/8/layout/hList9"/>
    <dgm:cxn modelId="{CDCCB3CA-3D15-4140-940A-F718C9825DF8}" type="presParOf" srcId="{49065C52-8362-4184-8C0D-3309B6D77879}" destId="{8FD9EB22-03A4-4B45-AFB7-77A00D1CB002}" srcOrd="13" destOrd="0" presId="urn:microsoft.com/office/officeart/2005/8/layout/hList9"/>
    <dgm:cxn modelId="{B34AA0B6-685A-4F6D-B35E-A8486B83D5BC}" type="presParOf" srcId="{49065C52-8362-4184-8C0D-3309B6D77879}" destId="{D0163BDC-5C79-4D82-806B-373CCDB9DDF9}" srcOrd="14" destOrd="0" presId="urn:microsoft.com/office/officeart/2005/8/layout/hList9"/>
    <dgm:cxn modelId="{261FBA41-B8B7-4B5E-9C04-ECE89BA1F585}" type="presParOf" srcId="{49065C52-8362-4184-8C0D-3309B6D77879}" destId="{237750A8-ADAA-4F4F-A89B-BF14AFEFF47A}" srcOrd="15" destOrd="0" presId="urn:microsoft.com/office/officeart/2005/8/layout/hList9"/>
    <dgm:cxn modelId="{48E89AC4-E662-4E58-BE96-7D35D977C56F}" type="presParOf" srcId="{49065C52-8362-4184-8C0D-3309B6D77879}" destId="{9715DCF1-2908-46E9-9567-959B961CE03F}" srcOrd="16" destOrd="0" presId="urn:microsoft.com/office/officeart/2005/8/layout/hList9"/>
    <dgm:cxn modelId="{5295A864-8343-4AE5-9A69-D054BFC4E9CF}" type="presParOf" srcId="{9715DCF1-2908-46E9-9567-959B961CE03F}" destId="{114C322D-2494-4E60-AE85-A4E0D97B1AFC}" srcOrd="0" destOrd="0" presId="urn:microsoft.com/office/officeart/2005/8/layout/hList9"/>
    <dgm:cxn modelId="{04ABBA52-BB86-4D87-A5D0-AC14B960D37F}" type="presParOf" srcId="{9715DCF1-2908-46E9-9567-959B961CE03F}" destId="{8AC8B97D-5C6B-4EFB-A8A0-23E6656D825D}" srcOrd="1" destOrd="0" presId="urn:microsoft.com/office/officeart/2005/8/layout/hList9"/>
    <dgm:cxn modelId="{B6A74213-9DA5-4DE4-801A-692C17C4481F}" type="presParOf" srcId="{8AC8B97D-5C6B-4EFB-A8A0-23E6656D825D}" destId="{FEC6D9BC-7474-4211-9763-13A641714245}" srcOrd="0" destOrd="0" presId="urn:microsoft.com/office/officeart/2005/8/layout/hList9"/>
    <dgm:cxn modelId="{24347704-EF6F-4526-AB62-E50E27170777}" type="presParOf" srcId="{8AC8B97D-5C6B-4EFB-A8A0-23E6656D825D}" destId="{FA85FB73-F591-42E8-B36E-54BA4E2F4A05}" srcOrd="1" destOrd="0" presId="urn:microsoft.com/office/officeart/2005/8/layout/hList9"/>
    <dgm:cxn modelId="{5D7087CB-EF2A-4AF6-8F16-C7AAA52F51EF}" type="presParOf" srcId="{49065C52-8362-4184-8C0D-3309B6D77879}" destId="{C73BCF1C-614C-4C36-A5C8-E86E8FD9A141}" srcOrd="17" destOrd="0" presId="urn:microsoft.com/office/officeart/2005/8/layout/hList9"/>
    <dgm:cxn modelId="{B6883F28-482E-4910-BA2E-C2BE58A38989}" type="presParOf" srcId="{49065C52-8362-4184-8C0D-3309B6D77879}" destId="{8DD4680D-DA7E-42B0-8953-428E28BB02B9}" srcOrd="18" destOrd="0" presId="urn:microsoft.com/office/officeart/2005/8/layout/hList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5E38A5-0317-4533-908B-076EB7EE036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87AA80CD-6504-4D46-8328-CBE752C07143}">
      <dgm:prSet phldrT="[Text]"/>
      <dgm:spPr/>
      <dgm:t>
        <a:bodyPr/>
        <a:lstStyle/>
        <a:p>
          <a:r>
            <a:rPr lang="en-US" dirty="0"/>
            <a:t>iOS</a:t>
          </a:r>
        </a:p>
      </dgm:t>
    </dgm:pt>
    <dgm:pt modelId="{12F39077-3BE6-4DEE-AC82-68F03F22F557}" type="parTrans" cxnId="{16158F1F-D5C7-40B7-9C57-BB5D40793FEB}">
      <dgm:prSet/>
      <dgm:spPr/>
      <dgm:t>
        <a:bodyPr/>
        <a:lstStyle/>
        <a:p>
          <a:endParaRPr lang="en-US"/>
        </a:p>
      </dgm:t>
    </dgm:pt>
    <dgm:pt modelId="{26747531-32EC-4361-9DB9-F06101C3836D}" type="sibTrans" cxnId="{16158F1F-D5C7-40B7-9C57-BB5D40793FEB}">
      <dgm:prSet/>
      <dgm:spPr/>
      <dgm:t>
        <a:bodyPr/>
        <a:lstStyle/>
        <a:p>
          <a:endParaRPr lang="en-US"/>
        </a:p>
      </dgm:t>
    </dgm:pt>
    <dgm:pt modelId="{6B772EFE-1F46-4A8F-A05B-FEFF0D12A904}">
      <dgm:prSet phldrT="[Text]"/>
      <dgm:spPr/>
      <dgm:t>
        <a:bodyPr/>
        <a:lstStyle/>
        <a:p>
          <a:r>
            <a:rPr lang="en-US" dirty="0"/>
            <a:t>iPhone</a:t>
          </a:r>
        </a:p>
      </dgm:t>
    </dgm:pt>
    <dgm:pt modelId="{A87EBE5F-C291-42B7-8915-D4094C9172DC}" type="parTrans" cxnId="{C0AA4D50-3388-44A8-9D6B-FE255F864282}">
      <dgm:prSet/>
      <dgm:spPr/>
      <dgm:t>
        <a:bodyPr/>
        <a:lstStyle/>
        <a:p>
          <a:endParaRPr lang="en-US"/>
        </a:p>
      </dgm:t>
    </dgm:pt>
    <dgm:pt modelId="{34BAAA44-B735-4222-A91F-38A44462C3B6}" type="sibTrans" cxnId="{C0AA4D50-3388-44A8-9D6B-FE255F864282}">
      <dgm:prSet/>
      <dgm:spPr/>
      <dgm:t>
        <a:bodyPr/>
        <a:lstStyle/>
        <a:p>
          <a:endParaRPr lang="en-US"/>
        </a:p>
      </dgm:t>
    </dgm:pt>
    <dgm:pt modelId="{33F0EA69-C115-4CE5-8655-15272B986A1C}">
      <dgm:prSet phldrT="[Text]"/>
      <dgm:spPr/>
      <dgm:t>
        <a:bodyPr/>
        <a:lstStyle/>
        <a:p>
          <a:r>
            <a:rPr lang="en-US" dirty="0"/>
            <a:t>iPad</a:t>
          </a:r>
        </a:p>
      </dgm:t>
    </dgm:pt>
    <dgm:pt modelId="{B773D246-391B-4451-9A1A-26EADA549F71}" type="parTrans" cxnId="{77078778-F050-4E18-AC6F-4400467837E2}">
      <dgm:prSet/>
      <dgm:spPr/>
      <dgm:t>
        <a:bodyPr/>
        <a:lstStyle/>
        <a:p>
          <a:endParaRPr lang="en-US"/>
        </a:p>
      </dgm:t>
    </dgm:pt>
    <dgm:pt modelId="{F395D0EF-279C-461B-A8FB-87E166FE5B7B}" type="sibTrans" cxnId="{77078778-F050-4E18-AC6F-4400467837E2}">
      <dgm:prSet/>
      <dgm:spPr/>
      <dgm:t>
        <a:bodyPr/>
        <a:lstStyle/>
        <a:p>
          <a:endParaRPr lang="en-US"/>
        </a:p>
      </dgm:t>
    </dgm:pt>
    <dgm:pt modelId="{C53CFB1C-3710-4854-B3A3-B98CBEC55F9C}">
      <dgm:prSet phldrT="[Text]"/>
      <dgm:spPr/>
      <dgm:t>
        <a:bodyPr/>
        <a:lstStyle/>
        <a:p>
          <a:r>
            <a:rPr lang="en-US" dirty="0"/>
            <a:t>Android</a:t>
          </a:r>
        </a:p>
      </dgm:t>
    </dgm:pt>
    <dgm:pt modelId="{2BF13005-E70D-4163-AE8D-9739BFFBD261}" type="parTrans" cxnId="{92951BFE-7A8A-4F2C-9750-87A8505718E9}">
      <dgm:prSet/>
      <dgm:spPr/>
      <dgm:t>
        <a:bodyPr/>
        <a:lstStyle/>
        <a:p>
          <a:endParaRPr lang="en-US"/>
        </a:p>
      </dgm:t>
    </dgm:pt>
    <dgm:pt modelId="{B49BA958-EF5E-4B53-B7CC-E669EFDFF499}" type="sibTrans" cxnId="{92951BFE-7A8A-4F2C-9750-87A8505718E9}">
      <dgm:prSet/>
      <dgm:spPr/>
      <dgm:t>
        <a:bodyPr/>
        <a:lstStyle/>
        <a:p>
          <a:endParaRPr lang="en-US"/>
        </a:p>
      </dgm:t>
    </dgm:pt>
    <dgm:pt modelId="{B9C8935D-1CAF-4B9A-A735-FF295DADD816}">
      <dgm:prSet phldrT="[Text]"/>
      <dgm:spPr/>
      <dgm:t>
        <a:bodyPr/>
        <a:lstStyle/>
        <a:p>
          <a:r>
            <a:rPr lang="en-US" dirty="0"/>
            <a:t>Samsung Galaxy</a:t>
          </a:r>
        </a:p>
      </dgm:t>
    </dgm:pt>
    <dgm:pt modelId="{4811F348-F4BC-44D4-8FBD-5FAACA60BA7F}" type="parTrans" cxnId="{2D8820E3-366B-415A-9886-FCFF55329D66}">
      <dgm:prSet/>
      <dgm:spPr/>
      <dgm:t>
        <a:bodyPr/>
        <a:lstStyle/>
        <a:p>
          <a:endParaRPr lang="en-US"/>
        </a:p>
      </dgm:t>
    </dgm:pt>
    <dgm:pt modelId="{FF1594D9-1215-4EA9-A67F-A9C5DA210FDB}" type="sibTrans" cxnId="{2D8820E3-366B-415A-9886-FCFF55329D66}">
      <dgm:prSet/>
      <dgm:spPr/>
      <dgm:t>
        <a:bodyPr/>
        <a:lstStyle/>
        <a:p>
          <a:endParaRPr lang="en-US"/>
        </a:p>
      </dgm:t>
    </dgm:pt>
    <dgm:pt modelId="{CCE00088-7B03-495A-A696-27B9D189A512}">
      <dgm:prSet phldrT="[Text]"/>
      <dgm:spPr/>
      <dgm:t>
        <a:bodyPr/>
        <a:lstStyle/>
        <a:p>
          <a:r>
            <a:rPr lang="en-US" dirty="0"/>
            <a:t>Windows 8</a:t>
          </a:r>
        </a:p>
      </dgm:t>
    </dgm:pt>
    <dgm:pt modelId="{E36A0F2E-DB83-4566-8FDD-B84DD3D13094}" type="parTrans" cxnId="{65CCF4DF-00AC-47DA-9089-FA40D11CE7C6}">
      <dgm:prSet/>
      <dgm:spPr/>
      <dgm:t>
        <a:bodyPr/>
        <a:lstStyle/>
        <a:p>
          <a:endParaRPr lang="en-US"/>
        </a:p>
      </dgm:t>
    </dgm:pt>
    <dgm:pt modelId="{214B77FF-7067-4814-ABBD-884BFAB9E9CA}" type="sibTrans" cxnId="{65CCF4DF-00AC-47DA-9089-FA40D11CE7C6}">
      <dgm:prSet/>
      <dgm:spPr/>
      <dgm:t>
        <a:bodyPr/>
        <a:lstStyle/>
        <a:p>
          <a:endParaRPr lang="en-US"/>
        </a:p>
      </dgm:t>
    </dgm:pt>
    <dgm:pt modelId="{4DC5DDB9-0E51-41AF-BD2B-F1626ADC7E15}">
      <dgm:prSet phldrT="[Text]"/>
      <dgm:spPr/>
      <dgm:t>
        <a:bodyPr/>
        <a:lstStyle/>
        <a:p>
          <a:r>
            <a:rPr lang="en-US" dirty="0"/>
            <a:t>Microsoft Mobile/</a:t>
          </a:r>
          <a:br>
            <a:rPr lang="en-US" dirty="0"/>
          </a:br>
          <a:r>
            <a:rPr lang="en-US" dirty="0"/>
            <a:t>Nokia</a:t>
          </a:r>
        </a:p>
      </dgm:t>
    </dgm:pt>
    <dgm:pt modelId="{63CA9362-8235-42BB-96B8-282E328C6D1E}" type="parTrans" cxnId="{11173D1E-9479-493C-B735-F89BC951822E}">
      <dgm:prSet/>
      <dgm:spPr/>
      <dgm:t>
        <a:bodyPr/>
        <a:lstStyle/>
        <a:p>
          <a:endParaRPr lang="en-US"/>
        </a:p>
      </dgm:t>
    </dgm:pt>
    <dgm:pt modelId="{8E3399EA-A68C-4560-BE24-8B14A0F93C18}" type="sibTrans" cxnId="{11173D1E-9479-493C-B735-F89BC951822E}">
      <dgm:prSet/>
      <dgm:spPr/>
      <dgm:t>
        <a:bodyPr/>
        <a:lstStyle/>
        <a:p>
          <a:endParaRPr lang="en-US"/>
        </a:p>
      </dgm:t>
    </dgm:pt>
    <dgm:pt modelId="{8894E5F8-55FC-4FE5-A1DF-9B6ECBF3F283}">
      <dgm:prSet phldrT="[Text]"/>
      <dgm:spPr/>
      <dgm:t>
        <a:bodyPr/>
        <a:lstStyle/>
        <a:p>
          <a:r>
            <a:rPr lang="en-US" dirty="0"/>
            <a:t>iPod</a:t>
          </a:r>
        </a:p>
      </dgm:t>
    </dgm:pt>
    <dgm:pt modelId="{C61C4BC5-DF3D-4610-8272-70FCDC0B5CE3}" type="parTrans" cxnId="{5B4AA3FD-D74F-49E5-9E72-6018AD89B7D5}">
      <dgm:prSet/>
      <dgm:spPr/>
      <dgm:t>
        <a:bodyPr/>
        <a:lstStyle/>
        <a:p>
          <a:endParaRPr lang="en-US"/>
        </a:p>
      </dgm:t>
    </dgm:pt>
    <dgm:pt modelId="{522815F4-424F-42E0-9370-2527766BEF9A}" type="sibTrans" cxnId="{5B4AA3FD-D74F-49E5-9E72-6018AD89B7D5}">
      <dgm:prSet/>
      <dgm:spPr/>
      <dgm:t>
        <a:bodyPr/>
        <a:lstStyle/>
        <a:p>
          <a:endParaRPr lang="en-US"/>
        </a:p>
      </dgm:t>
    </dgm:pt>
    <dgm:pt modelId="{664DD6B1-B409-4222-95C4-8E605E51CB2C}">
      <dgm:prSet/>
      <dgm:spPr/>
      <dgm:t>
        <a:bodyPr/>
        <a:lstStyle/>
        <a:p>
          <a:r>
            <a:rPr lang="en-US" dirty="0"/>
            <a:t>Blackberry 10</a:t>
          </a:r>
        </a:p>
      </dgm:t>
    </dgm:pt>
    <dgm:pt modelId="{68AFFC77-13E0-489D-8708-EA800B43CB98}" type="parTrans" cxnId="{931D8A1E-BD3B-4991-A86F-D475D3BC4E1B}">
      <dgm:prSet/>
      <dgm:spPr/>
      <dgm:t>
        <a:bodyPr/>
        <a:lstStyle/>
        <a:p>
          <a:endParaRPr lang="en-US"/>
        </a:p>
      </dgm:t>
    </dgm:pt>
    <dgm:pt modelId="{D04CC581-538B-470C-8645-3053190DF60B}" type="sibTrans" cxnId="{931D8A1E-BD3B-4991-A86F-D475D3BC4E1B}">
      <dgm:prSet/>
      <dgm:spPr/>
      <dgm:t>
        <a:bodyPr/>
        <a:lstStyle/>
        <a:p>
          <a:endParaRPr lang="en-US"/>
        </a:p>
      </dgm:t>
    </dgm:pt>
    <dgm:pt modelId="{7C770C21-9D55-4713-B59E-B15A7694B94E}">
      <dgm:prSet/>
      <dgm:spPr/>
      <dgm:t>
        <a:bodyPr/>
        <a:lstStyle/>
        <a:p>
          <a:r>
            <a:rPr lang="en-US" dirty="0"/>
            <a:t>Blackberry</a:t>
          </a:r>
        </a:p>
      </dgm:t>
    </dgm:pt>
    <dgm:pt modelId="{AD1346DE-6D0E-4485-A082-B84113DE796D}" type="parTrans" cxnId="{3F874B63-3B10-4F5C-AC07-CAE5B9195A84}">
      <dgm:prSet/>
      <dgm:spPr/>
      <dgm:t>
        <a:bodyPr/>
        <a:lstStyle/>
        <a:p>
          <a:endParaRPr lang="en-US"/>
        </a:p>
      </dgm:t>
    </dgm:pt>
    <dgm:pt modelId="{5F2C860D-6574-483D-96DA-8EA4924B88FA}" type="sibTrans" cxnId="{3F874B63-3B10-4F5C-AC07-CAE5B9195A84}">
      <dgm:prSet/>
      <dgm:spPr/>
      <dgm:t>
        <a:bodyPr/>
        <a:lstStyle/>
        <a:p>
          <a:endParaRPr lang="en-US"/>
        </a:p>
      </dgm:t>
    </dgm:pt>
    <dgm:pt modelId="{438BBF54-84DC-43A2-BEC8-0E10E5EF7BB3}">
      <dgm:prSet phldrT="[Text]"/>
      <dgm:spPr/>
      <dgm:t>
        <a:bodyPr/>
        <a:lstStyle/>
        <a:p>
          <a:r>
            <a:rPr lang="en-US" dirty="0"/>
            <a:t>Many more</a:t>
          </a:r>
        </a:p>
      </dgm:t>
    </dgm:pt>
    <dgm:pt modelId="{3E2CDD67-C03A-4056-A76A-771FB5176EEE}" type="parTrans" cxnId="{D2E25B34-F31B-4708-A6B4-48F767ED36F7}">
      <dgm:prSet/>
      <dgm:spPr/>
    </dgm:pt>
    <dgm:pt modelId="{F30B679E-D2BB-4B6B-9B84-B84C74489C1F}" type="sibTrans" cxnId="{D2E25B34-F31B-4708-A6B4-48F767ED36F7}">
      <dgm:prSet/>
      <dgm:spPr/>
    </dgm:pt>
    <dgm:pt modelId="{00C66E75-501C-465C-A75D-DE9CEF4BB7B2}" type="pres">
      <dgm:prSet presAssocID="{A45E38A5-0317-4533-908B-076EB7EE036A}" presName="Name0" presStyleCnt="0">
        <dgm:presLayoutVars>
          <dgm:dir/>
          <dgm:animLvl val="lvl"/>
          <dgm:resizeHandles val="exact"/>
        </dgm:presLayoutVars>
      </dgm:prSet>
      <dgm:spPr/>
    </dgm:pt>
    <dgm:pt modelId="{D9B54F60-F89A-4D1B-A5A7-DCE66F1F64C3}" type="pres">
      <dgm:prSet presAssocID="{87AA80CD-6504-4D46-8328-CBE752C07143}" presName="composite" presStyleCnt="0"/>
      <dgm:spPr/>
    </dgm:pt>
    <dgm:pt modelId="{26DE243C-FF4B-44F1-A3A6-990FBFD1B47A}" type="pres">
      <dgm:prSet presAssocID="{87AA80CD-6504-4D46-8328-CBE752C07143}" presName="parTx" presStyleLbl="alignNode1" presStyleIdx="0" presStyleCnt="4">
        <dgm:presLayoutVars>
          <dgm:chMax val="0"/>
          <dgm:chPref val="0"/>
          <dgm:bulletEnabled val="1"/>
        </dgm:presLayoutVars>
      </dgm:prSet>
      <dgm:spPr/>
    </dgm:pt>
    <dgm:pt modelId="{A674B563-083F-47FE-9642-B11BE22BFE48}" type="pres">
      <dgm:prSet presAssocID="{87AA80CD-6504-4D46-8328-CBE752C07143}" presName="desTx" presStyleLbl="alignAccFollowNode1" presStyleIdx="0" presStyleCnt="4">
        <dgm:presLayoutVars>
          <dgm:bulletEnabled val="1"/>
        </dgm:presLayoutVars>
      </dgm:prSet>
      <dgm:spPr/>
    </dgm:pt>
    <dgm:pt modelId="{97350818-C26D-401E-9425-640D17347C94}" type="pres">
      <dgm:prSet presAssocID="{26747531-32EC-4361-9DB9-F06101C3836D}" presName="space" presStyleCnt="0"/>
      <dgm:spPr/>
    </dgm:pt>
    <dgm:pt modelId="{56B6816B-2FA6-4CE2-A160-A80CE3372416}" type="pres">
      <dgm:prSet presAssocID="{C53CFB1C-3710-4854-B3A3-B98CBEC55F9C}" presName="composite" presStyleCnt="0"/>
      <dgm:spPr/>
    </dgm:pt>
    <dgm:pt modelId="{3E46E8F6-EA42-4172-BFE7-8594ECDD8449}" type="pres">
      <dgm:prSet presAssocID="{C53CFB1C-3710-4854-B3A3-B98CBEC55F9C}" presName="parTx" presStyleLbl="alignNode1" presStyleIdx="1" presStyleCnt="4">
        <dgm:presLayoutVars>
          <dgm:chMax val="0"/>
          <dgm:chPref val="0"/>
          <dgm:bulletEnabled val="1"/>
        </dgm:presLayoutVars>
      </dgm:prSet>
      <dgm:spPr/>
    </dgm:pt>
    <dgm:pt modelId="{13B056EB-CA33-45E8-960F-E2A2E2334A92}" type="pres">
      <dgm:prSet presAssocID="{C53CFB1C-3710-4854-B3A3-B98CBEC55F9C}" presName="desTx" presStyleLbl="alignAccFollowNode1" presStyleIdx="1" presStyleCnt="4">
        <dgm:presLayoutVars>
          <dgm:bulletEnabled val="1"/>
        </dgm:presLayoutVars>
      </dgm:prSet>
      <dgm:spPr/>
    </dgm:pt>
    <dgm:pt modelId="{D843A050-0BBA-47CD-BC79-C6523768DC41}" type="pres">
      <dgm:prSet presAssocID="{B49BA958-EF5E-4B53-B7CC-E669EFDFF499}" presName="space" presStyleCnt="0"/>
      <dgm:spPr/>
    </dgm:pt>
    <dgm:pt modelId="{7BBC7D72-C224-40E9-B0B1-185260CD823A}" type="pres">
      <dgm:prSet presAssocID="{CCE00088-7B03-495A-A696-27B9D189A512}" presName="composite" presStyleCnt="0"/>
      <dgm:spPr/>
    </dgm:pt>
    <dgm:pt modelId="{26BA62D4-574C-400B-A7FC-8EA27C58C3F6}" type="pres">
      <dgm:prSet presAssocID="{CCE00088-7B03-495A-A696-27B9D189A512}" presName="parTx" presStyleLbl="alignNode1" presStyleIdx="2" presStyleCnt="4">
        <dgm:presLayoutVars>
          <dgm:chMax val="0"/>
          <dgm:chPref val="0"/>
          <dgm:bulletEnabled val="1"/>
        </dgm:presLayoutVars>
      </dgm:prSet>
      <dgm:spPr/>
    </dgm:pt>
    <dgm:pt modelId="{B3FF3D72-7F46-4327-8FFE-ACDA2E31CAD0}" type="pres">
      <dgm:prSet presAssocID="{CCE00088-7B03-495A-A696-27B9D189A512}" presName="desTx" presStyleLbl="alignAccFollowNode1" presStyleIdx="2" presStyleCnt="4">
        <dgm:presLayoutVars>
          <dgm:bulletEnabled val="1"/>
        </dgm:presLayoutVars>
      </dgm:prSet>
      <dgm:spPr/>
    </dgm:pt>
    <dgm:pt modelId="{8591F146-99FD-4FF8-9042-C5CD7BF07C80}" type="pres">
      <dgm:prSet presAssocID="{214B77FF-7067-4814-ABBD-884BFAB9E9CA}" presName="space" presStyleCnt="0"/>
      <dgm:spPr/>
    </dgm:pt>
    <dgm:pt modelId="{D3C5DEF9-17A2-4338-89DF-73CF0CA1A055}" type="pres">
      <dgm:prSet presAssocID="{664DD6B1-B409-4222-95C4-8E605E51CB2C}" presName="composite" presStyleCnt="0"/>
      <dgm:spPr/>
    </dgm:pt>
    <dgm:pt modelId="{CB729572-8042-429A-970E-5D54EF10BDC3}" type="pres">
      <dgm:prSet presAssocID="{664DD6B1-B409-4222-95C4-8E605E51CB2C}" presName="parTx" presStyleLbl="alignNode1" presStyleIdx="3" presStyleCnt="4">
        <dgm:presLayoutVars>
          <dgm:chMax val="0"/>
          <dgm:chPref val="0"/>
          <dgm:bulletEnabled val="1"/>
        </dgm:presLayoutVars>
      </dgm:prSet>
      <dgm:spPr/>
    </dgm:pt>
    <dgm:pt modelId="{B8369BE0-ACB2-4390-9413-2ABD71C040F2}" type="pres">
      <dgm:prSet presAssocID="{664DD6B1-B409-4222-95C4-8E605E51CB2C}" presName="desTx" presStyleLbl="alignAccFollowNode1" presStyleIdx="3" presStyleCnt="4">
        <dgm:presLayoutVars>
          <dgm:bulletEnabled val="1"/>
        </dgm:presLayoutVars>
      </dgm:prSet>
      <dgm:spPr/>
    </dgm:pt>
  </dgm:ptLst>
  <dgm:cxnLst>
    <dgm:cxn modelId="{11173D1E-9479-493C-B735-F89BC951822E}" srcId="{CCE00088-7B03-495A-A696-27B9D189A512}" destId="{4DC5DDB9-0E51-41AF-BD2B-F1626ADC7E15}" srcOrd="0" destOrd="0" parTransId="{63CA9362-8235-42BB-96B8-282E328C6D1E}" sibTransId="{8E3399EA-A68C-4560-BE24-8B14A0F93C18}"/>
    <dgm:cxn modelId="{931D8A1E-BD3B-4991-A86F-D475D3BC4E1B}" srcId="{A45E38A5-0317-4533-908B-076EB7EE036A}" destId="{664DD6B1-B409-4222-95C4-8E605E51CB2C}" srcOrd="3" destOrd="0" parTransId="{68AFFC77-13E0-489D-8708-EA800B43CB98}" sibTransId="{D04CC581-538B-470C-8645-3053190DF60B}"/>
    <dgm:cxn modelId="{16158F1F-D5C7-40B7-9C57-BB5D40793FEB}" srcId="{A45E38A5-0317-4533-908B-076EB7EE036A}" destId="{87AA80CD-6504-4D46-8328-CBE752C07143}" srcOrd="0" destOrd="0" parTransId="{12F39077-3BE6-4DEE-AC82-68F03F22F557}" sibTransId="{26747531-32EC-4361-9DB9-F06101C3836D}"/>
    <dgm:cxn modelId="{45615627-180A-4BEE-8229-7AAAE099A092}" type="presOf" srcId="{87AA80CD-6504-4D46-8328-CBE752C07143}" destId="{26DE243C-FF4B-44F1-A3A6-990FBFD1B47A}" srcOrd="0" destOrd="0" presId="urn:microsoft.com/office/officeart/2005/8/layout/hList1"/>
    <dgm:cxn modelId="{D2E25B34-F31B-4708-A6B4-48F767ED36F7}" srcId="{C53CFB1C-3710-4854-B3A3-B98CBEC55F9C}" destId="{438BBF54-84DC-43A2-BEC8-0E10E5EF7BB3}" srcOrd="1" destOrd="0" parTransId="{3E2CDD67-C03A-4056-A76A-771FB5176EEE}" sibTransId="{F30B679E-D2BB-4B6B-9B84-B84C74489C1F}"/>
    <dgm:cxn modelId="{19EE783D-51ED-4C4F-8095-341688E1B068}" type="presOf" srcId="{438BBF54-84DC-43A2-BEC8-0E10E5EF7BB3}" destId="{13B056EB-CA33-45E8-960F-E2A2E2334A92}" srcOrd="0" destOrd="1" presId="urn:microsoft.com/office/officeart/2005/8/layout/hList1"/>
    <dgm:cxn modelId="{8D3C1B42-6CE0-46B2-B45C-D44B8AED1773}" type="presOf" srcId="{7C770C21-9D55-4713-B59E-B15A7694B94E}" destId="{B8369BE0-ACB2-4390-9413-2ABD71C040F2}" srcOrd="0" destOrd="0" presId="urn:microsoft.com/office/officeart/2005/8/layout/hList1"/>
    <dgm:cxn modelId="{3F874B63-3B10-4F5C-AC07-CAE5B9195A84}" srcId="{664DD6B1-B409-4222-95C4-8E605E51CB2C}" destId="{7C770C21-9D55-4713-B59E-B15A7694B94E}" srcOrd="0" destOrd="0" parTransId="{AD1346DE-6D0E-4485-A082-B84113DE796D}" sibTransId="{5F2C860D-6574-483D-96DA-8EA4924B88FA}"/>
    <dgm:cxn modelId="{06630C47-B84D-4EEC-B906-C4D19EEE1EE9}" type="presOf" srcId="{8894E5F8-55FC-4FE5-A1DF-9B6ECBF3F283}" destId="{A674B563-083F-47FE-9642-B11BE22BFE48}" srcOrd="0" destOrd="2" presId="urn:microsoft.com/office/officeart/2005/8/layout/hList1"/>
    <dgm:cxn modelId="{C0AA4D50-3388-44A8-9D6B-FE255F864282}" srcId="{87AA80CD-6504-4D46-8328-CBE752C07143}" destId="{6B772EFE-1F46-4A8F-A05B-FEFF0D12A904}" srcOrd="0" destOrd="0" parTransId="{A87EBE5F-C291-42B7-8915-D4094C9172DC}" sibTransId="{34BAAA44-B735-4222-A91F-38A44462C3B6}"/>
    <dgm:cxn modelId="{5D6EC074-2F69-4A94-B1D9-742DCDBF3036}" type="presOf" srcId="{B9C8935D-1CAF-4B9A-A735-FF295DADD816}" destId="{13B056EB-CA33-45E8-960F-E2A2E2334A92}" srcOrd="0" destOrd="0" presId="urn:microsoft.com/office/officeart/2005/8/layout/hList1"/>
    <dgm:cxn modelId="{7EF55455-2492-416D-B64A-DD22FDEB8214}" type="presOf" srcId="{4DC5DDB9-0E51-41AF-BD2B-F1626ADC7E15}" destId="{B3FF3D72-7F46-4327-8FFE-ACDA2E31CAD0}" srcOrd="0" destOrd="0" presId="urn:microsoft.com/office/officeart/2005/8/layout/hList1"/>
    <dgm:cxn modelId="{77078778-F050-4E18-AC6F-4400467837E2}" srcId="{87AA80CD-6504-4D46-8328-CBE752C07143}" destId="{33F0EA69-C115-4CE5-8655-15272B986A1C}" srcOrd="1" destOrd="0" parTransId="{B773D246-391B-4451-9A1A-26EADA549F71}" sibTransId="{F395D0EF-279C-461B-A8FB-87E166FE5B7B}"/>
    <dgm:cxn modelId="{3077F67B-DA27-4B69-A627-72AC23CA7325}" type="presOf" srcId="{33F0EA69-C115-4CE5-8655-15272B986A1C}" destId="{A674B563-083F-47FE-9642-B11BE22BFE48}" srcOrd="0" destOrd="1" presId="urn:microsoft.com/office/officeart/2005/8/layout/hList1"/>
    <dgm:cxn modelId="{C804EDA0-ED9B-4D41-AF18-6E09AFBD86B1}" type="presOf" srcId="{C53CFB1C-3710-4854-B3A3-B98CBEC55F9C}" destId="{3E46E8F6-EA42-4172-BFE7-8594ECDD8449}" srcOrd="0" destOrd="0" presId="urn:microsoft.com/office/officeart/2005/8/layout/hList1"/>
    <dgm:cxn modelId="{526FB3C9-E5A7-4E85-BE61-788B0E80CAE9}" type="presOf" srcId="{664DD6B1-B409-4222-95C4-8E605E51CB2C}" destId="{CB729572-8042-429A-970E-5D54EF10BDC3}" srcOrd="0" destOrd="0" presId="urn:microsoft.com/office/officeart/2005/8/layout/hList1"/>
    <dgm:cxn modelId="{93479BCC-112F-4C6B-9667-5F92C27C08AE}" type="presOf" srcId="{A45E38A5-0317-4533-908B-076EB7EE036A}" destId="{00C66E75-501C-465C-A75D-DE9CEF4BB7B2}" srcOrd="0" destOrd="0" presId="urn:microsoft.com/office/officeart/2005/8/layout/hList1"/>
    <dgm:cxn modelId="{65CCF4DF-00AC-47DA-9089-FA40D11CE7C6}" srcId="{A45E38A5-0317-4533-908B-076EB7EE036A}" destId="{CCE00088-7B03-495A-A696-27B9D189A512}" srcOrd="2" destOrd="0" parTransId="{E36A0F2E-DB83-4566-8FDD-B84DD3D13094}" sibTransId="{214B77FF-7067-4814-ABBD-884BFAB9E9CA}"/>
    <dgm:cxn modelId="{2D8820E3-366B-415A-9886-FCFF55329D66}" srcId="{C53CFB1C-3710-4854-B3A3-B98CBEC55F9C}" destId="{B9C8935D-1CAF-4B9A-A735-FF295DADD816}" srcOrd="0" destOrd="0" parTransId="{4811F348-F4BC-44D4-8FBD-5FAACA60BA7F}" sibTransId="{FF1594D9-1215-4EA9-A67F-A9C5DA210FDB}"/>
    <dgm:cxn modelId="{ED9ACAE8-BC8F-48A3-A069-490217A8B8C7}" type="presOf" srcId="{CCE00088-7B03-495A-A696-27B9D189A512}" destId="{26BA62D4-574C-400B-A7FC-8EA27C58C3F6}" srcOrd="0" destOrd="0" presId="urn:microsoft.com/office/officeart/2005/8/layout/hList1"/>
    <dgm:cxn modelId="{5D338AFC-B0D3-4329-AB0F-2B95F3F57C21}" type="presOf" srcId="{6B772EFE-1F46-4A8F-A05B-FEFF0D12A904}" destId="{A674B563-083F-47FE-9642-B11BE22BFE48}" srcOrd="0" destOrd="0" presId="urn:microsoft.com/office/officeart/2005/8/layout/hList1"/>
    <dgm:cxn modelId="{5B4AA3FD-D74F-49E5-9E72-6018AD89B7D5}" srcId="{87AA80CD-6504-4D46-8328-CBE752C07143}" destId="{8894E5F8-55FC-4FE5-A1DF-9B6ECBF3F283}" srcOrd="2" destOrd="0" parTransId="{C61C4BC5-DF3D-4610-8272-70FCDC0B5CE3}" sibTransId="{522815F4-424F-42E0-9370-2527766BEF9A}"/>
    <dgm:cxn modelId="{92951BFE-7A8A-4F2C-9750-87A8505718E9}" srcId="{A45E38A5-0317-4533-908B-076EB7EE036A}" destId="{C53CFB1C-3710-4854-B3A3-B98CBEC55F9C}" srcOrd="1" destOrd="0" parTransId="{2BF13005-E70D-4163-AE8D-9739BFFBD261}" sibTransId="{B49BA958-EF5E-4B53-B7CC-E669EFDFF499}"/>
    <dgm:cxn modelId="{0F0F21B4-042F-4925-BAD4-7964B327D22E}" type="presParOf" srcId="{00C66E75-501C-465C-A75D-DE9CEF4BB7B2}" destId="{D9B54F60-F89A-4D1B-A5A7-DCE66F1F64C3}" srcOrd="0" destOrd="0" presId="urn:microsoft.com/office/officeart/2005/8/layout/hList1"/>
    <dgm:cxn modelId="{F7CC5071-E5A0-4B52-9DBE-F6E3FBF727E5}" type="presParOf" srcId="{D9B54F60-F89A-4D1B-A5A7-DCE66F1F64C3}" destId="{26DE243C-FF4B-44F1-A3A6-990FBFD1B47A}" srcOrd="0" destOrd="0" presId="urn:microsoft.com/office/officeart/2005/8/layout/hList1"/>
    <dgm:cxn modelId="{DAFBC990-7045-4553-8E4B-ED23728EDE05}" type="presParOf" srcId="{D9B54F60-F89A-4D1B-A5A7-DCE66F1F64C3}" destId="{A674B563-083F-47FE-9642-B11BE22BFE48}" srcOrd="1" destOrd="0" presId="urn:microsoft.com/office/officeart/2005/8/layout/hList1"/>
    <dgm:cxn modelId="{832F203B-B188-4C05-BF08-1E1D58D50481}" type="presParOf" srcId="{00C66E75-501C-465C-A75D-DE9CEF4BB7B2}" destId="{97350818-C26D-401E-9425-640D17347C94}" srcOrd="1" destOrd="0" presId="urn:microsoft.com/office/officeart/2005/8/layout/hList1"/>
    <dgm:cxn modelId="{4376B422-6EA6-4AFD-855C-705AE6350C36}" type="presParOf" srcId="{00C66E75-501C-465C-A75D-DE9CEF4BB7B2}" destId="{56B6816B-2FA6-4CE2-A160-A80CE3372416}" srcOrd="2" destOrd="0" presId="urn:microsoft.com/office/officeart/2005/8/layout/hList1"/>
    <dgm:cxn modelId="{4903B2D9-CE60-4A22-A11D-7FB2872C1062}" type="presParOf" srcId="{56B6816B-2FA6-4CE2-A160-A80CE3372416}" destId="{3E46E8F6-EA42-4172-BFE7-8594ECDD8449}" srcOrd="0" destOrd="0" presId="urn:microsoft.com/office/officeart/2005/8/layout/hList1"/>
    <dgm:cxn modelId="{267D56C1-05F5-4A85-B434-5B73E11770F8}" type="presParOf" srcId="{56B6816B-2FA6-4CE2-A160-A80CE3372416}" destId="{13B056EB-CA33-45E8-960F-E2A2E2334A92}" srcOrd="1" destOrd="0" presId="urn:microsoft.com/office/officeart/2005/8/layout/hList1"/>
    <dgm:cxn modelId="{F62DC178-D6D3-4AB1-9B21-809D70AFB9D5}" type="presParOf" srcId="{00C66E75-501C-465C-A75D-DE9CEF4BB7B2}" destId="{D843A050-0BBA-47CD-BC79-C6523768DC41}" srcOrd="3" destOrd="0" presId="urn:microsoft.com/office/officeart/2005/8/layout/hList1"/>
    <dgm:cxn modelId="{ADC9468D-0E7F-457F-8334-666CB4697D13}" type="presParOf" srcId="{00C66E75-501C-465C-A75D-DE9CEF4BB7B2}" destId="{7BBC7D72-C224-40E9-B0B1-185260CD823A}" srcOrd="4" destOrd="0" presId="urn:microsoft.com/office/officeart/2005/8/layout/hList1"/>
    <dgm:cxn modelId="{58107DD8-F1DE-4303-86B7-9EF8A7CCEA4A}" type="presParOf" srcId="{7BBC7D72-C224-40E9-B0B1-185260CD823A}" destId="{26BA62D4-574C-400B-A7FC-8EA27C58C3F6}" srcOrd="0" destOrd="0" presId="urn:microsoft.com/office/officeart/2005/8/layout/hList1"/>
    <dgm:cxn modelId="{178628BE-4F14-4947-80A4-468F1F3AB06D}" type="presParOf" srcId="{7BBC7D72-C224-40E9-B0B1-185260CD823A}" destId="{B3FF3D72-7F46-4327-8FFE-ACDA2E31CAD0}" srcOrd="1" destOrd="0" presId="urn:microsoft.com/office/officeart/2005/8/layout/hList1"/>
    <dgm:cxn modelId="{A49992FE-72DC-4B8C-9751-5C150975499C}" type="presParOf" srcId="{00C66E75-501C-465C-A75D-DE9CEF4BB7B2}" destId="{8591F146-99FD-4FF8-9042-C5CD7BF07C80}" srcOrd="5" destOrd="0" presId="urn:microsoft.com/office/officeart/2005/8/layout/hList1"/>
    <dgm:cxn modelId="{BAEE7D78-E007-4801-BEF5-B0AA0A93C92C}" type="presParOf" srcId="{00C66E75-501C-465C-A75D-DE9CEF4BB7B2}" destId="{D3C5DEF9-17A2-4338-89DF-73CF0CA1A055}" srcOrd="6" destOrd="0" presId="urn:microsoft.com/office/officeart/2005/8/layout/hList1"/>
    <dgm:cxn modelId="{556221C9-FAE4-4AF8-83C4-8C80589AC4E3}" type="presParOf" srcId="{D3C5DEF9-17A2-4338-89DF-73CF0CA1A055}" destId="{CB729572-8042-429A-970E-5D54EF10BDC3}" srcOrd="0" destOrd="0" presId="urn:microsoft.com/office/officeart/2005/8/layout/hList1"/>
    <dgm:cxn modelId="{58F760B9-FD4F-462A-AFA5-267C1784F585}" type="presParOf" srcId="{D3C5DEF9-17A2-4338-89DF-73CF0CA1A055}" destId="{B8369BE0-ACB2-4390-9413-2ABD71C040F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58AC9C-EC51-4B30-B5E1-B75D90179643}" type="doc">
      <dgm:prSet loTypeId="urn:microsoft.com/office/officeart/2005/8/layout/arrow2" loCatId="process" qsTypeId="urn:microsoft.com/office/officeart/2005/8/quickstyle/simple1" qsCatId="simple" csTypeId="urn:microsoft.com/office/officeart/2005/8/colors/accent1_2" csCatId="accent1" phldr="1"/>
      <dgm:spPr/>
    </dgm:pt>
    <dgm:pt modelId="{2993EAB3-638D-4B4B-817B-71659A37B515}">
      <dgm:prSet phldrT="[Text]"/>
      <dgm:spPr/>
      <dgm:t>
        <a:bodyPr/>
        <a:lstStyle/>
        <a:p>
          <a:r>
            <a:rPr lang="en-US" dirty="0">
              <a:solidFill>
                <a:srgbClr val="002060"/>
              </a:solidFill>
            </a:rPr>
            <a:t>1996</a:t>
          </a:r>
          <a:br>
            <a:rPr lang="en-US" dirty="0"/>
          </a:br>
          <a:r>
            <a:rPr lang="en-US" dirty="0"/>
            <a:t>Windows CE</a:t>
          </a:r>
        </a:p>
      </dgm:t>
    </dgm:pt>
    <dgm:pt modelId="{BFB226E3-B5DF-4336-9D24-EF90CDAEB588}" type="parTrans" cxnId="{BA44D07E-388A-417E-B979-8045C1F534EA}">
      <dgm:prSet/>
      <dgm:spPr/>
      <dgm:t>
        <a:bodyPr/>
        <a:lstStyle/>
        <a:p>
          <a:endParaRPr lang="en-US"/>
        </a:p>
      </dgm:t>
    </dgm:pt>
    <dgm:pt modelId="{5493933E-7A97-4C85-9195-4B53176C9E33}" type="sibTrans" cxnId="{BA44D07E-388A-417E-B979-8045C1F534EA}">
      <dgm:prSet/>
      <dgm:spPr/>
      <dgm:t>
        <a:bodyPr/>
        <a:lstStyle/>
        <a:p>
          <a:endParaRPr lang="en-US"/>
        </a:p>
      </dgm:t>
    </dgm:pt>
    <dgm:pt modelId="{41EBF30F-ED2F-4630-87A3-8C5A3597C43F}">
      <dgm:prSet phldrT="[Text]"/>
      <dgm:spPr/>
      <dgm:t>
        <a:bodyPr/>
        <a:lstStyle/>
        <a:p>
          <a:r>
            <a:rPr lang="en-US" dirty="0">
              <a:solidFill>
                <a:srgbClr val="002060"/>
              </a:solidFill>
            </a:rPr>
            <a:t>2008</a:t>
          </a:r>
          <a:br>
            <a:rPr lang="en-US" dirty="0"/>
          </a:br>
          <a:r>
            <a:rPr lang="en-US" dirty="0"/>
            <a:t>Windows Phone</a:t>
          </a:r>
        </a:p>
      </dgm:t>
    </dgm:pt>
    <dgm:pt modelId="{35BE6FDA-0AA9-4A4B-83C7-486CDA41C0AF}" type="parTrans" cxnId="{B7D32983-292C-4C50-BF64-65AB4722E5A9}">
      <dgm:prSet/>
      <dgm:spPr/>
      <dgm:t>
        <a:bodyPr/>
        <a:lstStyle/>
        <a:p>
          <a:endParaRPr lang="en-US"/>
        </a:p>
      </dgm:t>
    </dgm:pt>
    <dgm:pt modelId="{68D1918A-4ACE-4561-A131-C4EA12C393EC}" type="sibTrans" cxnId="{B7D32983-292C-4C50-BF64-65AB4722E5A9}">
      <dgm:prSet/>
      <dgm:spPr/>
      <dgm:t>
        <a:bodyPr/>
        <a:lstStyle/>
        <a:p>
          <a:endParaRPr lang="en-US"/>
        </a:p>
      </dgm:t>
    </dgm:pt>
    <dgm:pt modelId="{E256D0FC-0C3F-4554-A89B-42465CB97719}">
      <dgm:prSet phldrT="[Text]"/>
      <dgm:spPr/>
      <dgm:t>
        <a:bodyPr/>
        <a:lstStyle/>
        <a:p>
          <a:r>
            <a:rPr lang="en-US" dirty="0">
              <a:solidFill>
                <a:srgbClr val="002060"/>
              </a:solidFill>
            </a:rPr>
            <a:t>2010</a:t>
          </a:r>
          <a:br>
            <a:rPr lang="en-US" dirty="0"/>
          </a:br>
          <a:r>
            <a:rPr lang="en-US" dirty="0"/>
            <a:t>Windows Phone 7</a:t>
          </a:r>
        </a:p>
      </dgm:t>
    </dgm:pt>
    <dgm:pt modelId="{9128E05B-A58F-4275-9B81-A7A92666A40E}" type="parTrans" cxnId="{2254F3AC-2F5B-42A6-8899-FA7491130FE2}">
      <dgm:prSet/>
      <dgm:spPr/>
      <dgm:t>
        <a:bodyPr/>
        <a:lstStyle/>
        <a:p>
          <a:endParaRPr lang="en-US"/>
        </a:p>
      </dgm:t>
    </dgm:pt>
    <dgm:pt modelId="{7108EA3C-8613-40F3-A629-1A0A7BC85CD8}" type="sibTrans" cxnId="{2254F3AC-2F5B-42A6-8899-FA7491130FE2}">
      <dgm:prSet/>
      <dgm:spPr/>
      <dgm:t>
        <a:bodyPr/>
        <a:lstStyle/>
        <a:p>
          <a:endParaRPr lang="en-US"/>
        </a:p>
      </dgm:t>
    </dgm:pt>
    <dgm:pt modelId="{6E30D8A5-E293-469A-B802-3C92203E7F01}">
      <dgm:prSet/>
      <dgm:spPr/>
      <dgm:t>
        <a:bodyPr/>
        <a:lstStyle/>
        <a:p>
          <a:r>
            <a:rPr lang="en-US" dirty="0">
              <a:solidFill>
                <a:srgbClr val="002060"/>
              </a:solidFill>
            </a:rPr>
            <a:t>2015</a:t>
          </a:r>
          <a:br>
            <a:rPr lang="en-US" dirty="0"/>
          </a:br>
          <a:r>
            <a:rPr lang="en-US" dirty="0"/>
            <a:t>Windows 10 Mobile</a:t>
          </a:r>
        </a:p>
      </dgm:t>
    </dgm:pt>
    <dgm:pt modelId="{9CC2DE44-4724-4AF8-82F5-F88110F8D247}" type="parTrans" cxnId="{3230C111-9773-44A7-970F-F6861506A448}">
      <dgm:prSet/>
      <dgm:spPr/>
      <dgm:t>
        <a:bodyPr/>
        <a:lstStyle/>
        <a:p>
          <a:endParaRPr lang="en-US"/>
        </a:p>
      </dgm:t>
    </dgm:pt>
    <dgm:pt modelId="{676CCA16-7345-4D5C-9011-C127D3E4EBD3}" type="sibTrans" cxnId="{3230C111-9773-44A7-970F-F6861506A448}">
      <dgm:prSet/>
      <dgm:spPr/>
      <dgm:t>
        <a:bodyPr/>
        <a:lstStyle/>
        <a:p>
          <a:endParaRPr lang="en-US"/>
        </a:p>
      </dgm:t>
    </dgm:pt>
    <dgm:pt modelId="{B3316E69-4EA2-43BA-ABCF-7D20F5E298F7}" type="pres">
      <dgm:prSet presAssocID="{0758AC9C-EC51-4B30-B5E1-B75D90179643}" presName="arrowDiagram" presStyleCnt="0">
        <dgm:presLayoutVars>
          <dgm:chMax val="5"/>
          <dgm:dir/>
          <dgm:resizeHandles val="exact"/>
        </dgm:presLayoutVars>
      </dgm:prSet>
      <dgm:spPr/>
    </dgm:pt>
    <dgm:pt modelId="{F7CD4736-F2CC-4F3A-8EF1-AB08CA7FAA58}" type="pres">
      <dgm:prSet presAssocID="{0758AC9C-EC51-4B30-B5E1-B75D90179643}" presName="arrow" presStyleLbl="bgShp" presStyleIdx="0" presStyleCnt="1"/>
      <dgm:spPr/>
    </dgm:pt>
    <dgm:pt modelId="{C35BA77A-2B73-4891-9FE7-2C80F1470C3E}" type="pres">
      <dgm:prSet presAssocID="{0758AC9C-EC51-4B30-B5E1-B75D90179643}" presName="arrowDiagram4" presStyleCnt="0"/>
      <dgm:spPr/>
    </dgm:pt>
    <dgm:pt modelId="{A4A05951-668E-4A8A-A200-DB50A1DDB570}" type="pres">
      <dgm:prSet presAssocID="{2993EAB3-638D-4B4B-817B-71659A37B515}" presName="bullet4a" presStyleLbl="node1" presStyleIdx="0" presStyleCnt="4"/>
      <dgm:spPr/>
    </dgm:pt>
    <dgm:pt modelId="{A676329A-8427-491C-9049-2F4EF3CADAE7}" type="pres">
      <dgm:prSet presAssocID="{2993EAB3-638D-4B4B-817B-71659A37B515}" presName="textBox4a" presStyleLbl="revTx" presStyleIdx="0" presStyleCnt="4">
        <dgm:presLayoutVars>
          <dgm:bulletEnabled val="1"/>
        </dgm:presLayoutVars>
      </dgm:prSet>
      <dgm:spPr/>
    </dgm:pt>
    <dgm:pt modelId="{F2F375D7-9511-4492-B3D0-6179694586EF}" type="pres">
      <dgm:prSet presAssocID="{41EBF30F-ED2F-4630-87A3-8C5A3597C43F}" presName="bullet4b" presStyleLbl="node1" presStyleIdx="1" presStyleCnt="4"/>
      <dgm:spPr/>
    </dgm:pt>
    <dgm:pt modelId="{B2D53FE9-9B4C-4B47-9855-2AF4961D5610}" type="pres">
      <dgm:prSet presAssocID="{41EBF30F-ED2F-4630-87A3-8C5A3597C43F}" presName="textBox4b" presStyleLbl="revTx" presStyleIdx="1" presStyleCnt="4">
        <dgm:presLayoutVars>
          <dgm:bulletEnabled val="1"/>
        </dgm:presLayoutVars>
      </dgm:prSet>
      <dgm:spPr/>
    </dgm:pt>
    <dgm:pt modelId="{906D1CB6-A599-40B0-9763-4121CCCFD21F}" type="pres">
      <dgm:prSet presAssocID="{E256D0FC-0C3F-4554-A89B-42465CB97719}" presName="bullet4c" presStyleLbl="node1" presStyleIdx="2" presStyleCnt="4"/>
      <dgm:spPr/>
    </dgm:pt>
    <dgm:pt modelId="{70AD3AF5-967B-4358-99EE-CCFCB157B0E8}" type="pres">
      <dgm:prSet presAssocID="{E256D0FC-0C3F-4554-A89B-42465CB97719}" presName="textBox4c" presStyleLbl="revTx" presStyleIdx="2" presStyleCnt="4">
        <dgm:presLayoutVars>
          <dgm:bulletEnabled val="1"/>
        </dgm:presLayoutVars>
      </dgm:prSet>
      <dgm:spPr/>
    </dgm:pt>
    <dgm:pt modelId="{91BFE776-4DA7-484B-80E1-F81B9E2D0E2C}" type="pres">
      <dgm:prSet presAssocID="{6E30D8A5-E293-469A-B802-3C92203E7F01}" presName="bullet4d" presStyleLbl="node1" presStyleIdx="3" presStyleCnt="4"/>
      <dgm:spPr/>
    </dgm:pt>
    <dgm:pt modelId="{8749C043-3E1E-4636-BE83-88F9D8CC9D05}" type="pres">
      <dgm:prSet presAssocID="{6E30D8A5-E293-469A-B802-3C92203E7F01}" presName="textBox4d" presStyleLbl="revTx" presStyleIdx="3" presStyleCnt="4" custScaleX="116816" custScaleY="39803" custLinFactNeighborX="6992" custLinFactNeighborY="-26240">
        <dgm:presLayoutVars>
          <dgm:bulletEnabled val="1"/>
        </dgm:presLayoutVars>
      </dgm:prSet>
      <dgm:spPr/>
    </dgm:pt>
  </dgm:ptLst>
  <dgm:cxnLst>
    <dgm:cxn modelId="{3230C111-9773-44A7-970F-F6861506A448}" srcId="{0758AC9C-EC51-4B30-B5E1-B75D90179643}" destId="{6E30D8A5-E293-469A-B802-3C92203E7F01}" srcOrd="3" destOrd="0" parTransId="{9CC2DE44-4724-4AF8-82F5-F88110F8D247}" sibTransId="{676CCA16-7345-4D5C-9011-C127D3E4EBD3}"/>
    <dgm:cxn modelId="{8F2B6B19-7D22-4BCC-B851-0EF761B29E79}" type="presOf" srcId="{E256D0FC-0C3F-4554-A89B-42465CB97719}" destId="{70AD3AF5-967B-4358-99EE-CCFCB157B0E8}" srcOrd="0" destOrd="0" presId="urn:microsoft.com/office/officeart/2005/8/layout/arrow2"/>
    <dgm:cxn modelId="{283CA766-7D1B-404E-962F-4FB1BB321CBD}" type="presOf" srcId="{6E30D8A5-E293-469A-B802-3C92203E7F01}" destId="{8749C043-3E1E-4636-BE83-88F9D8CC9D05}" srcOrd="0" destOrd="0" presId="urn:microsoft.com/office/officeart/2005/8/layout/arrow2"/>
    <dgm:cxn modelId="{3A2E157C-67F1-4C74-A0D5-B9D4721F0315}" type="presOf" srcId="{41EBF30F-ED2F-4630-87A3-8C5A3597C43F}" destId="{B2D53FE9-9B4C-4B47-9855-2AF4961D5610}" srcOrd="0" destOrd="0" presId="urn:microsoft.com/office/officeart/2005/8/layout/arrow2"/>
    <dgm:cxn modelId="{BA44D07E-388A-417E-B979-8045C1F534EA}" srcId="{0758AC9C-EC51-4B30-B5E1-B75D90179643}" destId="{2993EAB3-638D-4B4B-817B-71659A37B515}" srcOrd="0" destOrd="0" parTransId="{BFB226E3-B5DF-4336-9D24-EF90CDAEB588}" sibTransId="{5493933E-7A97-4C85-9195-4B53176C9E33}"/>
    <dgm:cxn modelId="{B7D32983-292C-4C50-BF64-65AB4722E5A9}" srcId="{0758AC9C-EC51-4B30-B5E1-B75D90179643}" destId="{41EBF30F-ED2F-4630-87A3-8C5A3597C43F}" srcOrd="1" destOrd="0" parTransId="{35BE6FDA-0AA9-4A4B-83C7-486CDA41C0AF}" sibTransId="{68D1918A-4ACE-4561-A131-C4EA12C393EC}"/>
    <dgm:cxn modelId="{2254F3AC-2F5B-42A6-8899-FA7491130FE2}" srcId="{0758AC9C-EC51-4B30-B5E1-B75D90179643}" destId="{E256D0FC-0C3F-4554-A89B-42465CB97719}" srcOrd="2" destOrd="0" parTransId="{9128E05B-A58F-4275-9B81-A7A92666A40E}" sibTransId="{7108EA3C-8613-40F3-A629-1A0A7BC85CD8}"/>
    <dgm:cxn modelId="{6B4CB1BC-3C51-4487-936D-86CAFB69935B}" type="presOf" srcId="{2993EAB3-638D-4B4B-817B-71659A37B515}" destId="{A676329A-8427-491C-9049-2F4EF3CADAE7}" srcOrd="0" destOrd="0" presId="urn:microsoft.com/office/officeart/2005/8/layout/arrow2"/>
    <dgm:cxn modelId="{FAB9FDD2-C01C-4A14-B09D-84E8DD28D264}" type="presOf" srcId="{0758AC9C-EC51-4B30-B5E1-B75D90179643}" destId="{B3316E69-4EA2-43BA-ABCF-7D20F5E298F7}" srcOrd="0" destOrd="0" presId="urn:microsoft.com/office/officeart/2005/8/layout/arrow2"/>
    <dgm:cxn modelId="{73372791-799A-4D87-A366-62E6C83BC5DA}" type="presParOf" srcId="{B3316E69-4EA2-43BA-ABCF-7D20F5E298F7}" destId="{F7CD4736-F2CC-4F3A-8EF1-AB08CA7FAA58}" srcOrd="0" destOrd="0" presId="urn:microsoft.com/office/officeart/2005/8/layout/arrow2"/>
    <dgm:cxn modelId="{739ABE6C-938A-4555-B7FA-376EF7DABDF6}" type="presParOf" srcId="{B3316E69-4EA2-43BA-ABCF-7D20F5E298F7}" destId="{C35BA77A-2B73-4891-9FE7-2C80F1470C3E}" srcOrd="1" destOrd="0" presId="urn:microsoft.com/office/officeart/2005/8/layout/arrow2"/>
    <dgm:cxn modelId="{184DE8D3-38B3-4A9F-B76C-57E7D93B115F}" type="presParOf" srcId="{C35BA77A-2B73-4891-9FE7-2C80F1470C3E}" destId="{A4A05951-668E-4A8A-A200-DB50A1DDB570}" srcOrd="0" destOrd="0" presId="urn:microsoft.com/office/officeart/2005/8/layout/arrow2"/>
    <dgm:cxn modelId="{D4C7215C-7B5A-475B-9C96-69B100B22DB9}" type="presParOf" srcId="{C35BA77A-2B73-4891-9FE7-2C80F1470C3E}" destId="{A676329A-8427-491C-9049-2F4EF3CADAE7}" srcOrd="1" destOrd="0" presId="urn:microsoft.com/office/officeart/2005/8/layout/arrow2"/>
    <dgm:cxn modelId="{219C175A-67BA-49DC-A88D-389277A233C4}" type="presParOf" srcId="{C35BA77A-2B73-4891-9FE7-2C80F1470C3E}" destId="{F2F375D7-9511-4492-B3D0-6179694586EF}" srcOrd="2" destOrd="0" presId="urn:microsoft.com/office/officeart/2005/8/layout/arrow2"/>
    <dgm:cxn modelId="{23006963-E2E4-41E9-89C2-4B88EE818CFD}" type="presParOf" srcId="{C35BA77A-2B73-4891-9FE7-2C80F1470C3E}" destId="{B2D53FE9-9B4C-4B47-9855-2AF4961D5610}" srcOrd="3" destOrd="0" presId="urn:microsoft.com/office/officeart/2005/8/layout/arrow2"/>
    <dgm:cxn modelId="{246DDDCF-3B4A-407F-915E-DBEF76E035D8}" type="presParOf" srcId="{C35BA77A-2B73-4891-9FE7-2C80F1470C3E}" destId="{906D1CB6-A599-40B0-9763-4121CCCFD21F}" srcOrd="4" destOrd="0" presId="urn:microsoft.com/office/officeart/2005/8/layout/arrow2"/>
    <dgm:cxn modelId="{493376A0-6EA9-461C-A021-7CF376DE76B6}" type="presParOf" srcId="{C35BA77A-2B73-4891-9FE7-2C80F1470C3E}" destId="{70AD3AF5-967B-4358-99EE-CCFCB157B0E8}" srcOrd="5" destOrd="0" presId="urn:microsoft.com/office/officeart/2005/8/layout/arrow2"/>
    <dgm:cxn modelId="{DB205DDA-05E3-4860-9F3A-5C834AA206A4}" type="presParOf" srcId="{C35BA77A-2B73-4891-9FE7-2C80F1470C3E}" destId="{91BFE776-4DA7-484B-80E1-F81B9E2D0E2C}" srcOrd="6" destOrd="0" presId="urn:microsoft.com/office/officeart/2005/8/layout/arrow2"/>
    <dgm:cxn modelId="{310DC5FE-00BA-4A42-9B36-0DEE1B466DD9}" type="presParOf" srcId="{C35BA77A-2B73-4891-9FE7-2C80F1470C3E}" destId="{8749C043-3E1E-4636-BE83-88F9D8CC9D05}"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2210D19-6DEE-4657-BDA4-0A35245E9BB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CC971FC-63FC-4846-ACFA-6F1BF3B4F73D}">
      <dgm:prSet phldrT="[Text]"/>
      <dgm:spPr/>
      <dgm:t>
        <a:bodyPr/>
        <a:lstStyle/>
        <a:p>
          <a:r>
            <a:rPr lang="en-US" dirty="0"/>
            <a:t>Call history</a:t>
          </a:r>
        </a:p>
      </dgm:t>
    </dgm:pt>
    <dgm:pt modelId="{2A01EF2E-E7A1-4079-B20D-82D60A5502AF}" type="parTrans" cxnId="{DAC91153-3D5D-463E-BE30-6EF4164723D1}">
      <dgm:prSet/>
      <dgm:spPr/>
      <dgm:t>
        <a:bodyPr/>
        <a:lstStyle/>
        <a:p>
          <a:endParaRPr lang="en-US"/>
        </a:p>
      </dgm:t>
    </dgm:pt>
    <dgm:pt modelId="{C758780E-D58A-4064-A964-C0F1F7427635}" type="sibTrans" cxnId="{DAC91153-3D5D-463E-BE30-6EF4164723D1}">
      <dgm:prSet/>
      <dgm:spPr/>
      <dgm:t>
        <a:bodyPr/>
        <a:lstStyle/>
        <a:p>
          <a:endParaRPr lang="en-US"/>
        </a:p>
      </dgm:t>
    </dgm:pt>
    <dgm:pt modelId="{B4D74513-63DE-4DB8-8DF7-E0D97226BC96}">
      <dgm:prSet phldrT="[Text]"/>
      <dgm:spPr/>
      <dgm:t>
        <a:bodyPr/>
        <a:lstStyle/>
        <a:p>
          <a:r>
            <a:rPr lang="en-US" dirty="0"/>
            <a:t>Emails, texts, and/or other messages</a:t>
          </a:r>
        </a:p>
      </dgm:t>
    </dgm:pt>
    <dgm:pt modelId="{60154A24-7D7F-4363-87A8-70038FBBE838}" type="parTrans" cxnId="{C23DA29C-F489-4B88-8E31-6D08C47F08D7}">
      <dgm:prSet/>
      <dgm:spPr/>
      <dgm:t>
        <a:bodyPr/>
        <a:lstStyle/>
        <a:p>
          <a:endParaRPr lang="en-US"/>
        </a:p>
      </dgm:t>
    </dgm:pt>
    <dgm:pt modelId="{7A8DC42E-ED12-4FB5-A977-5DDB09A8AE34}" type="sibTrans" cxnId="{C23DA29C-F489-4B88-8E31-6D08C47F08D7}">
      <dgm:prSet/>
      <dgm:spPr/>
      <dgm:t>
        <a:bodyPr/>
        <a:lstStyle/>
        <a:p>
          <a:endParaRPr lang="en-US"/>
        </a:p>
      </dgm:t>
    </dgm:pt>
    <dgm:pt modelId="{64D2662F-4C22-4168-B8F8-9E829077C8C7}">
      <dgm:prSet phldrT="[Text]"/>
      <dgm:spPr/>
      <dgm:t>
        <a:bodyPr/>
        <a:lstStyle/>
        <a:p>
          <a:r>
            <a:rPr lang="en-US" dirty="0"/>
            <a:t>Photos and video</a:t>
          </a:r>
        </a:p>
      </dgm:t>
    </dgm:pt>
    <dgm:pt modelId="{F93A1EA1-B35C-43ED-BD18-8DE07A3B5531}" type="parTrans" cxnId="{B342A569-DE0C-4DAF-9A4E-87EC2EF5C860}">
      <dgm:prSet/>
      <dgm:spPr/>
      <dgm:t>
        <a:bodyPr/>
        <a:lstStyle/>
        <a:p>
          <a:endParaRPr lang="en-US"/>
        </a:p>
      </dgm:t>
    </dgm:pt>
    <dgm:pt modelId="{3A5DC4FC-9DD5-4D07-A648-EA71C1688173}" type="sibTrans" cxnId="{B342A569-DE0C-4DAF-9A4E-87EC2EF5C860}">
      <dgm:prSet/>
      <dgm:spPr/>
      <dgm:t>
        <a:bodyPr/>
        <a:lstStyle/>
        <a:p>
          <a:endParaRPr lang="en-US"/>
        </a:p>
      </dgm:t>
    </dgm:pt>
    <dgm:pt modelId="{AAE30DB3-E80D-448B-9D24-57E140607094}">
      <dgm:prSet phldrT="[Text]"/>
      <dgm:spPr/>
      <dgm:t>
        <a:bodyPr/>
        <a:lstStyle/>
        <a:p>
          <a:r>
            <a:rPr lang="en-US" dirty="0"/>
            <a:t>Phone information</a:t>
          </a:r>
        </a:p>
      </dgm:t>
    </dgm:pt>
    <dgm:pt modelId="{A81D1B08-264B-4BA9-91FA-BF6E4B934355}" type="parTrans" cxnId="{C00F40A6-5617-4AAD-A19E-AC5CBD9840A2}">
      <dgm:prSet/>
      <dgm:spPr/>
      <dgm:t>
        <a:bodyPr/>
        <a:lstStyle/>
        <a:p>
          <a:endParaRPr lang="en-US"/>
        </a:p>
      </dgm:t>
    </dgm:pt>
    <dgm:pt modelId="{FC5A7096-D031-4498-8460-EC64EB68CDE4}" type="sibTrans" cxnId="{C00F40A6-5617-4AAD-A19E-AC5CBD9840A2}">
      <dgm:prSet/>
      <dgm:spPr/>
      <dgm:t>
        <a:bodyPr/>
        <a:lstStyle/>
        <a:p>
          <a:endParaRPr lang="en-US"/>
        </a:p>
      </dgm:t>
    </dgm:pt>
    <dgm:pt modelId="{2CC14601-5A40-465E-A0B1-E9693241DBDB}">
      <dgm:prSet phldrT="[Text]"/>
      <dgm:spPr/>
      <dgm:t>
        <a:bodyPr/>
        <a:lstStyle/>
        <a:p>
          <a:r>
            <a:rPr lang="en-US" dirty="0"/>
            <a:t>GPS information</a:t>
          </a:r>
        </a:p>
      </dgm:t>
    </dgm:pt>
    <dgm:pt modelId="{C973CD03-4BCD-44D6-83F4-81FBF45E3858}" type="parTrans" cxnId="{AD5EF8D4-AFA7-45B1-8ACF-7306AB654836}">
      <dgm:prSet/>
      <dgm:spPr/>
      <dgm:t>
        <a:bodyPr/>
        <a:lstStyle/>
        <a:p>
          <a:endParaRPr lang="en-US"/>
        </a:p>
      </dgm:t>
    </dgm:pt>
    <dgm:pt modelId="{3FDAFAFB-A09C-4348-B55F-0D87896D1BD8}" type="sibTrans" cxnId="{AD5EF8D4-AFA7-45B1-8ACF-7306AB654836}">
      <dgm:prSet/>
      <dgm:spPr/>
      <dgm:t>
        <a:bodyPr/>
        <a:lstStyle/>
        <a:p>
          <a:endParaRPr lang="en-US"/>
        </a:p>
      </dgm:t>
    </dgm:pt>
    <dgm:pt modelId="{6C0B4110-FD0E-438A-8685-C09519C9D95D}">
      <dgm:prSet/>
      <dgm:spPr/>
      <dgm:t>
        <a:bodyPr/>
        <a:lstStyle/>
        <a:p>
          <a:r>
            <a:rPr lang="en-US" dirty="0"/>
            <a:t>Network information</a:t>
          </a:r>
        </a:p>
      </dgm:t>
    </dgm:pt>
    <dgm:pt modelId="{8F286CF4-C667-4A3D-BFCB-A41C675130B0}" type="parTrans" cxnId="{19F0375C-3CDA-4DCA-BEB2-296179BCBA00}">
      <dgm:prSet/>
      <dgm:spPr/>
      <dgm:t>
        <a:bodyPr/>
        <a:lstStyle/>
        <a:p>
          <a:endParaRPr lang="en-US"/>
        </a:p>
      </dgm:t>
    </dgm:pt>
    <dgm:pt modelId="{C3D8D7BD-9A94-4AA3-BF0B-92B82248BD31}" type="sibTrans" cxnId="{19F0375C-3CDA-4DCA-BEB2-296179BCBA00}">
      <dgm:prSet/>
      <dgm:spPr/>
      <dgm:t>
        <a:bodyPr/>
        <a:lstStyle/>
        <a:p>
          <a:endParaRPr lang="en-US"/>
        </a:p>
      </dgm:t>
    </dgm:pt>
    <dgm:pt modelId="{726DB8BD-CDD8-4865-8D73-5C1A6265C12B}" type="pres">
      <dgm:prSet presAssocID="{52210D19-6DEE-4657-BDA4-0A35245E9BB8}" presName="diagram" presStyleCnt="0">
        <dgm:presLayoutVars>
          <dgm:dir/>
          <dgm:resizeHandles val="exact"/>
        </dgm:presLayoutVars>
      </dgm:prSet>
      <dgm:spPr/>
    </dgm:pt>
    <dgm:pt modelId="{BF968FFB-F1B1-49F9-B751-088522097F31}" type="pres">
      <dgm:prSet presAssocID="{0CC971FC-63FC-4846-ACFA-6F1BF3B4F73D}" presName="node" presStyleLbl="node1" presStyleIdx="0" presStyleCnt="6">
        <dgm:presLayoutVars>
          <dgm:bulletEnabled val="1"/>
        </dgm:presLayoutVars>
      </dgm:prSet>
      <dgm:spPr/>
    </dgm:pt>
    <dgm:pt modelId="{A04AA489-672B-4165-9F13-B9589F79B960}" type="pres">
      <dgm:prSet presAssocID="{C758780E-D58A-4064-A964-C0F1F7427635}" presName="sibTrans" presStyleCnt="0"/>
      <dgm:spPr/>
    </dgm:pt>
    <dgm:pt modelId="{866C529F-D1A9-4370-8E0F-A5D8AC36D98D}" type="pres">
      <dgm:prSet presAssocID="{B4D74513-63DE-4DB8-8DF7-E0D97226BC96}" presName="node" presStyleLbl="node1" presStyleIdx="1" presStyleCnt="6">
        <dgm:presLayoutVars>
          <dgm:bulletEnabled val="1"/>
        </dgm:presLayoutVars>
      </dgm:prSet>
      <dgm:spPr/>
    </dgm:pt>
    <dgm:pt modelId="{B203037B-7F32-43AD-A5B7-52236475572C}" type="pres">
      <dgm:prSet presAssocID="{7A8DC42E-ED12-4FB5-A977-5DDB09A8AE34}" presName="sibTrans" presStyleCnt="0"/>
      <dgm:spPr/>
    </dgm:pt>
    <dgm:pt modelId="{FB9DBD73-AB47-4B07-8372-F2106FC8AAA5}" type="pres">
      <dgm:prSet presAssocID="{64D2662F-4C22-4168-B8F8-9E829077C8C7}" presName="node" presStyleLbl="node1" presStyleIdx="2" presStyleCnt="6">
        <dgm:presLayoutVars>
          <dgm:bulletEnabled val="1"/>
        </dgm:presLayoutVars>
      </dgm:prSet>
      <dgm:spPr/>
    </dgm:pt>
    <dgm:pt modelId="{0CDBEE39-02FA-4554-A95C-8AF15320B23C}" type="pres">
      <dgm:prSet presAssocID="{3A5DC4FC-9DD5-4D07-A648-EA71C1688173}" presName="sibTrans" presStyleCnt="0"/>
      <dgm:spPr/>
    </dgm:pt>
    <dgm:pt modelId="{4B6F16C8-7D66-4028-A2BE-0202AE39B92A}" type="pres">
      <dgm:prSet presAssocID="{AAE30DB3-E80D-448B-9D24-57E140607094}" presName="node" presStyleLbl="node1" presStyleIdx="3" presStyleCnt="6">
        <dgm:presLayoutVars>
          <dgm:bulletEnabled val="1"/>
        </dgm:presLayoutVars>
      </dgm:prSet>
      <dgm:spPr/>
    </dgm:pt>
    <dgm:pt modelId="{6159C60A-321E-45BB-9187-3EB86FDA5999}" type="pres">
      <dgm:prSet presAssocID="{FC5A7096-D031-4498-8460-EC64EB68CDE4}" presName="sibTrans" presStyleCnt="0"/>
      <dgm:spPr/>
    </dgm:pt>
    <dgm:pt modelId="{1AAEFB66-744C-452A-96A5-8093A0F8AA7B}" type="pres">
      <dgm:prSet presAssocID="{2CC14601-5A40-465E-A0B1-E9693241DBDB}" presName="node" presStyleLbl="node1" presStyleIdx="4" presStyleCnt="6">
        <dgm:presLayoutVars>
          <dgm:bulletEnabled val="1"/>
        </dgm:presLayoutVars>
      </dgm:prSet>
      <dgm:spPr/>
    </dgm:pt>
    <dgm:pt modelId="{B78713A9-4585-416A-ADD7-E11048CC629F}" type="pres">
      <dgm:prSet presAssocID="{3FDAFAFB-A09C-4348-B55F-0D87896D1BD8}" presName="sibTrans" presStyleCnt="0"/>
      <dgm:spPr/>
    </dgm:pt>
    <dgm:pt modelId="{23D3E4E0-C360-47A8-AA94-B2BF8835748B}" type="pres">
      <dgm:prSet presAssocID="{6C0B4110-FD0E-438A-8685-C09519C9D95D}" presName="node" presStyleLbl="node1" presStyleIdx="5" presStyleCnt="6">
        <dgm:presLayoutVars>
          <dgm:bulletEnabled val="1"/>
        </dgm:presLayoutVars>
      </dgm:prSet>
      <dgm:spPr/>
    </dgm:pt>
  </dgm:ptLst>
  <dgm:cxnLst>
    <dgm:cxn modelId="{2D91CE20-50CF-4363-A47B-4D1D6B49CDC0}" type="presOf" srcId="{0CC971FC-63FC-4846-ACFA-6F1BF3B4F73D}" destId="{BF968FFB-F1B1-49F9-B751-088522097F31}" srcOrd="0" destOrd="0" presId="urn:microsoft.com/office/officeart/2005/8/layout/default"/>
    <dgm:cxn modelId="{19F0375C-3CDA-4DCA-BEB2-296179BCBA00}" srcId="{52210D19-6DEE-4657-BDA4-0A35245E9BB8}" destId="{6C0B4110-FD0E-438A-8685-C09519C9D95D}" srcOrd="5" destOrd="0" parTransId="{8F286CF4-C667-4A3D-BFCB-A41C675130B0}" sibTransId="{C3D8D7BD-9A94-4AA3-BF0B-92B82248BD31}"/>
    <dgm:cxn modelId="{B023FF5E-E31C-4B03-9905-ED51C857A4AE}" type="presOf" srcId="{AAE30DB3-E80D-448B-9D24-57E140607094}" destId="{4B6F16C8-7D66-4028-A2BE-0202AE39B92A}" srcOrd="0" destOrd="0" presId="urn:microsoft.com/office/officeart/2005/8/layout/default"/>
    <dgm:cxn modelId="{B342A569-DE0C-4DAF-9A4E-87EC2EF5C860}" srcId="{52210D19-6DEE-4657-BDA4-0A35245E9BB8}" destId="{64D2662F-4C22-4168-B8F8-9E829077C8C7}" srcOrd="2" destOrd="0" parTransId="{F93A1EA1-B35C-43ED-BD18-8DE07A3B5531}" sibTransId="{3A5DC4FC-9DD5-4D07-A648-EA71C1688173}"/>
    <dgm:cxn modelId="{B5C0BA6E-B876-4FCF-99F7-66089658C6CF}" type="presOf" srcId="{52210D19-6DEE-4657-BDA4-0A35245E9BB8}" destId="{726DB8BD-CDD8-4865-8D73-5C1A6265C12B}" srcOrd="0" destOrd="0" presId="urn:microsoft.com/office/officeart/2005/8/layout/default"/>
    <dgm:cxn modelId="{DAC91153-3D5D-463E-BE30-6EF4164723D1}" srcId="{52210D19-6DEE-4657-BDA4-0A35245E9BB8}" destId="{0CC971FC-63FC-4846-ACFA-6F1BF3B4F73D}" srcOrd="0" destOrd="0" parTransId="{2A01EF2E-E7A1-4079-B20D-82D60A5502AF}" sibTransId="{C758780E-D58A-4064-A964-C0F1F7427635}"/>
    <dgm:cxn modelId="{E0903155-8950-41FF-92D3-002E025953F6}" type="presOf" srcId="{2CC14601-5A40-465E-A0B1-E9693241DBDB}" destId="{1AAEFB66-744C-452A-96A5-8093A0F8AA7B}" srcOrd="0" destOrd="0" presId="urn:microsoft.com/office/officeart/2005/8/layout/default"/>
    <dgm:cxn modelId="{C23DA29C-F489-4B88-8E31-6D08C47F08D7}" srcId="{52210D19-6DEE-4657-BDA4-0A35245E9BB8}" destId="{B4D74513-63DE-4DB8-8DF7-E0D97226BC96}" srcOrd="1" destOrd="0" parTransId="{60154A24-7D7F-4363-87A8-70038FBBE838}" sibTransId="{7A8DC42E-ED12-4FB5-A977-5DDB09A8AE34}"/>
    <dgm:cxn modelId="{C00F40A6-5617-4AAD-A19E-AC5CBD9840A2}" srcId="{52210D19-6DEE-4657-BDA4-0A35245E9BB8}" destId="{AAE30DB3-E80D-448B-9D24-57E140607094}" srcOrd="3" destOrd="0" parTransId="{A81D1B08-264B-4BA9-91FA-BF6E4B934355}" sibTransId="{FC5A7096-D031-4498-8460-EC64EB68CDE4}"/>
    <dgm:cxn modelId="{08AE05C5-8050-4712-AA17-6578E7CF1767}" type="presOf" srcId="{6C0B4110-FD0E-438A-8685-C09519C9D95D}" destId="{23D3E4E0-C360-47A8-AA94-B2BF8835748B}" srcOrd="0" destOrd="0" presId="urn:microsoft.com/office/officeart/2005/8/layout/default"/>
    <dgm:cxn modelId="{AD5EF8D4-AFA7-45B1-8ACF-7306AB654836}" srcId="{52210D19-6DEE-4657-BDA4-0A35245E9BB8}" destId="{2CC14601-5A40-465E-A0B1-E9693241DBDB}" srcOrd="4" destOrd="0" parTransId="{C973CD03-4BCD-44D6-83F4-81FBF45E3858}" sibTransId="{3FDAFAFB-A09C-4348-B55F-0D87896D1BD8}"/>
    <dgm:cxn modelId="{301769E8-A22B-479C-A25E-F2957AD646C6}" type="presOf" srcId="{64D2662F-4C22-4168-B8F8-9E829077C8C7}" destId="{FB9DBD73-AB47-4B07-8372-F2106FC8AAA5}" srcOrd="0" destOrd="0" presId="urn:microsoft.com/office/officeart/2005/8/layout/default"/>
    <dgm:cxn modelId="{FB39FFF4-93ED-4925-8A85-BED7F32A04C9}" type="presOf" srcId="{B4D74513-63DE-4DB8-8DF7-E0D97226BC96}" destId="{866C529F-D1A9-4370-8E0F-A5D8AC36D98D}" srcOrd="0" destOrd="0" presId="urn:microsoft.com/office/officeart/2005/8/layout/default"/>
    <dgm:cxn modelId="{CF8D20F1-BAB2-42A4-AAAB-9DEEF946E5FC}" type="presParOf" srcId="{726DB8BD-CDD8-4865-8D73-5C1A6265C12B}" destId="{BF968FFB-F1B1-49F9-B751-088522097F31}" srcOrd="0" destOrd="0" presId="urn:microsoft.com/office/officeart/2005/8/layout/default"/>
    <dgm:cxn modelId="{93B287F9-9130-4896-A288-8A6487E414E4}" type="presParOf" srcId="{726DB8BD-CDD8-4865-8D73-5C1A6265C12B}" destId="{A04AA489-672B-4165-9F13-B9589F79B960}" srcOrd="1" destOrd="0" presId="urn:microsoft.com/office/officeart/2005/8/layout/default"/>
    <dgm:cxn modelId="{9C0D8B38-3878-43F3-BD78-38EBFFDA2068}" type="presParOf" srcId="{726DB8BD-CDD8-4865-8D73-5C1A6265C12B}" destId="{866C529F-D1A9-4370-8E0F-A5D8AC36D98D}" srcOrd="2" destOrd="0" presId="urn:microsoft.com/office/officeart/2005/8/layout/default"/>
    <dgm:cxn modelId="{DEF81BC5-44D0-4B81-9BB5-9388E6F95DC0}" type="presParOf" srcId="{726DB8BD-CDD8-4865-8D73-5C1A6265C12B}" destId="{B203037B-7F32-43AD-A5B7-52236475572C}" srcOrd="3" destOrd="0" presId="urn:microsoft.com/office/officeart/2005/8/layout/default"/>
    <dgm:cxn modelId="{453CA647-FF28-4A0B-A2D0-02ED4DF36E53}" type="presParOf" srcId="{726DB8BD-CDD8-4865-8D73-5C1A6265C12B}" destId="{FB9DBD73-AB47-4B07-8372-F2106FC8AAA5}" srcOrd="4" destOrd="0" presId="urn:microsoft.com/office/officeart/2005/8/layout/default"/>
    <dgm:cxn modelId="{44800781-1B7C-4996-90A8-A17A9561119C}" type="presParOf" srcId="{726DB8BD-CDD8-4865-8D73-5C1A6265C12B}" destId="{0CDBEE39-02FA-4554-A95C-8AF15320B23C}" srcOrd="5" destOrd="0" presId="urn:microsoft.com/office/officeart/2005/8/layout/default"/>
    <dgm:cxn modelId="{227468FE-2738-4F13-891D-E52EC73C0446}" type="presParOf" srcId="{726DB8BD-CDD8-4865-8D73-5C1A6265C12B}" destId="{4B6F16C8-7D66-4028-A2BE-0202AE39B92A}" srcOrd="6" destOrd="0" presId="urn:microsoft.com/office/officeart/2005/8/layout/default"/>
    <dgm:cxn modelId="{D774477D-CE71-46C1-84A3-3923E288408E}" type="presParOf" srcId="{726DB8BD-CDD8-4865-8D73-5C1A6265C12B}" destId="{6159C60A-321E-45BB-9187-3EB86FDA5999}" srcOrd="7" destOrd="0" presId="urn:microsoft.com/office/officeart/2005/8/layout/default"/>
    <dgm:cxn modelId="{752CEDDA-20A4-45A4-B84C-45D1884B1819}" type="presParOf" srcId="{726DB8BD-CDD8-4865-8D73-5C1A6265C12B}" destId="{1AAEFB66-744C-452A-96A5-8093A0F8AA7B}" srcOrd="8" destOrd="0" presId="urn:microsoft.com/office/officeart/2005/8/layout/default"/>
    <dgm:cxn modelId="{CBF490F8-8DBB-46F7-97B9-0C2CB0F1B935}" type="presParOf" srcId="{726DB8BD-CDD8-4865-8D73-5C1A6265C12B}" destId="{B78713A9-4585-416A-ADD7-E11048CC629F}" srcOrd="9" destOrd="0" presId="urn:microsoft.com/office/officeart/2005/8/layout/default"/>
    <dgm:cxn modelId="{BF295316-D060-4869-BF7F-D811BE6EC23E}" type="presParOf" srcId="{726DB8BD-CDD8-4865-8D73-5C1A6265C12B}" destId="{23D3E4E0-C360-47A8-AA94-B2BF8835748B}"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805454F-9A8D-434F-8413-3BD71C12B114}"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A7883D41-AA8F-4978-BEEF-1E97E5447C93}">
      <dgm:prSet phldrT="[Text]"/>
      <dgm:spPr/>
      <dgm:t>
        <a:bodyPr/>
        <a:lstStyle/>
        <a:p>
          <a:r>
            <a:rPr lang="en-US" dirty="0"/>
            <a:t>Semi-Active</a:t>
          </a:r>
        </a:p>
      </dgm:t>
    </dgm:pt>
    <dgm:pt modelId="{30F8B522-1187-4124-A575-4F16906B942B}" type="parTrans" cxnId="{EC6F1844-5754-432A-B392-892854573903}">
      <dgm:prSet/>
      <dgm:spPr/>
      <dgm:t>
        <a:bodyPr/>
        <a:lstStyle/>
        <a:p>
          <a:endParaRPr lang="en-US"/>
        </a:p>
      </dgm:t>
    </dgm:pt>
    <dgm:pt modelId="{2E33DB0D-02D1-4E56-8836-7C93C45D6095}" type="sibTrans" cxnId="{EC6F1844-5754-432A-B392-892854573903}">
      <dgm:prSet/>
      <dgm:spPr/>
      <dgm:t>
        <a:bodyPr/>
        <a:lstStyle/>
        <a:p>
          <a:endParaRPr lang="en-US"/>
        </a:p>
      </dgm:t>
    </dgm:pt>
    <dgm:pt modelId="{50C0D394-9FEA-4B92-9666-CFC58668A514}">
      <dgm:prSet phldrT="[Text]"/>
      <dgm:spPr/>
      <dgm:t>
        <a:bodyPr/>
        <a:lstStyle/>
        <a:p>
          <a:r>
            <a:rPr lang="en-US" dirty="0"/>
            <a:t>Quiescent</a:t>
          </a:r>
        </a:p>
      </dgm:t>
    </dgm:pt>
    <dgm:pt modelId="{62CB45A7-3A7C-412B-962B-2FAA2AC5E712}" type="parTrans" cxnId="{F7F6ABA4-286F-451E-A0FE-06E1B36DDF67}">
      <dgm:prSet/>
      <dgm:spPr/>
      <dgm:t>
        <a:bodyPr/>
        <a:lstStyle/>
        <a:p>
          <a:endParaRPr lang="en-US"/>
        </a:p>
      </dgm:t>
    </dgm:pt>
    <dgm:pt modelId="{60119387-C4D4-4ED0-A8BC-A5746AB99BA3}" type="sibTrans" cxnId="{F7F6ABA4-286F-451E-A0FE-06E1B36DDF67}">
      <dgm:prSet/>
      <dgm:spPr/>
      <dgm:t>
        <a:bodyPr/>
        <a:lstStyle/>
        <a:p>
          <a:endParaRPr lang="en-US"/>
        </a:p>
      </dgm:t>
    </dgm:pt>
    <dgm:pt modelId="{DBA7D6D6-6547-4B56-844E-8955618E3C5A}">
      <dgm:prSet phldrT="[Text]"/>
      <dgm:spPr/>
      <dgm:t>
        <a:bodyPr/>
        <a:lstStyle/>
        <a:p>
          <a:r>
            <a:rPr lang="en-US" dirty="0"/>
            <a:t>Active</a:t>
          </a:r>
        </a:p>
      </dgm:t>
    </dgm:pt>
    <dgm:pt modelId="{82FABDAB-B29E-451B-AC95-460FE6085357}" type="parTrans" cxnId="{8ECD9086-F12C-4187-BB90-8E3EBAF69BB4}">
      <dgm:prSet/>
      <dgm:spPr/>
      <dgm:t>
        <a:bodyPr/>
        <a:lstStyle/>
        <a:p>
          <a:endParaRPr lang="en-US"/>
        </a:p>
      </dgm:t>
    </dgm:pt>
    <dgm:pt modelId="{8AA8EF82-8541-45D7-B20C-4E63CFA9E603}" type="sibTrans" cxnId="{8ECD9086-F12C-4187-BB90-8E3EBAF69BB4}">
      <dgm:prSet/>
      <dgm:spPr/>
      <dgm:t>
        <a:bodyPr/>
        <a:lstStyle/>
        <a:p>
          <a:endParaRPr lang="en-US"/>
        </a:p>
      </dgm:t>
    </dgm:pt>
    <dgm:pt modelId="{E2952CC1-0599-4766-8DBB-1A26FE473DA3}" type="pres">
      <dgm:prSet presAssocID="{7805454F-9A8D-434F-8413-3BD71C12B114}" presName="cycle" presStyleCnt="0">
        <dgm:presLayoutVars>
          <dgm:dir/>
          <dgm:resizeHandles val="exact"/>
        </dgm:presLayoutVars>
      </dgm:prSet>
      <dgm:spPr/>
    </dgm:pt>
    <dgm:pt modelId="{D0F3786C-E7F5-4BEB-B992-6A239648FED2}" type="pres">
      <dgm:prSet presAssocID="{A7883D41-AA8F-4978-BEEF-1E97E5447C93}" presName="dummy" presStyleCnt="0"/>
      <dgm:spPr/>
    </dgm:pt>
    <dgm:pt modelId="{CD6872B1-40A3-41C8-8578-B8F872D958E7}" type="pres">
      <dgm:prSet presAssocID="{A7883D41-AA8F-4978-BEEF-1E97E5447C93}" presName="node" presStyleLbl="revTx" presStyleIdx="0" presStyleCnt="3">
        <dgm:presLayoutVars>
          <dgm:bulletEnabled val="1"/>
        </dgm:presLayoutVars>
      </dgm:prSet>
      <dgm:spPr/>
    </dgm:pt>
    <dgm:pt modelId="{65861E04-A733-4DC8-9CFB-2B5D037C07DF}" type="pres">
      <dgm:prSet presAssocID="{2E33DB0D-02D1-4E56-8836-7C93C45D6095}" presName="sibTrans" presStyleLbl="node1" presStyleIdx="0" presStyleCnt="3"/>
      <dgm:spPr/>
    </dgm:pt>
    <dgm:pt modelId="{FC4DCEA4-21BF-4DCB-B2E6-A9AD7FA934D3}" type="pres">
      <dgm:prSet presAssocID="{50C0D394-9FEA-4B92-9666-CFC58668A514}" presName="dummy" presStyleCnt="0"/>
      <dgm:spPr/>
    </dgm:pt>
    <dgm:pt modelId="{412B8748-EA51-487A-B510-A621E7ED7030}" type="pres">
      <dgm:prSet presAssocID="{50C0D394-9FEA-4B92-9666-CFC58668A514}" presName="node" presStyleLbl="revTx" presStyleIdx="1" presStyleCnt="3">
        <dgm:presLayoutVars>
          <dgm:bulletEnabled val="1"/>
        </dgm:presLayoutVars>
      </dgm:prSet>
      <dgm:spPr/>
    </dgm:pt>
    <dgm:pt modelId="{46E2C8F6-4653-44A0-B3E5-3637370570CB}" type="pres">
      <dgm:prSet presAssocID="{60119387-C4D4-4ED0-A8BC-A5746AB99BA3}" presName="sibTrans" presStyleLbl="node1" presStyleIdx="1" presStyleCnt="3"/>
      <dgm:spPr/>
    </dgm:pt>
    <dgm:pt modelId="{4264BCC0-16C6-436D-82F0-041CA55084B6}" type="pres">
      <dgm:prSet presAssocID="{DBA7D6D6-6547-4B56-844E-8955618E3C5A}" presName="dummy" presStyleCnt="0"/>
      <dgm:spPr/>
    </dgm:pt>
    <dgm:pt modelId="{C874A2CA-BE06-4B1F-B865-52F340166B66}" type="pres">
      <dgm:prSet presAssocID="{DBA7D6D6-6547-4B56-844E-8955618E3C5A}" presName="node" presStyleLbl="revTx" presStyleIdx="2" presStyleCnt="3">
        <dgm:presLayoutVars>
          <dgm:bulletEnabled val="1"/>
        </dgm:presLayoutVars>
      </dgm:prSet>
      <dgm:spPr/>
    </dgm:pt>
    <dgm:pt modelId="{C98AD99A-C87F-4CD2-AAA5-842BF6218480}" type="pres">
      <dgm:prSet presAssocID="{8AA8EF82-8541-45D7-B20C-4E63CFA9E603}" presName="sibTrans" presStyleLbl="node1" presStyleIdx="2" presStyleCnt="3"/>
      <dgm:spPr/>
    </dgm:pt>
  </dgm:ptLst>
  <dgm:cxnLst>
    <dgm:cxn modelId="{EC6F1844-5754-432A-B392-892854573903}" srcId="{7805454F-9A8D-434F-8413-3BD71C12B114}" destId="{A7883D41-AA8F-4978-BEEF-1E97E5447C93}" srcOrd="0" destOrd="0" parTransId="{30F8B522-1187-4124-A575-4F16906B942B}" sibTransId="{2E33DB0D-02D1-4E56-8836-7C93C45D6095}"/>
    <dgm:cxn modelId="{1C5BF37A-D8A8-4340-93B3-155C52205037}" type="presOf" srcId="{7805454F-9A8D-434F-8413-3BD71C12B114}" destId="{E2952CC1-0599-4766-8DBB-1A26FE473DA3}" srcOrd="0" destOrd="0" presId="urn:microsoft.com/office/officeart/2005/8/layout/cycle1"/>
    <dgm:cxn modelId="{E3FAB785-ABA2-4039-BC91-FBD61FAB2CE2}" type="presOf" srcId="{8AA8EF82-8541-45D7-B20C-4E63CFA9E603}" destId="{C98AD99A-C87F-4CD2-AAA5-842BF6218480}" srcOrd="0" destOrd="0" presId="urn:microsoft.com/office/officeart/2005/8/layout/cycle1"/>
    <dgm:cxn modelId="{8ECD9086-F12C-4187-BB90-8E3EBAF69BB4}" srcId="{7805454F-9A8D-434F-8413-3BD71C12B114}" destId="{DBA7D6D6-6547-4B56-844E-8955618E3C5A}" srcOrd="2" destOrd="0" parTransId="{82FABDAB-B29E-451B-AC95-460FE6085357}" sibTransId="{8AA8EF82-8541-45D7-B20C-4E63CFA9E603}"/>
    <dgm:cxn modelId="{51E79591-5423-4B1F-BFE5-1BF0A7B3A1EC}" type="presOf" srcId="{60119387-C4D4-4ED0-A8BC-A5746AB99BA3}" destId="{46E2C8F6-4653-44A0-B3E5-3637370570CB}" srcOrd="0" destOrd="0" presId="urn:microsoft.com/office/officeart/2005/8/layout/cycle1"/>
    <dgm:cxn modelId="{F7F6ABA4-286F-451E-A0FE-06E1B36DDF67}" srcId="{7805454F-9A8D-434F-8413-3BD71C12B114}" destId="{50C0D394-9FEA-4B92-9666-CFC58668A514}" srcOrd="1" destOrd="0" parTransId="{62CB45A7-3A7C-412B-962B-2FAA2AC5E712}" sibTransId="{60119387-C4D4-4ED0-A8BC-A5746AB99BA3}"/>
    <dgm:cxn modelId="{C57329A8-21F9-4284-A88F-94C3193C4B56}" type="presOf" srcId="{2E33DB0D-02D1-4E56-8836-7C93C45D6095}" destId="{65861E04-A733-4DC8-9CFB-2B5D037C07DF}" srcOrd="0" destOrd="0" presId="urn:microsoft.com/office/officeart/2005/8/layout/cycle1"/>
    <dgm:cxn modelId="{CDBFE9AB-4F65-432A-A30B-2AB2739853F4}" type="presOf" srcId="{A7883D41-AA8F-4978-BEEF-1E97E5447C93}" destId="{CD6872B1-40A3-41C8-8578-B8F872D958E7}" srcOrd="0" destOrd="0" presId="urn:microsoft.com/office/officeart/2005/8/layout/cycle1"/>
    <dgm:cxn modelId="{C8534AD1-1508-449E-95BB-7CB33307862C}" type="presOf" srcId="{50C0D394-9FEA-4B92-9666-CFC58668A514}" destId="{412B8748-EA51-487A-B510-A621E7ED7030}" srcOrd="0" destOrd="0" presId="urn:microsoft.com/office/officeart/2005/8/layout/cycle1"/>
    <dgm:cxn modelId="{6AC1F0EC-7CF0-4C4C-BEDC-0B0EF3090343}" type="presOf" srcId="{DBA7D6D6-6547-4B56-844E-8955618E3C5A}" destId="{C874A2CA-BE06-4B1F-B865-52F340166B66}" srcOrd="0" destOrd="0" presId="urn:microsoft.com/office/officeart/2005/8/layout/cycle1"/>
    <dgm:cxn modelId="{E17241C4-4781-4254-A5B8-CA6FCE29AF0F}" type="presParOf" srcId="{E2952CC1-0599-4766-8DBB-1A26FE473DA3}" destId="{D0F3786C-E7F5-4BEB-B992-6A239648FED2}" srcOrd="0" destOrd="0" presId="urn:microsoft.com/office/officeart/2005/8/layout/cycle1"/>
    <dgm:cxn modelId="{62E2543A-006B-455E-8933-6BFDAA0C8E8E}" type="presParOf" srcId="{E2952CC1-0599-4766-8DBB-1A26FE473DA3}" destId="{CD6872B1-40A3-41C8-8578-B8F872D958E7}" srcOrd="1" destOrd="0" presId="urn:microsoft.com/office/officeart/2005/8/layout/cycle1"/>
    <dgm:cxn modelId="{CE55E598-B708-4A35-9A30-30F484793EC1}" type="presParOf" srcId="{E2952CC1-0599-4766-8DBB-1A26FE473DA3}" destId="{65861E04-A733-4DC8-9CFB-2B5D037C07DF}" srcOrd="2" destOrd="0" presId="urn:microsoft.com/office/officeart/2005/8/layout/cycle1"/>
    <dgm:cxn modelId="{8AA2FD45-CFC3-4498-8260-2A373918D70E}" type="presParOf" srcId="{E2952CC1-0599-4766-8DBB-1A26FE473DA3}" destId="{FC4DCEA4-21BF-4DCB-B2E6-A9AD7FA934D3}" srcOrd="3" destOrd="0" presId="urn:microsoft.com/office/officeart/2005/8/layout/cycle1"/>
    <dgm:cxn modelId="{B1FD8168-B898-4C84-AD20-0B200CB79D4C}" type="presParOf" srcId="{E2952CC1-0599-4766-8DBB-1A26FE473DA3}" destId="{412B8748-EA51-487A-B510-A621E7ED7030}" srcOrd="4" destOrd="0" presId="urn:microsoft.com/office/officeart/2005/8/layout/cycle1"/>
    <dgm:cxn modelId="{C9039F8E-4CA7-4A84-9D84-5D509CFB96B8}" type="presParOf" srcId="{E2952CC1-0599-4766-8DBB-1A26FE473DA3}" destId="{46E2C8F6-4653-44A0-B3E5-3637370570CB}" srcOrd="5" destOrd="0" presId="urn:microsoft.com/office/officeart/2005/8/layout/cycle1"/>
    <dgm:cxn modelId="{44D0A514-2CB1-4017-939A-9AF07412BF73}" type="presParOf" srcId="{E2952CC1-0599-4766-8DBB-1A26FE473DA3}" destId="{4264BCC0-16C6-436D-82F0-041CA55084B6}" srcOrd="6" destOrd="0" presId="urn:microsoft.com/office/officeart/2005/8/layout/cycle1"/>
    <dgm:cxn modelId="{84B9FCB8-0D19-4D76-A045-863725621B23}" type="presParOf" srcId="{E2952CC1-0599-4766-8DBB-1A26FE473DA3}" destId="{C874A2CA-BE06-4B1F-B865-52F340166B66}" srcOrd="7" destOrd="0" presId="urn:microsoft.com/office/officeart/2005/8/layout/cycle1"/>
    <dgm:cxn modelId="{6B8D21EE-FB33-40DC-8E04-9C65F4B59B76}" type="presParOf" srcId="{E2952CC1-0599-4766-8DBB-1A26FE473DA3}" destId="{C98AD99A-C87F-4CD2-AAA5-842BF6218480}" srcOrd="8"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0C4A17E-80C3-4F20-B7C1-3D489952E0E2}" type="doc">
      <dgm:prSet loTypeId="urn:microsoft.com/office/officeart/2005/8/layout/hChevron3" loCatId="process" qsTypeId="urn:microsoft.com/office/officeart/2005/8/quickstyle/simple1" qsCatId="simple" csTypeId="urn:microsoft.com/office/officeart/2005/8/colors/accent1_2" csCatId="accent1" phldr="1"/>
      <dgm:spPr/>
    </dgm:pt>
    <dgm:pt modelId="{E22230DD-61D5-461B-B493-3549E837A42F}">
      <dgm:prSet phldrT="[Text]"/>
      <dgm:spPr/>
      <dgm:t>
        <a:bodyPr/>
        <a:lstStyle/>
        <a:p>
          <a:r>
            <a:rPr lang="en-US" dirty="0"/>
            <a:t>Nascent</a:t>
          </a:r>
        </a:p>
      </dgm:t>
    </dgm:pt>
    <dgm:pt modelId="{AB160B05-637F-4569-AC87-1BF7F77A68B6}" type="parTrans" cxnId="{0F5424C7-3698-4F24-B4DA-8AFD9D429C38}">
      <dgm:prSet/>
      <dgm:spPr/>
      <dgm:t>
        <a:bodyPr/>
        <a:lstStyle/>
        <a:p>
          <a:endParaRPr lang="en-US"/>
        </a:p>
      </dgm:t>
    </dgm:pt>
    <dgm:pt modelId="{FBC2C1A3-2348-43E5-A159-DD08F37EC845}" type="sibTrans" cxnId="{0F5424C7-3698-4F24-B4DA-8AFD9D429C38}">
      <dgm:prSet/>
      <dgm:spPr/>
      <dgm:t>
        <a:bodyPr/>
        <a:lstStyle/>
        <a:p>
          <a:endParaRPr lang="en-US"/>
        </a:p>
      </dgm:t>
    </dgm:pt>
    <dgm:pt modelId="{F23875B6-03D1-4C25-A372-C58B2D149EA9}" type="pres">
      <dgm:prSet presAssocID="{30C4A17E-80C3-4F20-B7C1-3D489952E0E2}" presName="Name0" presStyleCnt="0">
        <dgm:presLayoutVars>
          <dgm:dir/>
          <dgm:resizeHandles val="exact"/>
        </dgm:presLayoutVars>
      </dgm:prSet>
      <dgm:spPr/>
    </dgm:pt>
    <dgm:pt modelId="{29201CE9-2B47-401F-B587-476BF3948E00}" type="pres">
      <dgm:prSet presAssocID="{E22230DD-61D5-461B-B493-3549E837A42F}" presName="parTxOnly" presStyleLbl="node1" presStyleIdx="0" presStyleCnt="1" custScaleX="92878" custScaleY="100579" custLinFactNeighborX="-39702" custLinFactNeighborY="4478">
        <dgm:presLayoutVars>
          <dgm:bulletEnabled val="1"/>
        </dgm:presLayoutVars>
      </dgm:prSet>
      <dgm:spPr/>
    </dgm:pt>
  </dgm:ptLst>
  <dgm:cxnLst>
    <dgm:cxn modelId="{6FD4BA2F-9770-4F10-9F96-54FE409BB84F}" type="presOf" srcId="{30C4A17E-80C3-4F20-B7C1-3D489952E0E2}" destId="{F23875B6-03D1-4C25-A372-C58B2D149EA9}" srcOrd="0" destOrd="0" presId="urn:microsoft.com/office/officeart/2005/8/layout/hChevron3"/>
    <dgm:cxn modelId="{0F5424C7-3698-4F24-B4DA-8AFD9D429C38}" srcId="{30C4A17E-80C3-4F20-B7C1-3D489952E0E2}" destId="{E22230DD-61D5-461B-B493-3549E837A42F}" srcOrd="0" destOrd="0" parTransId="{AB160B05-637F-4569-AC87-1BF7F77A68B6}" sibTransId="{FBC2C1A3-2348-43E5-A159-DD08F37EC845}"/>
    <dgm:cxn modelId="{90A440DF-09E7-49B0-AC07-8FD268376D69}" type="presOf" srcId="{E22230DD-61D5-461B-B493-3549E837A42F}" destId="{29201CE9-2B47-401F-B587-476BF3948E00}" srcOrd="0" destOrd="0" presId="urn:microsoft.com/office/officeart/2005/8/layout/hChevron3"/>
    <dgm:cxn modelId="{794376E3-A664-4BE2-98A5-9FF2E4C3E5FE}" type="presParOf" srcId="{F23875B6-03D1-4C25-A372-C58B2D149EA9}" destId="{29201CE9-2B47-401F-B587-476BF3948E00}" srcOrd="0"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B0B83B0-78A2-4BE4-A04F-32D4BB0D4CE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47B3212-8683-485E-8E3C-A18134F6468F}">
      <dgm:prSet phldrT="[Text]"/>
      <dgm:spPr/>
      <dgm:t>
        <a:bodyPr/>
        <a:lstStyle/>
        <a:p>
          <a:r>
            <a:rPr lang="en-US" dirty="0"/>
            <a:t>Oxygen Forensics</a:t>
          </a:r>
        </a:p>
      </dgm:t>
    </dgm:pt>
    <dgm:pt modelId="{8765FE00-44C8-49AC-97C9-CA7A1C83F912}" type="parTrans" cxnId="{3709E20F-6E23-40C6-8FE0-5906F2E48956}">
      <dgm:prSet/>
      <dgm:spPr/>
      <dgm:t>
        <a:bodyPr/>
        <a:lstStyle/>
        <a:p>
          <a:endParaRPr lang="en-US"/>
        </a:p>
      </dgm:t>
    </dgm:pt>
    <dgm:pt modelId="{7C64726F-6299-4687-918E-36FD6953365E}" type="sibTrans" cxnId="{3709E20F-6E23-40C6-8FE0-5906F2E48956}">
      <dgm:prSet/>
      <dgm:spPr/>
      <dgm:t>
        <a:bodyPr/>
        <a:lstStyle/>
        <a:p>
          <a:endParaRPr lang="en-US"/>
        </a:p>
      </dgm:t>
    </dgm:pt>
    <dgm:pt modelId="{7072B229-36A7-4955-9DC0-DE3D8747FA19}">
      <dgm:prSet phldrT="[Text]"/>
      <dgm:spPr/>
      <dgm:t>
        <a:bodyPr/>
        <a:lstStyle/>
        <a:p>
          <a:r>
            <a:rPr lang="en-US" dirty="0"/>
            <a:t>Cellabrite</a:t>
          </a:r>
        </a:p>
      </dgm:t>
    </dgm:pt>
    <dgm:pt modelId="{51C4C2B5-B181-48D6-A7A3-0C8D1D42643D}" type="parTrans" cxnId="{997EB827-02C0-4B25-B883-B63AC42D49CB}">
      <dgm:prSet/>
      <dgm:spPr/>
      <dgm:t>
        <a:bodyPr/>
        <a:lstStyle/>
        <a:p>
          <a:endParaRPr lang="en-US"/>
        </a:p>
      </dgm:t>
    </dgm:pt>
    <dgm:pt modelId="{EA7DB108-1851-4C20-B0CC-2AB633D92055}" type="sibTrans" cxnId="{997EB827-02C0-4B25-B883-B63AC42D49CB}">
      <dgm:prSet/>
      <dgm:spPr/>
      <dgm:t>
        <a:bodyPr/>
        <a:lstStyle/>
        <a:p>
          <a:endParaRPr lang="en-US"/>
        </a:p>
      </dgm:t>
    </dgm:pt>
    <dgm:pt modelId="{ADF2D627-0CF6-4744-99F5-4EC2324BFF42}">
      <dgm:prSet phldrT="[Text]"/>
      <dgm:spPr/>
      <dgm:t>
        <a:bodyPr/>
        <a:lstStyle/>
        <a:p>
          <a:r>
            <a:rPr lang="en-US" dirty="0"/>
            <a:t>Data Doctor</a:t>
          </a:r>
        </a:p>
      </dgm:t>
    </dgm:pt>
    <dgm:pt modelId="{45A46607-C717-4594-B838-F652DFA06457}" type="parTrans" cxnId="{9DF33493-DA69-42C0-88AA-E1C2F9CBFB48}">
      <dgm:prSet/>
      <dgm:spPr/>
      <dgm:t>
        <a:bodyPr/>
        <a:lstStyle/>
        <a:p>
          <a:endParaRPr lang="en-US"/>
        </a:p>
      </dgm:t>
    </dgm:pt>
    <dgm:pt modelId="{0C7F2F8C-9DE8-45AD-A733-3289465ACF8F}" type="sibTrans" cxnId="{9DF33493-DA69-42C0-88AA-E1C2F9CBFB48}">
      <dgm:prSet/>
      <dgm:spPr/>
      <dgm:t>
        <a:bodyPr/>
        <a:lstStyle/>
        <a:p>
          <a:endParaRPr lang="en-US"/>
        </a:p>
      </dgm:t>
    </dgm:pt>
    <dgm:pt modelId="{714CA292-6FEA-4DE2-90F2-1D07D380790A}">
      <dgm:prSet phldrT="[Text]"/>
      <dgm:spPr/>
      <dgm:t>
        <a:bodyPr/>
        <a:lstStyle/>
        <a:p>
          <a:r>
            <a:rPr lang="en-US" dirty="0"/>
            <a:t>Device Seizure</a:t>
          </a:r>
        </a:p>
      </dgm:t>
    </dgm:pt>
    <dgm:pt modelId="{85D32FEE-7D94-456B-89D7-0BFC8B7B1C20}" type="parTrans" cxnId="{CB5C33DA-1727-410E-AC96-CBD074A5CB2A}">
      <dgm:prSet/>
      <dgm:spPr/>
      <dgm:t>
        <a:bodyPr/>
        <a:lstStyle/>
        <a:p>
          <a:endParaRPr lang="en-US"/>
        </a:p>
      </dgm:t>
    </dgm:pt>
    <dgm:pt modelId="{F71F0CCD-48C0-4805-B333-657FEEF1F711}" type="sibTrans" cxnId="{CB5C33DA-1727-410E-AC96-CBD074A5CB2A}">
      <dgm:prSet/>
      <dgm:spPr/>
      <dgm:t>
        <a:bodyPr/>
        <a:lstStyle/>
        <a:p>
          <a:endParaRPr lang="en-US"/>
        </a:p>
      </dgm:t>
    </dgm:pt>
    <dgm:pt modelId="{B94DDF20-0B9D-4418-89AB-6C263D4EF6F3}">
      <dgm:prSet phldrT="[Text]"/>
      <dgm:spPr/>
      <dgm:t>
        <a:bodyPr/>
        <a:lstStyle/>
        <a:p>
          <a:r>
            <a:rPr lang="en-US" dirty="0"/>
            <a:t>Forensic SIM Cloner</a:t>
          </a:r>
        </a:p>
      </dgm:t>
    </dgm:pt>
    <dgm:pt modelId="{F5D7F3EE-2F03-41B4-8019-C2E4059A8E3E}" type="parTrans" cxnId="{17536418-1554-43D0-9710-D847C7B645E0}">
      <dgm:prSet/>
      <dgm:spPr/>
      <dgm:t>
        <a:bodyPr/>
        <a:lstStyle/>
        <a:p>
          <a:endParaRPr lang="en-US"/>
        </a:p>
      </dgm:t>
    </dgm:pt>
    <dgm:pt modelId="{848DF086-5B9E-4A64-AFC8-28FEFBFC5F0A}" type="sibTrans" cxnId="{17536418-1554-43D0-9710-D847C7B645E0}">
      <dgm:prSet/>
      <dgm:spPr/>
      <dgm:t>
        <a:bodyPr/>
        <a:lstStyle/>
        <a:p>
          <a:endParaRPr lang="en-US"/>
        </a:p>
      </dgm:t>
    </dgm:pt>
    <dgm:pt modelId="{432C1ED5-1F66-4772-AD6F-FEA80C905952}">
      <dgm:prSet/>
      <dgm:spPr/>
      <dgm:t>
        <a:bodyPr/>
        <a:lstStyle/>
        <a:p>
          <a:r>
            <a:rPr lang="en-US" dirty="0"/>
            <a:t>MobileEdit</a:t>
          </a:r>
        </a:p>
      </dgm:t>
    </dgm:pt>
    <dgm:pt modelId="{0E7FE8E3-823E-45C1-A381-071ED3AA8C70}" type="parTrans" cxnId="{88BC1A9E-7159-4A1A-98E5-83B99F8547F9}">
      <dgm:prSet/>
      <dgm:spPr/>
    </dgm:pt>
    <dgm:pt modelId="{A5A01310-DB5B-433B-BC2C-C2B93147429F}" type="sibTrans" cxnId="{88BC1A9E-7159-4A1A-98E5-83B99F8547F9}">
      <dgm:prSet/>
      <dgm:spPr/>
    </dgm:pt>
    <dgm:pt modelId="{939A97B9-9B90-4660-BD4E-37D199D837E4}" type="pres">
      <dgm:prSet presAssocID="{CB0B83B0-78A2-4BE4-A04F-32D4BB0D4CEB}" presName="diagram" presStyleCnt="0">
        <dgm:presLayoutVars>
          <dgm:dir/>
          <dgm:resizeHandles val="exact"/>
        </dgm:presLayoutVars>
      </dgm:prSet>
      <dgm:spPr/>
    </dgm:pt>
    <dgm:pt modelId="{269175C3-11E3-46C1-9A1D-2083740188D5}" type="pres">
      <dgm:prSet presAssocID="{847B3212-8683-485E-8E3C-A18134F6468F}" presName="node" presStyleLbl="node1" presStyleIdx="0" presStyleCnt="6">
        <dgm:presLayoutVars>
          <dgm:bulletEnabled val="1"/>
        </dgm:presLayoutVars>
      </dgm:prSet>
      <dgm:spPr/>
    </dgm:pt>
    <dgm:pt modelId="{6C85B279-EB24-40FF-AA1B-3D2C74A5DF50}" type="pres">
      <dgm:prSet presAssocID="{7C64726F-6299-4687-918E-36FD6953365E}" presName="sibTrans" presStyleCnt="0"/>
      <dgm:spPr/>
    </dgm:pt>
    <dgm:pt modelId="{F28CEE0F-8AC9-4E4C-8300-94698AF998A7}" type="pres">
      <dgm:prSet presAssocID="{7072B229-36A7-4955-9DC0-DE3D8747FA19}" presName="node" presStyleLbl="node1" presStyleIdx="1" presStyleCnt="6">
        <dgm:presLayoutVars>
          <dgm:bulletEnabled val="1"/>
        </dgm:presLayoutVars>
      </dgm:prSet>
      <dgm:spPr/>
    </dgm:pt>
    <dgm:pt modelId="{1862E9B1-39DF-431D-A891-BE76C966B7AD}" type="pres">
      <dgm:prSet presAssocID="{EA7DB108-1851-4C20-B0CC-2AB633D92055}" presName="sibTrans" presStyleCnt="0"/>
      <dgm:spPr/>
    </dgm:pt>
    <dgm:pt modelId="{A26A18DF-2DC1-4C54-8A9D-E3BF2C19574D}" type="pres">
      <dgm:prSet presAssocID="{432C1ED5-1F66-4772-AD6F-FEA80C905952}" presName="node" presStyleLbl="node1" presStyleIdx="2" presStyleCnt="6">
        <dgm:presLayoutVars>
          <dgm:bulletEnabled val="1"/>
        </dgm:presLayoutVars>
      </dgm:prSet>
      <dgm:spPr/>
    </dgm:pt>
    <dgm:pt modelId="{A105CBE6-B551-439B-A685-F5D9AFD7276F}" type="pres">
      <dgm:prSet presAssocID="{A5A01310-DB5B-433B-BC2C-C2B93147429F}" presName="sibTrans" presStyleCnt="0"/>
      <dgm:spPr/>
    </dgm:pt>
    <dgm:pt modelId="{B8217750-2E66-490C-BA49-EA6DC37C61B5}" type="pres">
      <dgm:prSet presAssocID="{ADF2D627-0CF6-4744-99F5-4EC2324BFF42}" presName="node" presStyleLbl="node1" presStyleIdx="3" presStyleCnt="6">
        <dgm:presLayoutVars>
          <dgm:bulletEnabled val="1"/>
        </dgm:presLayoutVars>
      </dgm:prSet>
      <dgm:spPr/>
    </dgm:pt>
    <dgm:pt modelId="{38112A15-A662-45DB-AE87-34F06BEA20B0}" type="pres">
      <dgm:prSet presAssocID="{0C7F2F8C-9DE8-45AD-A733-3289465ACF8F}" presName="sibTrans" presStyleCnt="0"/>
      <dgm:spPr/>
    </dgm:pt>
    <dgm:pt modelId="{BE1640B4-5A40-4E30-885C-50F415325560}" type="pres">
      <dgm:prSet presAssocID="{714CA292-6FEA-4DE2-90F2-1D07D380790A}" presName="node" presStyleLbl="node1" presStyleIdx="4" presStyleCnt="6">
        <dgm:presLayoutVars>
          <dgm:bulletEnabled val="1"/>
        </dgm:presLayoutVars>
      </dgm:prSet>
      <dgm:spPr/>
    </dgm:pt>
    <dgm:pt modelId="{05BC88A8-380B-427E-850E-99BA426B16F5}" type="pres">
      <dgm:prSet presAssocID="{F71F0CCD-48C0-4805-B333-657FEEF1F711}" presName="sibTrans" presStyleCnt="0"/>
      <dgm:spPr/>
    </dgm:pt>
    <dgm:pt modelId="{915B5583-A96E-462D-9794-D91BDD1D9FD3}" type="pres">
      <dgm:prSet presAssocID="{B94DDF20-0B9D-4418-89AB-6C263D4EF6F3}" presName="node" presStyleLbl="node1" presStyleIdx="5" presStyleCnt="6">
        <dgm:presLayoutVars>
          <dgm:bulletEnabled val="1"/>
        </dgm:presLayoutVars>
      </dgm:prSet>
      <dgm:spPr/>
    </dgm:pt>
  </dgm:ptLst>
  <dgm:cxnLst>
    <dgm:cxn modelId="{3709E20F-6E23-40C6-8FE0-5906F2E48956}" srcId="{CB0B83B0-78A2-4BE4-A04F-32D4BB0D4CEB}" destId="{847B3212-8683-485E-8E3C-A18134F6468F}" srcOrd="0" destOrd="0" parTransId="{8765FE00-44C8-49AC-97C9-CA7A1C83F912}" sibTransId="{7C64726F-6299-4687-918E-36FD6953365E}"/>
    <dgm:cxn modelId="{17536418-1554-43D0-9710-D847C7B645E0}" srcId="{CB0B83B0-78A2-4BE4-A04F-32D4BB0D4CEB}" destId="{B94DDF20-0B9D-4418-89AB-6C263D4EF6F3}" srcOrd="5" destOrd="0" parTransId="{F5D7F3EE-2F03-41B4-8019-C2E4059A8E3E}" sibTransId="{848DF086-5B9E-4A64-AFC8-28FEFBFC5F0A}"/>
    <dgm:cxn modelId="{997EB827-02C0-4B25-B883-B63AC42D49CB}" srcId="{CB0B83B0-78A2-4BE4-A04F-32D4BB0D4CEB}" destId="{7072B229-36A7-4955-9DC0-DE3D8747FA19}" srcOrd="1" destOrd="0" parTransId="{51C4C2B5-B181-48D6-A7A3-0C8D1D42643D}" sibTransId="{EA7DB108-1851-4C20-B0CC-2AB633D92055}"/>
    <dgm:cxn modelId="{6EE4542E-60DB-4719-AE8F-89A8B967130B}" type="presOf" srcId="{847B3212-8683-485E-8E3C-A18134F6468F}" destId="{269175C3-11E3-46C1-9A1D-2083740188D5}" srcOrd="0" destOrd="0" presId="urn:microsoft.com/office/officeart/2005/8/layout/default"/>
    <dgm:cxn modelId="{12A15445-ABBB-4AE6-A546-8B00E17B79A9}" type="presOf" srcId="{CB0B83B0-78A2-4BE4-A04F-32D4BB0D4CEB}" destId="{939A97B9-9B90-4660-BD4E-37D199D837E4}" srcOrd="0" destOrd="0" presId="urn:microsoft.com/office/officeart/2005/8/layout/default"/>
    <dgm:cxn modelId="{A2D82D79-3BCC-42AF-A8F1-872455381DCC}" type="presOf" srcId="{714CA292-6FEA-4DE2-90F2-1D07D380790A}" destId="{BE1640B4-5A40-4E30-885C-50F415325560}" srcOrd="0" destOrd="0" presId="urn:microsoft.com/office/officeart/2005/8/layout/default"/>
    <dgm:cxn modelId="{BCB85684-FCB6-4E9E-A157-B3C0D63214B1}" type="presOf" srcId="{432C1ED5-1F66-4772-AD6F-FEA80C905952}" destId="{A26A18DF-2DC1-4C54-8A9D-E3BF2C19574D}" srcOrd="0" destOrd="0" presId="urn:microsoft.com/office/officeart/2005/8/layout/default"/>
    <dgm:cxn modelId="{2355C689-44F9-4F5A-BAFE-BB4C07FB44EE}" type="presOf" srcId="{7072B229-36A7-4955-9DC0-DE3D8747FA19}" destId="{F28CEE0F-8AC9-4E4C-8300-94698AF998A7}" srcOrd="0" destOrd="0" presId="urn:microsoft.com/office/officeart/2005/8/layout/default"/>
    <dgm:cxn modelId="{9DF33493-DA69-42C0-88AA-E1C2F9CBFB48}" srcId="{CB0B83B0-78A2-4BE4-A04F-32D4BB0D4CEB}" destId="{ADF2D627-0CF6-4744-99F5-4EC2324BFF42}" srcOrd="3" destOrd="0" parTransId="{45A46607-C717-4594-B838-F652DFA06457}" sibTransId="{0C7F2F8C-9DE8-45AD-A733-3289465ACF8F}"/>
    <dgm:cxn modelId="{88BC1A9E-7159-4A1A-98E5-83B99F8547F9}" srcId="{CB0B83B0-78A2-4BE4-A04F-32D4BB0D4CEB}" destId="{432C1ED5-1F66-4772-AD6F-FEA80C905952}" srcOrd="2" destOrd="0" parTransId="{0E7FE8E3-823E-45C1-A381-071ED3AA8C70}" sibTransId="{A5A01310-DB5B-433B-BC2C-C2B93147429F}"/>
    <dgm:cxn modelId="{62D95EB4-58D3-4413-A06C-76CEEC0851CD}" type="presOf" srcId="{B94DDF20-0B9D-4418-89AB-6C263D4EF6F3}" destId="{915B5583-A96E-462D-9794-D91BDD1D9FD3}" srcOrd="0" destOrd="0" presId="urn:microsoft.com/office/officeart/2005/8/layout/default"/>
    <dgm:cxn modelId="{591FADD8-61A8-47BD-B5BD-9F0FF8D33C7E}" type="presOf" srcId="{ADF2D627-0CF6-4744-99F5-4EC2324BFF42}" destId="{B8217750-2E66-490C-BA49-EA6DC37C61B5}" srcOrd="0" destOrd="0" presId="urn:microsoft.com/office/officeart/2005/8/layout/default"/>
    <dgm:cxn modelId="{CB5C33DA-1727-410E-AC96-CBD074A5CB2A}" srcId="{CB0B83B0-78A2-4BE4-A04F-32D4BB0D4CEB}" destId="{714CA292-6FEA-4DE2-90F2-1D07D380790A}" srcOrd="4" destOrd="0" parTransId="{85D32FEE-7D94-456B-89D7-0BFC8B7B1C20}" sibTransId="{F71F0CCD-48C0-4805-B333-657FEEF1F711}"/>
    <dgm:cxn modelId="{D825413D-C9F0-48C6-B306-29F4483BEC25}" type="presParOf" srcId="{939A97B9-9B90-4660-BD4E-37D199D837E4}" destId="{269175C3-11E3-46C1-9A1D-2083740188D5}" srcOrd="0" destOrd="0" presId="urn:microsoft.com/office/officeart/2005/8/layout/default"/>
    <dgm:cxn modelId="{A3CA2F60-7936-41C3-AFC7-03BA2D075D9F}" type="presParOf" srcId="{939A97B9-9B90-4660-BD4E-37D199D837E4}" destId="{6C85B279-EB24-40FF-AA1B-3D2C74A5DF50}" srcOrd="1" destOrd="0" presId="urn:microsoft.com/office/officeart/2005/8/layout/default"/>
    <dgm:cxn modelId="{5E7B2BF2-E16C-435D-89BF-3BF6A42FE0CB}" type="presParOf" srcId="{939A97B9-9B90-4660-BD4E-37D199D837E4}" destId="{F28CEE0F-8AC9-4E4C-8300-94698AF998A7}" srcOrd="2" destOrd="0" presId="urn:microsoft.com/office/officeart/2005/8/layout/default"/>
    <dgm:cxn modelId="{DB9F6CB8-85C4-4AAE-BB7D-658796B873D8}" type="presParOf" srcId="{939A97B9-9B90-4660-BD4E-37D199D837E4}" destId="{1862E9B1-39DF-431D-A891-BE76C966B7AD}" srcOrd="3" destOrd="0" presId="urn:microsoft.com/office/officeart/2005/8/layout/default"/>
    <dgm:cxn modelId="{826E0D26-D9EF-4586-837E-11149B412A97}" type="presParOf" srcId="{939A97B9-9B90-4660-BD4E-37D199D837E4}" destId="{A26A18DF-2DC1-4C54-8A9D-E3BF2C19574D}" srcOrd="4" destOrd="0" presId="urn:microsoft.com/office/officeart/2005/8/layout/default"/>
    <dgm:cxn modelId="{6C099926-FB22-41C0-8430-309C2C63AC91}" type="presParOf" srcId="{939A97B9-9B90-4660-BD4E-37D199D837E4}" destId="{A105CBE6-B551-439B-A685-F5D9AFD7276F}" srcOrd="5" destOrd="0" presId="urn:microsoft.com/office/officeart/2005/8/layout/default"/>
    <dgm:cxn modelId="{799EDA49-825B-4650-818A-CA2D5A2691B0}" type="presParOf" srcId="{939A97B9-9B90-4660-BD4E-37D199D837E4}" destId="{B8217750-2E66-490C-BA49-EA6DC37C61B5}" srcOrd="6" destOrd="0" presId="urn:microsoft.com/office/officeart/2005/8/layout/default"/>
    <dgm:cxn modelId="{ADE35E26-8232-40B1-8955-C40B95350CAB}" type="presParOf" srcId="{939A97B9-9B90-4660-BD4E-37D199D837E4}" destId="{38112A15-A662-45DB-AE87-34F06BEA20B0}" srcOrd="7" destOrd="0" presId="urn:microsoft.com/office/officeart/2005/8/layout/default"/>
    <dgm:cxn modelId="{D76617A6-DD50-4D15-A695-CF1B890337F5}" type="presParOf" srcId="{939A97B9-9B90-4660-BD4E-37D199D837E4}" destId="{BE1640B4-5A40-4E30-885C-50F415325560}" srcOrd="8" destOrd="0" presId="urn:microsoft.com/office/officeart/2005/8/layout/default"/>
    <dgm:cxn modelId="{DD20E0E7-A69D-4B2A-806E-CD4F6604CEBB}" type="presParOf" srcId="{939A97B9-9B90-4660-BD4E-37D199D837E4}" destId="{05BC88A8-380B-427E-850E-99BA426B16F5}" srcOrd="9" destOrd="0" presId="urn:microsoft.com/office/officeart/2005/8/layout/default"/>
    <dgm:cxn modelId="{2373110C-333A-44EB-BF69-4A12200EEECC}" type="presParOf" srcId="{939A97B9-9B90-4660-BD4E-37D199D837E4}" destId="{915B5583-A96E-462D-9794-D91BDD1D9FD3}"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0D8C39-D6F7-4E37-8FCD-0937F1E256DD}">
      <dsp:nvSpPr>
        <dsp:cNvPr id="0" name=""/>
        <dsp:cNvSpPr/>
      </dsp:nvSpPr>
      <dsp:spPr>
        <a:xfrm rot="5400000">
          <a:off x="5044443" y="-1904576"/>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The switching system for the cellular network</a:t>
          </a:r>
        </a:p>
      </dsp:txBody>
      <dsp:txXfrm rot="-5400000">
        <a:off x="2987802" y="210564"/>
        <a:ext cx="5253149" cy="1081366"/>
      </dsp:txXfrm>
    </dsp:sp>
    <dsp:sp modelId="{64B26261-82B3-4636-919A-5EFDA85CB00D}">
      <dsp:nvSpPr>
        <dsp:cNvPr id="0" name=""/>
        <dsp:cNvSpPr/>
      </dsp:nvSpPr>
      <dsp:spPr>
        <a:xfrm>
          <a:off x="0" y="2269"/>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Mobile switching center (MSC)</a:t>
          </a:r>
        </a:p>
      </dsp:txBody>
      <dsp:txXfrm>
        <a:off x="73124" y="75393"/>
        <a:ext cx="2841554" cy="1351707"/>
      </dsp:txXfrm>
    </dsp:sp>
    <dsp:sp modelId="{9FEB3A68-4666-4CD0-8489-41F87BF268F5}">
      <dsp:nvSpPr>
        <dsp:cNvPr id="0" name=""/>
        <dsp:cNvSpPr/>
      </dsp:nvSpPr>
      <dsp:spPr>
        <a:xfrm rot="5400000">
          <a:off x="5044443" y="-331723"/>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The part of the cellular network responsible for communications between the mobile phone and the network switching system</a:t>
          </a:r>
        </a:p>
      </dsp:txBody>
      <dsp:txXfrm rot="-5400000">
        <a:off x="2987802" y="1783417"/>
        <a:ext cx="5253149" cy="1081366"/>
      </dsp:txXfrm>
    </dsp:sp>
    <dsp:sp modelId="{02EDA590-DE2F-47E4-8912-96A6826ABFA7}">
      <dsp:nvSpPr>
        <dsp:cNvPr id="0" name=""/>
        <dsp:cNvSpPr/>
      </dsp:nvSpPr>
      <dsp:spPr>
        <a:xfrm>
          <a:off x="0" y="1575122"/>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Base transceiver station (BTS)</a:t>
          </a:r>
        </a:p>
      </dsp:txBody>
      <dsp:txXfrm>
        <a:off x="73124" y="1648246"/>
        <a:ext cx="2841554" cy="1351707"/>
      </dsp:txXfrm>
    </dsp:sp>
    <dsp:sp modelId="{C7EBCEF2-7CE2-4E6C-919B-F6EDA5DF5AF2}">
      <dsp:nvSpPr>
        <dsp:cNvPr id="0" name=""/>
        <dsp:cNvSpPr/>
      </dsp:nvSpPr>
      <dsp:spPr>
        <a:xfrm rot="5400000">
          <a:off x="5044443" y="1241128"/>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A database used by the MSC that contains subscriber data and service information</a:t>
          </a:r>
        </a:p>
      </dsp:txBody>
      <dsp:txXfrm rot="-5400000">
        <a:off x="2987802" y="3356269"/>
        <a:ext cx="5253149" cy="1081366"/>
      </dsp:txXfrm>
    </dsp:sp>
    <dsp:sp modelId="{1BB3AD86-9DDC-4222-B319-CBA282B05380}">
      <dsp:nvSpPr>
        <dsp:cNvPr id="0" name=""/>
        <dsp:cNvSpPr/>
      </dsp:nvSpPr>
      <dsp:spPr>
        <a:xfrm>
          <a:off x="0" y="3150244"/>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Home location register (HLR)</a:t>
          </a:r>
        </a:p>
      </dsp:txBody>
      <dsp:txXfrm>
        <a:off x="73124" y="3223368"/>
        <a:ext cx="2841554" cy="13517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0D8C39-D6F7-4E37-8FCD-0937F1E256DD}">
      <dsp:nvSpPr>
        <dsp:cNvPr id="0" name=""/>
        <dsp:cNvSpPr/>
      </dsp:nvSpPr>
      <dsp:spPr>
        <a:xfrm rot="5400000">
          <a:off x="5044443" y="-1904576"/>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A memory chip that stores the International Mobile Subscriber Identity (IMSI)</a:t>
          </a:r>
        </a:p>
      </dsp:txBody>
      <dsp:txXfrm rot="-5400000">
        <a:off x="2987802" y="210564"/>
        <a:ext cx="5253149" cy="1081366"/>
      </dsp:txXfrm>
    </dsp:sp>
    <dsp:sp modelId="{64B26261-82B3-4636-919A-5EFDA85CB00D}">
      <dsp:nvSpPr>
        <dsp:cNvPr id="0" name=""/>
        <dsp:cNvSpPr/>
      </dsp:nvSpPr>
      <dsp:spPr>
        <a:xfrm>
          <a:off x="0" y="2269"/>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Subscriber identity module (SIM)</a:t>
          </a:r>
        </a:p>
      </dsp:txBody>
      <dsp:txXfrm>
        <a:off x="73124" y="75393"/>
        <a:ext cx="2841554" cy="1351707"/>
      </dsp:txXfrm>
    </dsp:sp>
    <dsp:sp modelId="{9FEB3A68-4666-4CD0-8489-41F87BF268F5}">
      <dsp:nvSpPr>
        <dsp:cNvPr id="0" name=""/>
        <dsp:cNvSpPr/>
      </dsp:nvSpPr>
      <dsp:spPr>
        <a:xfrm rot="5400000">
          <a:off x="5044443" y="-331723"/>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A unique identification number developed by the U.S. Federal Communications Commission (FCC) to identify cell phones</a:t>
          </a:r>
        </a:p>
      </dsp:txBody>
      <dsp:txXfrm rot="-5400000">
        <a:off x="2987802" y="1783417"/>
        <a:ext cx="5253149" cy="1081366"/>
      </dsp:txXfrm>
    </dsp:sp>
    <dsp:sp modelId="{02EDA590-DE2F-47E4-8912-96A6826ABFA7}">
      <dsp:nvSpPr>
        <dsp:cNvPr id="0" name=""/>
        <dsp:cNvSpPr/>
      </dsp:nvSpPr>
      <dsp:spPr>
        <a:xfrm>
          <a:off x="0" y="1575122"/>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Electronic serial number (ESN)</a:t>
          </a:r>
        </a:p>
      </dsp:txBody>
      <dsp:txXfrm>
        <a:off x="73124" y="1648246"/>
        <a:ext cx="2841554" cy="1351707"/>
      </dsp:txXfrm>
    </dsp:sp>
    <dsp:sp modelId="{C7EBCEF2-7CE2-4E6C-919B-F6EDA5DF5AF2}">
      <dsp:nvSpPr>
        <dsp:cNvPr id="0" name=""/>
        <dsp:cNvSpPr/>
      </dsp:nvSpPr>
      <dsp:spPr>
        <a:xfrm rot="5400000">
          <a:off x="5044443" y="1241128"/>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 A code used to reset a forgotten PIN</a:t>
          </a:r>
        </a:p>
      </dsp:txBody>
      <dsp:txXfrm rot="-5400000">
        <a:off x="2987802" y="3356269"/>
        <a:ext cx="5253149" cy="1081366"/>
      </dsp:txXfrm>
    </dsp:sp>
    <dsp:sp modelId="{1BB3AD86-9DDC-4222-B319-CBA282B05380}">
      <dsp:nvSpPr>
        <dsp:cNvPr id="0" name=""/>
        <dsp:cNvSpPr/>
      </dsp:nvSpPr>
      <dsp:spPr>
        <a:xfrm>
          <a:off x="0" y="3147975"/>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Personal unlocking code (PUK)</a:t>
          </a:r>
        </a:p>
      </dsp:txBody>
      <dsp:txXfrm>
        <a:off x="73124" y="3221099"/>
        <a:ext cx="2841554" cy="13517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D5A5C-EE23-4C5C-A0FD-458736D03F43}">
      <dsp:nvSpPr>
        <dsp:cNvPr id="0" name=""/>
        <dsp:cNvSpPr/>
      </dsp:nvSpPr>
      <dsp:spPr>
        <a:xfrm>
          <a:off x="681320" y="2189520"/>
          <a:ext cx="1268928" cy="846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t>GSM</a:t>
          </a:r>
        </a:p>
      </dsp:txBody>
      <dsp:txXfrm>
        <a:off x="884349" y="2189520"/>
        <a:ext cx="1065899" cy="846375"/>
      </dsp:txXfrm>
    </dsp:sp>
    <dsp:sp modelId="{59FC3B69-125F-43D3-AF6D-2918E8CBF933}">
      <dsp:nvSpPr>
        <dsp:cNvPr id="0" name=""/>
        <dsp:cNvSpPr/>
      </dsp:nvSpPr>
      <dsp:spPr>
        <a:xfrm>
          <a:off x="4559" y="1851139"/>
          <a:ext cx="845952" cy="8459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n-US" sz="2400" kern="1200" dirty="0"/>
            <a:t>2G</a:t>
          </a:r>
        </a:p>
      </dsp:txBody>
      <dsp:txXfrm>
        <a:off x="128446" y="1975026"/>
        <a:ext cx="598178" cy="598178"/>
      </dsp:txXfrm>
    </dsp:sp>
    <dsp:sp modelId="{B2BE1BD9-3E96-4AA2-B5B2-3B74B5BC8DC8}">
      <dsp:nvSpPr>
        <dsp:cNvPr id="0" name=""/>
        <dsp:cNvSpPr/>
      </dsp:nvSpPr>
      <dsp:spPr>
        <a:xfrm>
          <a:off x="2796201" y="2189520"/>
          <a:ext cx="1268928" cy="846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t>EDGE</a:t>
          </a:r>
        </a:p>
      </dsp:txBody>
      <dsp:txXfrm>
        <a:off x="2999229" y="2189520"/>
        <a:ext cx="1065899" cy="846375"/>
      </dsp:txXfrm>
    </dsp:sp>
    <dsp:sp modelId="{540680EE-375E-4991-B72B-6069DBEEB319}">
      <dsp:nvSpPr>
        <dsp:cNvPr id="0" name=""/>
        <dsp:cNvSpPr/>
      </dsp:nvSpPr>
      <dsp:spPr>
        <a:xfrm>
          <a:off x="2119439" y="1851139"/>
          <a:ext cx="845952" cy="8459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n-US" sz="2400" kern="1200" dirty="0"/>
            <a:t>2G+</a:t>
          </a:r>
        </a:p>
      </dsp:txBody>
      <dsp:txXfrm>
        <a:off x="2243326" y="1975026"/>
        <a:ext cx="598178" cy="598178"/>
      </dsp:txXfrm>
    </dsp:sp>
    <dsp:sp modelId="{6F872B2F-0CCF-4B68-A106-1E5AA4E62C4C}">
      <dsp:nvSpPr>
        <dsp:cNvPr id="0" name=""/>
        <dsp:cNvSpPr/>
      </dsp:nvSpPr>
      <dsp:spPr>
        <a:xfrm>
          <a:off x="4911082" y="2189520"/>
          <a:ext cx="1268928" cy="846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t>UMTS</a:t>
          </a:r>
        </a:p>
      </dsp:txBody>
      <dsp:txXfrm>
        <a:off x="5114110" y="2189520"/>
        <a:ext cx="1065899" cy="846375"/>
      </dsp:txXfrm>
    </dsp:sp>
    <dsp:sp modelId="{8FD9EB22-03A4-4B45-AFB7-77A00D1CB002}">
      <dsp:nvSpPr>
        <dsp:cNvPr id="0" name=""/>
        <dsp:cNvSpPr/>
      </dsp:nvSpPr>
      <dsp:spPr>
        <a:xfrm>
          <a:off x="4234320" y="1851139"/>
          <a:ext cx="845952" cy="8459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n-US" sz="2400" kern="1200" dirty="0"/>
            <a:t>3G</a:t>
          </a:r>
        </a:p>
      </dsp:txBody>
      <dsp:txXfrm>
        <a:off x="4358207" y="1975026"/>
        <a:ext cx="598178" cy="598178"/>
      </dsp:txXfrm>
    </dsp:sp>
    <dsp:sp modelId="{FEC6D9BC-7474-4211-9763-13A641714245}">
      <dsp:nvSpPr>
        <dsp:cNvPr id="0" name=""/>
        <dsp:cNvSpPr/>
      </dsp:nvSpPr>
      <dsp:spPr>
        <a:xfrm>
          <a:off x="7025962" y="2189520"/>
          <a:ext cx="1268928" cy="846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t>LTE</a:t>
          </a:r>
        </a:p>
      </dsp:txBody>
      <dsp:txXfrm>
        <a:off x="7228991" y="2189520"/>
        <a:ext cx="1065899" cy="846375"/>
      </dsp:txXfrm>
    </dsp:sp>
    <dsp:sp modelId="{8DD4680D-DA7E-42B0-8953-428E28BB02B9}">
      <dsp:nvSpPr>
        <dsp:cNvPr id="0" name=""/>
        <dsp:cNvSpPr/>
      </dsp:nvSpPr>
      <dsp:spPr>
        <a:xfrm>
          <a:off x="6349200" y="1851139"/>
          <a:ext cx="845952" cy="8459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n-US" sz="2400" kern="1200" dirty="0"/>
            <a:t>4G</a:t>
          </a:r>
        </a:p>
      </dsp:txBody>
      <dsp:txXfrm>
        <a:off x="6473087" y="1975026"/>
        <a:ext cx="598178" cy="5981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E243C-FF4B-44F1-A3A6-990FBFD1B47A}">
      <dsp:nvSpPr>
        <dsp:cNvPr id="0" name=""/>
        <dsp:cNvSpPr/>
      </dsp:nvSpPr>
      <dsp:spPr>
        <a:xfrm>
          <a:off x="3120" y="1357230"/>
          <a:ext cx="1876291" cy="72319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iOS</a:t>
          </a:r>
        </a:p>
      </dsp:txBody>
      <dsp:txXfrm>
        <a:off x="3120" y="1357230"/>
        <a:ext cx="1876291" cy="723194"/>
      </dsp:txXfrm>
    </dsp:sp>
    <dsp:sp modelId="{A674B563-083F-47FE-9642-B11BE22BFE48}">
      <dsp:nvSpPr>
        <dsp:cNvPr id="0" name=""/>
        <dsp:cNvSpPr/>
      </dsp:nvSpPr>
      <dsp:spPr>
        <a:xfrm>
          <a:off x="3120" y="2080424"/>
          <a:ext cx="1876291" cy="121054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iPhone</a:t>
          </a:r>
        </a:p>
        <a:p>
          <a:pPr marL="228600" lvl="1" indent="-228600" algn="l" defTabSz="933450">
            <a:lnSpc>
              <a:spcPct val="90000"/>
            </a:lnSpc>
            <a:spcBef>
              <a:spcPct val="0"/>
            </a:spcBef>
            <a:spcAft>
              <a:spcPct val="15000"/>
            </a:spcAft>
            <a:buChar char="•"/>
          </a:pPr>
          <a:r>
            <a:rPr lang="en-US" sz="2100" kern="1200" dirty="0"/>
            <a:t>iPad</a:t>
          </a:r>
        </a:p>
        <a:p>
          <a:pPr marL="228600" lvl="1" indent="-228600" algn="l" defTabSz="933450">
            <a:lnSpc>
              <a:spcPct val="90000"/>
            </a:lnSpc>
            <a:spcBef>
              <a:spcPct val="0"/>
            </a:spcBef>
            <a:spcAft>
              <a:spcPct val="15000"/>
            </a:spcAft>
            <a:buChar char="•"/>
          </a:pPr>
          <a:r>
            <a:rPr lang="en-US" sz="2100" kern="1200" dirty="0"/>
            <a:t>iPod</a:t>
          </a:r>
        </a:p>
      </dsp:txBody>
      <dsp:txXfrm>
        <a:off x="3120" y="2080424"/>
        <a:ext cx="1876291" cy="1210545"/>
      </dsp:txXfrm>
    </dsp:sp>
    <dsp:sp modelId="{3E46E8F6-EA42-4172-BFE7-8594ECDD8449}">
      <dsp:nvSpPr>
        <dsp:cNvPr id="0" name=""/>
        <dsp:cNvSpPr/>
      </dsp:nvSpPr>
      <dsp:spPr>
        <a:xfrm>
          <a:off x="2142092" y="1357230"/>
          <a:ext cx="1876291" cy="72319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Android</a:t>
          </a:r>
        </a:p>
      </dsp:txBody>
      <dsp:txXfrm>
        <a:off x="2142092" y="1357230"/>
        <a:ext cx="1876291" cy="723194"/>
      </dsp:txXfrm>
    </dsp:sp>
    <dsp:sp modelId="{13B056EB-CA33-45E8-960F-E2A2E2334A92}">
      <dsp:nvSpPr>
        <dsp:cNvPr id="0" name=""/>
        <dsp:cNvSpPr/>
      </dsp:nvSpPr>
      <dsp:spPr>
        <a:xfrm>
          <a:off x="2142092" y="2080424"/>
          <a:ext cx="1876291" cy="121054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Samsung Galaxy</a:t>
          </a:r>
        </a:p>
        <a:p>
          <a:pPr marL="228600" lvl="1" indent="-228600" algn="l" defTabSz="933450">
            <a:lnSpc>
              <a:spcPct val="90000"/>
            </a:lnSpc>
            <a:spcBef>
              <a:spcPct val="0"/>
            </a:spcBef>
            <a:spcAft>
              <a:spcPct val="15000"/>
            </a:spcAft>
            <a:buChar char="•"/>
          </a:pPr>
          <a:r>
            <a:rPr lang="en-US" sz="2100" kern="1200" dirty="0"/>
            <a:t>Many more</a:t>
          </a:r>
        </a:p>
      </dsp:txBody>
      <dsp:txXfrm>
        <a:off x="2142092" y="2080424"/>
        <a:ext cx="1876291" cy="1210545"/>
      </dsp:txXfrm>
    </dsp:sp>
    <dsp:sp modelId="{26BA62D4-574C-400B-A7FC-8EA27C58C3F6}">
      <dsp:nvSpPr>
        <dsp:cNvPr id="0" name=""/>
        <dsp:cNvSpPr/>
      </dsp:nvSpPr>
      <dsp:spPr>
        <a:xfrm>
          <a:off x="4281065" y="1357230"/>
          <a:ext cx="1876291" cy="72319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Windows 8</a:t>
          </a:r>
        </a:p>
      </dsp:txBody>
      <dsp:txXfrm>
        <a:off x="4281065" y="1357230"/>
        <a:ext cx="1876291" cy="723194"/>
      </dsp:txXfrm>
    </dsp:sp>
    <dsp:sp modelId="{B3FF3D72-7F46-4327-8FFE-ACDA2E31CAD0}">
      <dsp:nvSpPr>
        <dsp:cNvPr id="0" name=""/>
        <dsp:cNvSpPr/>
      </dsp:nvSpPr>
      <dsp:spPr>
        <a:xfrm>
          <a:off x="4281065" y="2080424"/>
          <a:ext cx="1876291" cy="121054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Microsoft Mobile/</a:t>
          </a:r>
          <a:br>
            <a:rPr lang="en-US" sz="2100" kern="1200" dirty="0"/>
          </a:br>
          <a:r>
            <a:rPr lang="en-US" sz="2100" kern="1200" dirty="0"/>
            <a:t>Nokia</a:t>
          </a:r>
        </a:p>
      </dsp:txBody>
      <dsp:txXfrm>
        <a:off x="4281065" y="2080424"/>
        <a:ext cx="1876291" cy="1210545"/>
      </dsp:txXfrm>
    </dsp:sp>
    <dsp:sp modelId="{CB729572-8042-429A-970E-5D54EF10BDC3}">
      <dsp:nvSpPr>
        <dsp:cNvPr id="0" name=""/>
        <dsp:cNvSpPr/>
      </dsp:nvSpPr>
      <dsp:spPr>
        <a:xfrm>
          <a:off x="6420037" y="1357230"/>
          <a:ext cx="1876291" cy="72319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Blackberry 10</a:t>
          </a:r>
        </a:p>
      </dsp:txBody>
      <dsp:txXfrm>
        <a:off x="6420037" y="1357230"/>
        <a:ext cx="1876291" cy="723194"/>
      </dsp:txXfrm>
    </dsp:sp>
    <dsp:sp modelId="{B8369BE0-ACB2-4390-9413-2ABD71C040F2}">
      <dsp:nvSpPr>
        <dsp:cNvPr id="0" name=""/>
        <dsp:cNvSpPr/>
      </dsp:nvSpPr>
      <dsp:spPr>
        <a:xfrm>
          <a:off x="6420037" y="2080424"/>
          <a:ext cx="1876291" cy="121054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Blackberry</a:t>
          </a:r>
        </a:p>
      </dsp:txBody>
      <dsp:txXfrm>
        <a:off x="6420037" y="2080424"/>
        <a:ext cx="1876291" cy="12105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D4736-F2CC-4F3A-8EF1-AB08CA7FAA58}">
      <dsp:nvSpPr>
        <dsp:cNvPr id="0" name=""/>
        <dsp:cNvSpPr/>
      </dsp:nvSpPr>
      <dsp:spPr>
        <a:xfrm>
          <a:off x="431164" y="0"/>
          <a:ext cx="7437120" cy="46482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A05951-668E-4A8A-A200-DB50A1DDB570}">
      <dsp:nvSpPr>
        <dsp:cNvPr id="0" name=""/>
        <dsp:cNvSpPr/>
      </dsp:nvSpPr>
      <dsp:spPr>
        <a:xfrm>
          <a:off x="1163721" y="3456401"/>
          <a:ext cx="171053" cy="17105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76329A-8427-491C-9049-2F4EF3CADAE7}">
      <dsp:nvSpPr>
        <dsp:cNvPr id="0" name=""/>
        <dsp:cNvSpPr/>
      </dsp:nvSpPr>
      <dsp:spPr>
        <a:xfrm>
          <a:off x="1249248" y="3541928"/>
          <a:ext cx="1271747" cy="1106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638" tIns="0" rIns="0" bIns="0" numCol="1" spcCol="1270" anchor="t" anchorCtr="0">
          <a:noAutofit/>
        </a:bodyPr>
        <a:lstStyle/>
        <a:p>
          <a:pPr marL="0" lvl="0" indent="0" algn="l" defTabSz="977900">
            <a:lnSpc>
              <a:spcPct val="90000"/>
            </a:lnSpc>
            <a:spcBef>
              <a:spcPct val="0"/>
            </a:spcBef>
            <a:spcAft>
              <a:spcPct val="35000"/>
            </a:spcAft>
            <a:buNone/>
          </a:pPr>
          <a:r>
            <a:rPr lang="en-US" sz="2200" kern="1200" dirty="0">
              <a:solidFill>
                <a:srgbClr val="002060"/>
              </a:solidFill>
            </a:rPr>
            <a:t>1996</a:t>
          </a:r>
          <a:br>
            <a:rPr lang="en-US" sz="2200" kern="1200" dirty="0"/>
          </a:br>
          <a:r>
            <a:rPr lang="en-US" sz="2200" kern="1200" dirty="0"/>
            <a:t>Windows CE</a:t>
          </a:r>
        </a:p>
      </dsp:txBody>
      <dsp:txXfrm>
        <a:off x="1249248" y="3541928"/>
        <a:ext cx="1271747" cy="1106271"/>
      </dsp:txXfrm>
    </dsp:sp>
    <dsp:sp modelId="{F2F375D7-9511-4492-B3D0-6179694586EF}">
      <dsp:nvSpPr>
        <dsp:cNvPr id="0" name=""/>
        <dsp:cNvSpPr/>
      </dsp:nvSpPr>
      <dsp:spPr>
        <a:xfrm>
          <a:off x="2372253" y="2375230"/>
          <a:ext cx="297484" cy="29748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D53FE9-9B4C-4B47-9855-2AF4961D5610}">
      <dsp:nvSpPr>
        <dsp:cNvPr id="0" name=""/>
        <dsp:cNvSpPr/>
      </dsp:nvSpPr>
      <dsp:spPr>
        <a:xfrm>
          <a:off x="2520995" y="2523972"/>
          <a:ext cx="1561795" cy="2124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31" tIns="0" rIns="0" bIns="0" numCol="1" spcCol="1270" anchor="t" anchorCtr="0">
          <a:noAutofit/>
        </a:bodyPr>
        <a:lstStyle/>
        <a:p>
          <a:pPr marL="0" lvl="0" indent="0" algn="l" defTabSz="977900">
            <a:lnSpc>
              <a:spcPct val="90000"/>
            </a:lnSpc>
            <a:spcBef>
              <a:spcPct val="0"/>
            </a:spcBef>
            <a:spcAft>
              <a:spcPct val="35000"/>
            </a:spcAft>
            <a:buNone/>
          </a:pPr>
          <a:r>
            <a:rPr lang="en-US" sz="2200" kern="1200" dirty="0">
              <a:solidFill>
                <a:srgbClr val="002060"/>
              </a:solidFill>
            </a:rPr>
            <a:t>2008</a:t>
          </a:r>
          <a:br>
            <a:rPr lang="en-US" sz="2200" kern="1200" dirty="0"/>
          </a:br>
          <a:r>
            <a:rPr lang="en-US" sz="2200" kern="1200" dirty="0"/>
            <a:t>Windows Phone</a:t>
          </a:r>
        </a:p>
      </dsp:txBody>
      <dsp:txXfrm>
        <a:off x="2520995" y="2523972"/>
        <a:ext cx="1561795" cy="2124227"/>
      </dsp:txXfrm>
    </dsp:sp>
    <dsp:sp modelId="{906D1CB6-A599-40B0-9763-4121CCCFD21F}">
      <dsp:nvSpPr>
        <dsp:cNvPr id="0" name=""/>
        <dsp:cNvSpPr/>
      </dsp:nvSpPr>
      <dsp:spPr>
        <a:xfrm>
          <a:off x="3915455" y="1578528"/>
          <a:ext cx="394167" cy="39416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AD3AF5-967B-4358-99EE-CCFCB157B0E8}">
      <dsp:nvSpPr>
        <dsp:cNvPr id="0" name=""/>
        <dsp:cNvSpPr/>
      </dsp:nvSpPr>
      <dsp:spPr>
        <a:xfrm>
          <a:off x="4112539" y="1775612"/>
          <a:ext cx="1561795" cy="2872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8861" tIns="0" rIns="0" bIns="0" numCol="1" spcCol="1270" anchor="t" anchorCtr="0">
          <a:noAutofit/>
        </a:bodyPr>
        <a:lstStyle/>
        <a:p>
          <a:pPr marL="0" lvl="0" indent="0" algn="l" defTabSz="977900">
            <a:lnSpc>
              <a:spcPct val="90000"/>
            </a:lnSpc>
            <a:spcBef>
              <a:spcPct val="0"/>
            </a:spcBef>
            <a:spcAft>
              <a:spcPct val="35000"/>
            </a:spcAft>
            <a:buNone/>
          </a:pPr>
          <a:r>
            <a:rPr lang="en-US" sz="2200" kern="1200" dirty="0">
              <a:solidFill>
                <a:srgbClr val="002060"/>
              </a:solidFill>
            </a:rPr>
            <a:t>2010</a:t>
          </a:r>
          <a:br>
            <a:rPr lang="en-US" sz="2200" kern="1200" dirty="0"/>
          </a:br>
          <a:r>
            <a:rPr lang="en-US" sz="2200" kern="1200" dirty="0"/>
            <a:t>Windows Phone 7</a:t>
          </a:r>
        </a:p>
      </dsp:txBody>
      <dsp:txXfrm>
        <a:off x="4112539" y="1775612"/>
        <a:ext cx="1561795" cy="2872587"/>
      </dsp:txXfrm>
    </dsp:sp>
    <dsp:sp modelId="{91BFE776-4DA7-484B-80E1-F81B9E2D0E2C}">
      <dsp:nvSpPr>
        <dsp:cNvPr id="0" name=""/>
        <dsp:cNvSpPr/>
      </dsp:nvSpPr>
      <dsp:spPr>
        <a:xfrm>
          <a:off x="5596244" y="1051422"/>
          <a:ext cx="528035" cy="52803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49C043-3E1E-4636-BE83-88F9D8CC9D05}">
      <dsp:nvSpPr>
        <dsp:cNvPr id="0" name=""/>
        <dsp:cNvSpPr/>
      </dsp:nvSpPr>
      <dsp:spPr>
        <a:xfrm>
          <a:off x="5838147" y="1444035"/>
          <a:ext cx="1824426" cy="13265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795" tIns="0" rIns="0" bIns="0" numCol="1" spcCol="1270" anchor="t" anchorCtr="0">
          <a:noAutofit/>
        </a:bodyPr>
        <a:lstStyle/>
        <a:p>
          <a:pPr marL="0" lvl="0" indent="0" algn="l" defTabSz="977900">
            <a:lnSpc>
              <a:spcPct val="90000"/>
            </a:lnSpc>
            <a:spcBef>
              <a:spcPct val="0"/>
            </a:spcBef>
            <a:spcAft>
              <a:spcPct val="35000"/>
            </a:spcAft>
            <a:buNone/>
          </a:pPr>
          <a:r>
            <a:rPr lang="en-US" sz="2200" kern="1200" dirty="0">
              <a:solidFill>
                <a:srgbClr val="002060"/>
              </a:solidFill>
            </a:rPr>
            <a:t>2015</a:t>
          </a:r>
          <a:br>
            <a:rPr lang="en-US" sz="2200" kern="1200" dirty="0"/>
          </a:br>
          <a:r>
            <a:rPr lang="en-US" sz="2200" kern="1200" dirty="0"/>
            <a:t>Windows 10 Mobile</a:t>
          </a:r>
        </a:p>
      </dsp:txBody>
      <dsp:txXfrm>
        <a:off x="5838147" y="1444035"/>
        <a:ext cx="1824426" cy="13265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68FFB-F1B1-49F9-B751-088522097F31}">
      <dsp:nvSpPr>
        <dsp:cNvPr id="0" name=""/>
        <dsp:cNvSpPr/>
      </dsp:nvSpPr>
      <dsp:spPr>
        <a:xfrm>
          <a:off x="0" y="638274"/>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Call history</a:t>
          </a:r>
        </a:p>
      </dsp:txBody>
      <dsp:txXfrm>
        <a:off x="0" y="638274"/>
        <a:ext cx="2593578" cy="1556146"/>
      </dsp:txXfrm>
    </dsp:sp>
    <dsp:sp modelId="{866C529F-D1A9-4370-8E0F-A5D8AC36D98D}">
      <dsp:nvSpPr>
        <dsp:cNvPr id="0" name=""/>
        <dsp:cNvSpPr/>
      </dsp:nvSpPr>
      <dsp:spPr>
        <a:xfrm>
          <a:off x="2852935" y="638274"/>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Emails, texts, and/or other messages</a:t>
          </a:r>
        </a:p>
      </dsp:txBody>
      <dsp:txXfrm>
        <a:off x="2852935" y="638274"/>
        <a:ext cx="2593578" cy="1556146"/>
      </dsp:txXfrm>
    </dsp:sp>
    <dsp:sp modelId="{FB9DBD73-AB47-4B07-8372-F2106FC8AAA5}">
      <dsp:nvSpPr>
        <dsp:cNvPr id="0" name=""/>
        <dsp:cNvSpPr/>
      </dsp:nvSpPr>
      <dsp:spPr>
        <a:xfrm>
          <a:off x="5705871" y="638274"/>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Photos and video</a:t>
          </a:r>
        </a:p>
      </dsp:txBody>
      <dsp:txXfrm>
        <a:off x="5705871" y="638274"/>
        <a:ext cx="2593578" cy="1556146"/>
      </dsp:txXfrm>
    </dsp:sp>
    <dsp:sp modelId="{4B6F16C8-7D66-4028-A2BE-0202AE39B92A}">
      <dsp:nvSpPr>
        <dsp:cNvPr id="0" name=""/>
        <dsp:cNvSpPr/>
      </dsp:nvSpPr>
      <dsp:spPr>
        <a:xfrm>
          <a:off x="0" y="2453778"/>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Phone information</a:t>
          </a:r>
        </a:p>
      </dsp:txBody>
      <dsp:txXfrm>
        <a:off x="0" y="2453778"/>
        <a:ext cx="2593578" cy="1556146"/>
      </dsp:txXfrm>
    </dsp:sp>
    <dsp:sp modelId="{1AAEFB66-744C-452A-96A5-8093A0F8AA7B}">
      <dsp:nvSpPr>
        <dsp:cNvPr id="0" name=""/>
        <dsp:cNvSpPr/>
      </dsp:nvSpPr>
      <dsp:spPr>
        <a:xfrm>
          <a:off x="2852935" y="2453778"/>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GPS information</a:t>
          </a:r>
        </a:p>
      </dsp:txBody>
      <dsp:txXfrm>
        <a:off x="2852935" y="2453778"/>
        <a:ext cx="2593578" cy="1556146"/>
      </dsp:txXfrm>
    </dsp:sp>
    <dsp:sp modelId="{23D3E4E0-C360-47A8-AA94-B2BF8835748B}">
      <dsp:nvSpPr>
        <dsp:cNvPr id="0" name=""/>
        <dsp:cNvSpPr/>
      </dsp:nvSpPr>
      <dsp:spPr>
        <a:xfrm>
          <a:off x="5705871" y="2453778"/>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Network information</a:t>
          </a:r>
        </a:p>
      </dsp:txBody>
      <dsp:txXfrm>
        <a:off x="5705871" y="2453778"/>
        <a:ext cx="2593578" cy="155614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6872B1-40A3-41C8-8578-B8F872D958E7}">
      <dsp:nvSpPr>
        <dsp:cNvPr id="0" name=""/>
        <dsp:cNvSpPr/>
      </dsp:nvSpPr>
      <dsp:spPr>
        <a:xfrm>
          <a:off x="4746229" y="343263"/>
          <a:ext cx="1752691" cy="1752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Semi-Active</a:t>
          </a:r>
        </a:p>
      </dsp:txBody>
      <dsp:txXfrm>
        <a:off x="4746229" y="343263"/>
        <a:ext cx="1752691" cy="1752691"/>
      </dsp:txXfrm>
    </dsp:sp>
    <dsp:sp modelId="{65861E04-A733-4DC8-9CFB-2B5D037C07DF}">
      <dsp:nvSpPr>
        <dsp:cNvPr id="0" name=""/>
        <dsp:cNvSpPr/>
      </dsp:nvSpPr>
      <dsp:spPr>
        <a:xfrm>
          <a:off x="2078767" y="-997"/>
          <a:ext cx="4141915" cy="4141915"/>
        </a:xfrm>
        <a:prstGeom prst="circularArrow">
          <a:avLst>
            <a:gd name="adj1" fmla="val 8252"/>
            <a:gd name="adj2" fmla="val 576386"/>
            <a:gd name="adj3" fmla="val 2962624"/>
            <a:gd name="adj4" fmla="val 52547"/>
            <a:gd name="adj5" fmla="val 9627"/>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2B8748-EA51-487A-B510-A621E7ED7030}">
      <dsp:nvSpPr>
        <dsp:cNvPr id="0" name=""/>
        <dsp:cNvSpPr/>
      </dsp:nvSpPr>
      <dsp:spPr>
        <a:xfrm>
          <a:off x="3273379" y="2894315"/>
          <a:ext cx="1752691" cy="1752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Quiescent</a:t>
          </a:r>
        </a:p>
      </dsp:txBody>
      <dsp:txXfrm>
        <a:off x="3273379" y="2894315"/>
        <a:ext cx="1752691" cy="1752691"/>
      </dsp:txXfrm>
    </dsp:sp>
    <dsp:sp modelId="{46E2C8F6-4653-44A0-B3E5-3637370570CB}">
      <dsp:nvSpPr>
        <dsp:cNvPr id="0" name=""/>
        <dsp:cNvSpPr/>
      </dsp:nvSpPr>
      <dsp:spPr>
        <a:xfrm>
          <a:off x="2078767" y="-997"/>
          <a:ext cx="4141915" cy="4141915"/>
        </a:xfrm>
        <a:prstGeom prst="circularArrow">
          <a:avLst>
            <a:gd name="adj1" fmla="val 8252"/>
            <a:gd name="adj2" fmla="val 576386"/>
            <a:gd name="adj3" fmla="val 10171067"/>
            <a:gd name="adj4" fmla="val 7260990"/>
            <a:gd name="adj5" fmla="val 9627"/>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74A2CA-BE06-4B1F-B865-52F340166B66}">
      <dsp:nvSpPr>
        <dsp:cNvPr id="0" name=""/>
        <dsp:cNvSpPr/>
      </dsp:nvSpPr>
      <dsp:spPr>
        <a:xfrm>
          <a:off x="1800528" y="343263"/>
          <a:ext cx="1752691" cy="1752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Active</a:t>
          </a:r>
        </a:p>
      </dsp:txBody>
      <dsp:txXfrm>
        <a:off x="1800528" y="343263"/>
        <a:ext cx="1752691" cy="1752691"/>
      </dsp:txXfrm>
    </dsp:sp>
    <dsp:sp modelId="{C98AD99A-C87F-4CD2-AAA5-842BF6218480}">
      <dsp:nvSpPr>
        <dsp:cNvPr id="0" name=""/>
        <dsp:cNvSpPr/>
      </dsp:nvSpPr>
      <dsp:spPr>
        <a:xfrm>
          <a:off x="2078767" y="-997"/>
          <a:ext cx="4141915" cy="4141915"/>
        </a:xfrm>
        <a:prstGeom prst="circularArrow">
          <a:avLst>
            <a:gd name="adj1" fmla="val 8252"/>
            <a:gd name="adj2" fmla="val 576386"/>
            <a:gd name="adj3" fmla="val 16855571"/>
            <a:gd name="adj4" fmla="val 14968043"/>
            <a:gd name="adj5" fmla="val 9627"/>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201CE9-2B47-401F-B587-476BF3948E00}">
      <dsp:nvSpPr>
        <dsp:cNvPr id="0" name=""/>
        <dsp:cNvSpPr/>
      </dsp:nvSpPr>
      <dsp:spPr>
        <a:xfrm>
          <a:off x="0" y="148845"/>
          <a:ext cx="2121078" cy="918779"/>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93345" rIns="46673" bIns="93345" numCol="1" spcCol="1270" anchor="ctr" anchorCtr="0">
          <a:noAutofit/>
        </a:bodyPr>
        <a:lstStyle/>
        <a:p>
          <a:pPr marL="0" lvl="0" indent="0" algn="ctr" defTabSz="1555750">
            <a:lnSpc>
              <a:spcPct val="90000"/>
            </a:lnSpc>
            <a:spcBef>
              <a:spcPct val="0"/>
            </a:spcBef>
            <a:spcAft>
              <a:spcPct val="35000"/>
            </a:spcAft>
            <a:buNone/>
          </a:pPr>
          <a:r>
            <a:rPr lang="en-US" sz="3500" kern="1200" dirty="0"/>
            <a:t>Nascent</a:t>
          </a:r>
        </a:p>
      </dsp:txBody>
      <dsp:txXfrm>
        <a:off x="0" y="148845"/>
        <a:ext cx="1891383" cy="91877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175C3-11E3-46C1-9A1D-2083740188D5}">
      <dsp:nvSpPr>
        <dsp:cNvPr id="0" name=""/>
        <dsp:cNvSpPr/>
      </dsp:nvSpPr>
      <dsp:spPr>
        <a:xfrm>
          <a:off x="0" y="638274"/>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Oxygen Forensics</a:t>
          </a:r>
        </a:p>
      </dsp:txBody>
      <dsp:txXfrm>
        <a:off x="0" y="638274"/>
        <a:ext cx="2593578" cy="1556146"/>
      </dsp:txXfrm>
    </dsp:sp>
    <dsp:sp modelId="{F28CEE0F-8AC9-4E4C-8300-94698AF998A7}">
      <dsp:nvSpPr>
        <dsp:cNvPr id="0" name=""/>
        <dsp:cNvSpPr/>
      </dsp:nvSpPr>
      <dsp:spPr>
        <a:xfrm>
          <a:off x="2852935" y="638274"/>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Cellabrite</a:t>
          </a:r>
        </a:p>
      </dsp:txBody>
      <dsp:txXfrm>
        <a:off x="2852935" y="638274"/>
        <a:ext cx="2593578" cy="1556146"/>
      </dsp:txXfrm>
    </dsp:sp>
    <dsp:sp modelId="{A26A18DF-2DC1-4C54-8A9D-E3BF2C19574D}">
      <dsp:nvSpPr>
        <dsp:cNvPr id="0" name=""/>
        <dsp:cNvSpPr/>
      </dsp:nvSpPr>
      <dsp:spPr>
        <a:xfrm>
          <a:off x="5705871" y="638274"/>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MobileEdit</a:t>
          </a:r>
        </a:p>
      </dsp:txBody>
      <dsp:txXfrm>
        <a:off x="5705871" y="638274"/>
        <a:ext cx="2593578" cy="1556146"/>
      </dsp:txXfrm>
    </dsp:sp>
    <dsp:sp modelId="{B8217750-2E66-490C-BA49-EA6DC37C61B5}">
      <dsp:nvSpPr>
        <dsp:cNvPr id="0" name=""/>
        <dsp:cNvSpPr/>
      </dsp:nvSpPr>
      <dsp:spPr>
        <a:xfrm>
          <a:off x="0" y="2453778"/>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Data Doctor</a:t>
          </a:r>
        </a:p>
      </dsp:txBody>
      <dsp:txXfrm>
        <a:off x="0" y="2453778"/>
        <a:ext cx="2593578" cy="1556146"/>
      </dsp:txXfrm>
    </dsp:sp>
    <dsp:sp modelId="{BE1640B4-5A40-4E30-885C-50F415325560}">
      <dsp:nvSpPr>
        <dsp:cNvPr id="0" name=""/>
        <dsp:cNvSpPr/>
      </dsp:nvSpPr>
      <dsp:spPr>
        <a:xfrm>
          <a:off x="2852935" y="2453778"/>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Device Seizure</a:t>
          </a:r>
        </a:p>
      </dsp:txBody>
      <dsp:txXfrm>
        <a:off x="2852935" y="2453778"/>
        <a:ext cx="2593578" cy="1556146"/>
      </dsp:txXfrm>
    </dsp:sp>
    <dsp:sp modelId="{915B5583-A96E-462D-9794-D91BDD1D9FD3}">
      <dsp:nvSpPr>
        <dsp:cNvPr id="0" name=""/>
        <dsp:cNvSpPr/>
      </dsp:nvSpPr>
      <dsp:spPr>
        <a:xfrm>
          <a:off x="5705871" y="2453778"/>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Forensic SIM Cloner</a:t>
          </a:r>
        </a:p>
      </dsp:txBody>
      <dsp:txXfrm>
        <a:off x="5705871" y="2453778"/>
        <a:ext cx="2593578" cy="155614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56A81824-3A0A-4449-B277-4C4EF2C82C98}" type="datetime1">
              <a:rPr lang="en-US"/>
              <a:pPr>
                <a:defRPr/>
              </a:pPr>
              <a:t>7/3/2017</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17C39099-B8B4-4332-AC94-4BC40256434E}" type="slidenum">
              <a:rPr lang="en-US"/>
              <a:pPr>
                <a:defRPr/>
              </a:pPr>
              <a:t>‹#›</a:t>
            </a:fld>
            <a:endParaRPr lang="en-US" dirty="0"/>
          </a:p>
        </p:txBody>
      </p:sp>
    </p:spTree>
    <p:extLst>
      <p:ext uri="{BB962C8B-B14F-4D97-AF65-F5344CB8AC3E}">
        <p14:creationId xmlns:p14="http://schemas.microsoft.com/office/powerpoint/2010/main" val="28659679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1BABA6E0-89E4-429A-81B3-821B55B4E3D8}" type="datetime1">
              <a:rPr lang="en-US"/>
              <a:pPr>
                <a:defRPr/>
              </a:pPr>
              <a:t>7/3/2017</a:t>
            </a:fld>
            <a:endParaRPr lang="en-US" dirty="0"/>
          </a:p>
        </p:txBody>
      </p:sp>
      <p:sp>
        <p:nvSpPr>
          <p:cNvPr id="2867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059EE265-D607-49AA-A1E4-38CADC22C3FF}" type="slidenum">
              <a:rPr lang="en-US"/>
              <a:pPr>
                <a:defRPr/>
              </a:pPr>
              <a:t>‹#›</a:t>
            </a:fld>
            <a:endParaRPr lang="en-US" dirty="0"/>
          </a:p>
        </p:txBody>
      </p:sp>
    </p:spTree>
    <p:extLst>
      <p:ext uri="{BB962C8B-B14F-4D97-AF65-F5344CB8AC3E}">
        <p14:creationId xmlns:p14="http://schemas.microsoft.com/office/powerpoint/2010/main" val="172363315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30275"/>
            <a:fld id="{0B8C3F24-A87F-48D9-9CF8-C10D302E2D23}" type="slidenum">
              <a:rPr lang="en-US" smtClean="0">
                <a:ea typeface="MS PGothic" pitchFamily="34" charset="-128"/>
              </a:rPr>
              <a:pPr defTabSz="930275"/>
              <a:t>1</a:t>
            </a:fld>
            <a:endParaRPr lang="en-US" dirty="0">
              <a:ea typeface="MS PGothic" pitchFamily="34"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4023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2962117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1092830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A </a:t>
            </a:r>
            <a:r>
              <a:rPr lang="en-US" b="1" dirty="0"/>
              <a:t>mobile switching center (MSC)</a:t>
            </a:r>
            <a:r>
              <a:rPr lang="en-US" dirty="0"/>
              <a:t> is the switching system for the cellular network. MSCs are used in 1G, 2G, 3G, and Global System for Mobile (GSM) communications networks. You will learn about 3G and GSM networks later in this section. The MSC processes all the connections between mobile devices and between mobile devices and landline phones. The MSC is also responsible for routing calls between base stations and the public switched telephone network (PSTN).</a:t>
            </a:r>
          </a:p>
          <a:p>
            <a:pPr marL="0" indent="0">
              <a:buFont typeface="Arial" pitchFamily="34" charset="0"/>
              <a:buNone/>
            </a:pPr>
            <a:endParaRPr lang="en-US" dirty="0"/>
          </a:p>
          <a:p>
            <a:pPr marL="0" indent="0">
              <a:buFont typeface="Arial" pitchFamily="34" charset="0"/>
              <a:buNone/>
            </a:pPr>
            <a:r>
              <a:rPr lang="en-US" dirty="0"/>
              <a:t>The </a:t>
            </a:r>
            <a:r>
              <a:rPr lang="en-US" b="1" dirty="0"/>
              <a:t>base transceiver station (BTS)</a:t>
            </a:r>
            <a:r>
              <a:rPr lang="en-US" dirty="0"/>
              <a:t> is the part of the cellular network responsible for communications between the mobile phone and the network switching system. The base station system (BSS) is a set of radio transceiver equipment that communicates with cellular devices. It consists of a BTS and a base station controller (BSC). The BSC is a central controller coordinating the other pieces of the BSS.</a:t>
            </a:r>
          </a:p>
          <a:p>
            <a:pPr marL="0" indent="0">
              <a:buFont typeface="Arial" pitchFamily="34" charset="0"/>
              <a:buNone/>
            </a:pPr>
            <a:endParaRPr lang="en-US" dirty="0"/>
          </a:p>
          <a:p>
            <a:pPr marL="0" indent="0">
              <a:buFont typeface="Arial" pitchFamily="34" charset="0"/>
              <a:buNone/>
            </a:pPr>
            <a:r>
              <a:rPr lang="en-US" dirty="0"/>
              <a:t>The </a:t>
            </a:r>
            <a:r>
              <a:rPr lang="en-US" b="1" dirty="0"/>
              <a:t>home location register (HLR)</a:t>
            </a:r>
            <a:r>
              <a:rPr lang="en-US" dirty="0"/>
              <a:t> is a database used by the MSC that contains subscriber data and service information.</a:t>
            </a:r>
          </a:p>
          <a:p>
            <a:pPr marL="0" indent="0">
              <a:buFont typeface="Arial" pitchFamily="34" charset="0"/>
              <a:buNone/>
            </a:pPr>
            <a:r>
              <a:rPr lang="en-US" dirty="0"/>
              <a:t>It is related to the visitor location register (VLR), which is used for roaming phones.</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4</a:t>
            </a:fld>
            <a:endParaRPr lang="en-US" dirty="0"/>
          </a:p>
        </p:txBody>
      </p:sp>
    </p:spTree>
    <p:extLst>
      <p:ext uri="{BB962C8B-B14F-4D97-AF65-F5344CB8AC3E}">
        <p14:creationId xmlns:p14="http://schemas.microsoft.com/office/powerpoint/2010/main" val="355141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The </a:t>
            </a:r>
            <a:r>
              <a:rPr lang="en-US" b="1" dirty="0"/>
              <a:t>subscriber identity module (SIM)</a:t>
            </a:r>
            <a:r>
              <a:rPr lang="en-US" dirty="0"/>
              <a:t> is a memory chip that stores the International Mobile Subscriber Identity (IMSI). It is intended to be unique for each phone and is what you use to identify the phone. Many modern phones have removable SIMs, which means you could change out the SIM and essentially have a different phone with a different number.</a:t>
            </a:r>
          </a:p>
          <a:p>
            <a:pPr marL="0" indent="0">
              <a:buFont typeface="Arial" pitchFamily="34" charset="0"/>
              <a:buNone/>
            </a:pPr>
            <a:endParaRPr lang="en-US" dirty="0"/>
          </a:p>
          <a:p>
            <a:pPr marL="0" indent="0">
              <a:buFont typeface="Arial" pitchFamily="34" charset="0"/>
              <a:buNone/>
            </a:pPr>
            <a:r>
              <a:rPr lang="en-US" dirty="0"/>
              <a:t>A SIM card contains its unique serial number—the ICCID—the IMSI, security authentication, and ciphering information. The SIM will also usually have network</a:t>
            </a:r>
          </a:p>
          <a:p>
            <a:pPr marL="0" indent="0">
              <a:buFont typeface="Arial" pitchFamily="34" charset="0"/>
              <a:buNone/>
            </a:pPr>
            <a:r>
              <a:rPr lang="en-US" dirty="0"/>
              <a:t>information, services the user has access to, and two passwords. Those passwords are the personal identification number (PIN) and the personal unlocking code (PUK).</a:t>
            </a:r>
          </a:p>
          <a:p>
            <a:pPr marL="0" indent="0">
              <a:buFont typeface="Arial" pitchFamily="34" charset="0"/>
              <a:buNone/>
            </a:pPr>
            <a:endParaRPr lang="en-US" dirty="0"/>
          </a:p>
          <a:p>
            <a:pPr marL="0" indent="0">
              <a:buFont typeface="Arial" pitchFamily="34" charset="0"/>
              <a:buNone/>
            </a:pPr>
            <a:r>
              <a:rPr lang="en-US" b="1" dirty="0"/>
              <a:t>Electronic serial numbers (ESNs)</a:t>
            </a:r>
            <a:r>
              <a:rPr lang="en-US" dirty="0"/>
              <a:t> are unique identification numbers developed by the United States Federal Communications Commission (FCC) to identify cell phones. They are now used only in code division multiple access (CDMA) phones, whereas GSM and later phones use the International Mobile Equipment Identity (IMEI) number. The first 8 bits of the ESN identify the manufacturer, and the subsequent 24 bits uniquely identify the phone. The IMEI is used with GSM and Long Term Evolution (LTE) as well as other types of phones.</a:t>
            </a:r>
          </a:p>
          <a:p>
            <a:pPr marL="0" indent="0">
              <a:buFont typeface="Arial" pitchFamily="34" charset="0"/>
              <a:buNone/>
            </a:pPr>
            <a:endParaRPr lang="en-US" dirty="0"/>
          </a:p>
          <a:p>
            <a:pPr marL="0" indent="0">
              <a:buFont typeface="Arial" pitchFamily="34" charset="0"/>
              <a:buNone/>
            </a:pPr>
            <a:r>
              <a:rPr lang="en-US" dirty="0"/>
              <a:t>The </a:t>
            </a:r>
            <a:r>
              <a:rPr lang="en-US" b="1" dirty="0"/>
              <a:t>personal unlocking code (PUK)</a:t>
            </a:r>
            <a:r>
              <a:rPr lang="en-US" dirty="0"/>
              <a:t> is a code used to reset a forgotten PIN. Using the code returns the phone to its original state, causing loss of most forensic data. If the code is entered incorrectly 10 times in a row, the device becomes permanently blocked</a:t>
            </a:r>
          </a:p>
          <a:p>
            <a:pPr marL="0" indent="0">
              <a:buFont typeface="Arial" pitchFamily="34" charset="0"/>
              <a:buNone/>
            </a:pPr>
            <a:r>
              <a:rPr lang="en-US" dirty="0"/>
              <a:t>and unrecoverable.</a:t>
            </a:r>
          </a:p>
          <a:p>
            <a:pPr marL="0" indent="0">
              <a:buFont typeface="Arial" pitchFamily="34" charset="0"/>
              <a:buNone/>
            </a:pPr>
            <a:endParaRPr lang="en-US" dirty="0"/>
          </a:p>
          <a:p>
            <a:pPr marL="0" indent="0">
              <a:buFont typeface="Arial" pitchFamily="34" charset="0"/>
              <a:buNone/>
            </a:pPr>
            <a:r>
              <a:rPr lang="en-US" dirty="0"/>
              <a:t>Each SIM is identified by its </a:t>
            </a:r>
            <a:r>
              <a:rPr lang="en-US" b="1" dirty="0"/>
              <a:t>integrated circuit card identifier (ICCID)</a:t>
            </a:r>
            <a:r>
              <a:rPr lang="en-US" dirty="0"/>
              <a:t>. These numbers are engraved on the SIM during manufacturing. This number has subsections that are very important for forensics. This number starts with the issuer identification number (IIN), which is a seven-digit number that identifies the country code and issuer, followed by a variable-length individual account identification number to identify the specific phone, and a check digit.</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5</a:t>
            </a:fld>
            <a:endParaRPr lang="en-US" dirty="0"/>
          </a:p>
        </p:txBody>
      </p:sp>
    </p:spTree>
    <p:extLst>
      <p:ext uri="{BB962C8B-B14F-4D97-AF65-F5344CB8AC3E}">
        <p14:creationId xmlns:p14="http://schemas.microsoft.com/office/powerpoint/2010/main" val="3636869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i="0" u="none" strike="noStrike" kern="1200" baseline="0" dirty="0">
                <a:solidFill>
                  <a:schemeClr val="tx1"/>
                </a:solidFill>
                <a:latin typeface="Times New Roman" pitchFamily="18" charset="0"/>
                <a:ea typeface="+mn-ea"/>
                <a:cs typeface="+mn-cs"/>
              </a:rPr>
              <a:t>Global System for Mobile (GSM) communications </a:t>
            </a:r>
            <a:r>
              <a:rPr lang="en-US" sz="1200" b="0" i="0" u="none" strike="noStrike" kern="1200" baseline="0" dirty="0">
                <a:solidFill>
                  <a:schemeClr val="tx1"/>
                </a:solidFill>
                <a:latin typeface="Times New Roman" pitchFamily="18" charset="0"/>
                <a:ea typeface="+mn-ea"/>
                <a:cs typeface="+mn-cs"/>
              </a:rPr>
              <a:t>is a standard developed by the European Telecommunications Standards Institute (ETSI). Basically, GSM is the 2G network.</a:t>
            </a:r>
          </a:p>
          <a:p>
            <a:endParaRPr lang="en-US" sz="1200" b="0" i="0" u="none" strike="noStrike" kern="1200" baseline="0" dirty="0">
              <a:solidFill>
                <a:schemeClr val="tx1"/>
              </a:solidFill>
              <a:latin typeface="Times New Roman" pitchFamily="18" charset="0"/>
              <a:ea typeface="+mn-ea"/>
              <a:cs typeface="+mn-cs"/>
            </a:endParaRPr>
          </a:p>
          <a:p>
            <a:r>
              <a:rPr lang="en-US" sz="1200" b="1" i="0" u="none" strike="noStrike" kern="1200" baseline="0" dirty="0">
                <a:solidFill>
                  <a:schemeClr val="tx1"/>
                </a:solidFill>
                <a:latin typeface="Times New Roman" pitchFamily="18" charset="0"/>
                <a:ea typeface="+mn-ea"/>
                <a:cs typeface="+mn-cs"/>
              </a:rPr>
              <a:t>Enhanced Data Rates for GSM Evolution (EDGE) </a:t>
            </a:r>
            <a:r>
              <a:rPr lang="en-US" sz="1200" b="0" i="0" u="none" strike="noStrike" kern="1200" baseline="0" dirty="0">
                <a:solidFill>
                  <a:schemeClr val="tx1"/>
                </a:solidFill>
                <a:latin typeface="Times New Roman" pitchFamily="18" charset="0"/>
                <a:ea typeface="+mn-ea"/>
                <a:cs typeface="+mn-cs"/>
              </a:rPr>
              <a:t>does not fit neatly into the 2G-3G-4G continuum. It is technically considered 2G, but was an improvement on GSM (2G), so it can be considered a bridge between 2G and 3G technologies.</a:t>
            </a:r>
          </a:p>
          <a:p>
            <a:endParaRPr lang="fr-FR" sz="1200" b="0" i="0" u="none" strike="noStrike" kern="1200" baseline="0" dirty="0">
              <a:solidFill>
                <a:schemeClr val="tx1"/>
              </a:solidFill>
              <a:latin typeface="Times New Roman" pitchFamily="18" charset="0"/>
              <a:ea typeface="+mn-ea"/>
              <a:cs typeface="+mn-cs"/>
            </a:endParaRPr>
          </a:p>
          <a:p>
            <a:r>
              <a:rPr lang="fr-FR" sz="1200" b="1" i="0" u="none" strike="noStrike" kern="1200" baseline="0" dirty="0">
                <a:solidFill>
                  <a:schemeClr val="tx1"/>
                </a:solidFill>
                <a:latin typeface="Times New Roman" pitchFamily="18" charset="0"/>
                <a:ea typeface="+mn-ea"/>
                <a:cs typeface="+mn-cs"/>
              </a:rPr>
              <a:t>Universal Mobile </a:t>
            </a:r>
            <a:r>
              <a:rPr lang="en-US" sz="1200" b="1" i="0" u="none" strike="noStrike" kern="1200" baseline="0" dirty="0">
                <a:solidFill>
                  <a:schemeClr val="tx1"/>
                </a:solidFill>
                <a:latin typeface="Times New Roman" pitchFamily="18" charset="0"/>
                <a:ea typeface="+mn-ea"/>
                <a:cs typeface="+mn-cs"/>
              </a:rPr>
              <a:t>Telecommunications System (UMTS) </a:t>
            </a:r>
            <a:r>
              <a:rPr lang="en-US" sz="1200" b="0" i="0" u="none" strike="noStrike" kern="1200" baseline="0" dirty="0">
                <a:solidFill>
                  <a:schemeClr val="tx1"/>
                </a:solidFill>
                <a:latin typeface="Times New Roman" pitchFamily="18" charset="0"/>
                <a:ea typeface="+mn-ea"/>
                <a:cs typeface="+mn-cs"/>
              </a:rPr>
              <a:t>is a 3G standard based on GSM. It is essentially an improvement of GSM.</a:t>
            </a:r>
          </a:p>
          <a:p>
            <a:endParaRPr lang="en-US" sz="1200" b="0" i="0" u="none" strike="noStrike" kern="1200" baseline="0" dirty="0">
              <a:solidFill>
                <a:schemeClr val="tx1"/>
              </a:solidFill>
              <a:latin typeface="Times New Roman" pitchFamily="18" charset="0"/>
              <a:ea typeface="+mn-ea"/>
              <a:cs typeface="+mn-cs"/>
            </a:endParaRPr>
          </a:p>
          <a:p>
            <a:r>
              <a:rPr lang="en-US" sz="1200" b="1" i="0" u="none" strike="noStrike" kern="1200" baseline="0" dirty="0">
                <a:solidFill>
                  <a:schemeClr val="tx1"/>
                </a:solidFill>
                <a:latin typeface="Times New Roman" pitchFamily="18" charset="0"/>
                <a:ea typeface="+mn-ea"/>
                <a:cs typeface="+mn-cs"/>
              </a:rPr>
              <a:t>Long Term Evolution (LTE) </a:t>
            </a:r>
            <a:r>
              <a:rPr lang="en-US" sz="1200" b="0" i="0" u="none" strike="noStrike" kern="1200" baseline="0" dirty="0">
                <a:solidFill>
                  <a:schemeClr val="tx1"/>
                </a:solidFill>
                <a:latin typeface="Times New Roman" pitchFamily="18" charset="0"/>
                <a:ea typeface="+mn-ea"/>
                <a:cs typeface="+mn-cs"/>
              </a:rPr>
              <a:t>is a standard for wireless communication of high-speed data for mobile devices. This is what is commonly called 4G.</a:t>
            </a: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6</a:t>
            </a:fld>
            <a:endParaRPr lang="en-US" dirty="0"/>
          </a:p>
        </p:txBody>
      </p:sp>
    </p:spTree>
    <p:extLst>
      <p:ext uri="{BB962C8B-B14F-4D97-AF65-F5344CB8AC3E}">
        <p14:creationId xmlns:p14="http://schemas.microsoft.com/office/powerpoint/2010/main" val="2750196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7</a:t>
            </a:fld>
            <a:endParaRPr lang="en-US" dirty="0"/>
          </a:p>
        </p:txBody>
      </p:sp>
    </p:spTree>
    <p:extLst>
      <p:ext uri="{BB962C8B-B14F-4D97-AF65-F5344CB8AC3E}">
        <p14:creationId xmlns:p14="http://schemas.microsoft.com/office/powerpoint/2010/main" val="125714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sz="1200" b="0" i="0" u="none" strike="noStrike" kern="1200" baseline="0" dirty="0">
              <a:solidFill>
                <a:schemeClr val="tx1"/>
              </a:solidFill>
              <a:latin typeface="Times New Roman" pitchFamily="18" charset="0"/>
              <a:ea typeface="+mn-ea"/>
              <a:cs typeface="+mn-cs"/>
            </a:endParaRP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8</a:t>
            </a:fld>
            <a:endParaRPr lang="en-US" dirty="0"/>
          </a:p>
        </p:txBody>
      </p:sp>
    </p:spTree>
    <p:extLst>
      <p:ext uri="{BB962C8B-B14F-4D97-AF65-F5344CB8AC3E}">
        <p14:creationId xmlns:p14="http://schemas.microsoft.com/office/powerpoint/2010/main" val="1905332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i="0" u="none" strike="noStrike" kern="1200" baseline="0" dirty="0">
                <a:solidFill>
                  <a:schemeClr val="tx1"/>
                </a:solidFill>
                <a:latin typeface="Times New Roman" pitchFamily="18" charset="0"/>
                <a:ea typeface="+mn-ea"/>
                <a:cs typeface="+mn-cs"/>
              </a:rPr>
              <a:t>iOS</a:t>
            </a:r>
          </a:p>
          <a:p>
            <a:r>
              <a:rPr lang="en-US" sz="1200" b="0" i="0" u="none" strike="noStrike" kern="1200" baseline="0" dirty="0">
                <a:solidFill>
                  <a:schemeClr val="tx1"/>
                </a:solidFill>
                <a:latin typeface="Times New Roman" pitchFamily="18" charset="0"/>
                <a:ea typeface="+mn-ea"/>
                <a:cs typeface="+mn-cs"/>
              </a:rPr>
              <a:t>Originally released in 2007 for the iPod Touch and the iPhone. The user interface is based all on touching the icons directly. It supports what Apple calls gestures: swipe, drag, pinch, tap, and so on. The iOS operating system is derived from OS X.</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In normal operations, iOS uses the HFS+ file system, but it can use FAT32 when communicating with a PC.</a:t>
            </a:r>
          </a:p>
          <a:p>
            <a:endParaRPr lang="en-US" sz="1200" b="0" i="0" u="none" strike="noStrike" kern="1200" baseline="0" dirty="0">
              <a:solidFill>
                <a:schemeClr val="tx1"/>
              </a:solidFill>
              <a:latin typeface="Times New Roman" pitchFamily="18" charset="0"/>
              <a:ea typeface="+mn-ea"/>
              <a:cs typeface="+mn-cs"/>
            </a:endParaRP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9</a:t>
            </a:fld>
            <a:endParaRPr lang="en-US" dirty="0"/>
          </a:p>
        </p:txBody>
      </p:sp>
    </p:spTree>
    <p:extLst>
      <p:ext uri="{BB962C8B-B14F-4D97-AF65-F5344CB8AC3E}">
        <p14:creationId xmlns:p14="http://schemas.microsoft.com/office/powerpoint/2010/main" val="1996461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10</a:t>
            </a:fld>
            <a:endParaRPr lang="en-US" dirty="0"/>
          </a:p>
        </p:txBody>
      </p:sp>
    </p:spTree>
    <p:extLst>
      <p:ext uri="{BB962C8B-B14F-4D97-AF65-F5344CB8AC3E}">
        <p14:creationId xmlns:p14="http://schemas.microsoft.com/office/powerpoint/2010/main" val="2059177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11</a:t>
            </a:fld>
            <a:endParaRPr lang="en-US" dirty="0"/>
          </a:p>
        </p:txBody>
      </p:sp>
    </p:spTree>
    <p:extLst>
      <p:ext uri="{BB962C8B-B14F-4D97-AF65-F5344CB8AC3E}">
        <p14:creationId xmlns:p14="http://schemas.microsoft.com/office/powerpoint/2010/main" val="2271521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A Linux-based operating system that is completely open source.</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Android source code: </a:t>
            </a:r>
            <a:r>
              <a:rPr lang="en-US" sz="1200" b="0" i="1" u="none" strike="noStrike" kern="1200" baseline="0" dirty="0">
                <a:solidFill>
                  <a:schemeClr val="tx1"/>
                </a:solidFill>
                <a:latin typeface="Times New Roman" pitchFamily="18" charset="0"/>
                <a:ea typeface="+mn-ea"/>
                <a:cs typeface="+mn-cs"/>
              </a:rPr>
              <a:t>http://source.android.com/</a:t>
            </a:r>
            <a:endParaRPr lang="en-US" sz="1200" b="0" i="0" u="none" strike="noStrike" kern="1200" baseline="0" dirty="0">
              <a:solidFill>
                <a:schemeClr val="tx1"/>
              </a:solidFill>
              <a:latin typeface="Times New Roman" pitchFamily="18" charset="0"/>
              <a:ea typeface="+mn-ea"/>
              <a:cs typeface="+mn-cs"/>
            </a:endParaRP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First released in 2003</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Versions of Android named after sweets, such as Version 4.1–4.2 Jelly Bean and Version 7.0 Nougat</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Differences from version to version usually involved adding new features. If you are comfortable with version 1.6 (Donut), you will be able to do forensic examination on version 4.2 (Jelly Bean).</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Samsung Galaxy and many other mobile devices run Android</a:t>
            </a: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12</a:t>
            </a:fld>
            <a:endParaRPr lang="en-US" dirty="0"/>
          </a:p>
        </p:txBody>
      </p:sp>
    </p:spTree>
    <p:extLst>
      <p:ext uri="{BB962C8B-B14F-4D97-AF65-F5344CB8AC3E}">
        <p14:creationId xmlns:p14="http://schemas.microsoft.com/office/powerpoint/2010/main" val="1738586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i="0" u="none" strike="noStrike" kern="1200" baseline="0" dirty="0">
                <a:solidFill>
                  <a:schemeClr val="tx1"/>
                </a:solidFill>
                <a:latin typeface="Times New Roman" pitchFamily="18" charset="0"/>
                <a:ea typeface="+mn-ea"/>
                <a:cs typeface="+mn-cs"/>
              </a:rPr>
              <a:t>Windows mobile operating systems</a:t>
            </a:r>
          </a:p>
          <a:p>
            <a:r>
              <a:rPr lang="en-US" sz="1200" b="0" i="0" u="none" strike="noStrike" kern="1200" baseline="0" dirty="0">
                <a:solidFill>
                  <a:schemeClr val="tx1"/>
                </a:solidFill>
                <a:latin typeface="Times New Roman" pitchFamily="18" charset="0"/>
                <a:ea typeface="+mn-ea"/>
                <a:cs typeface="+mn-cs"/>
              </a:rPr>
              <a:t>1996: Windows CE</a:t>
            </a:r>
          </a:p>
          <a:p>
            <a:r>
              <a:rPr lang="en-US" sz="1200" b="0" i="0" u="none" strike="noStrike" kern="1200" baseline="0" dirty="0">
                <a:solidFill>
                  <a:schemeClr val="tx1"/>
                </a:solidFill>
                <a:latin typeface="Times New Roman" pitchFamily="18" charset="0"/>
                <a:ea typeface="+mn-ea"/>
                <a:cs typeface="+mn-cs"/>
              </a:rPr>
              <a:t>2008: Windows Phone; not compatible with many of the previous Windows Mobile apps</a:t>
            </a:r>
          </a:p>
          <a:p>
            <a:r>
              <a:rPr lang="en-US" sz="1200" b="0" i="0" u="none" strike="noStrike" kern="1200" baseline="0" dirty="0">
                <a:solidFill>
                  <a:schemeClr val="tx1"/>
                </a:solidFill>
                <a:latin typeface="Times New Roman" pitchFamily="18" charset="0"/>
                <a:ea typeface="+mn-ea"/>
                <a:cs typeface="+mn-cs"/>
              </a:rPr>
              <a:t>2010: Windows Phone 7</a:t>
            </a:r>
          </a:p>
          <a:p>
            <a:r>
              <a:rPr lang="en-US" sz="1200" b="0" i="0" u="none" strike="noStrike" kern="1200" baseline="0" dirty="0">
                <a:solidFill>
                  <a:schemeClr val="tx1"/>
                </a:solidFill>
                <a:latin typeface="Times New Roman" pitchFamily="18" charset="0"/>
                <a:ea typeface="+mn-ea"/>
                <a:cs typeface="+mn-cs"/>
              </a:rPr>
              <a:t>2012: Windows 8</a:t>
            </a:r>
          </a:p>
          <a:p>
            <a:r>
              <a:rPr lang="en-US" sz="1200" b="0" i="0" u="none" strike="noStrike" kern="1200" baseline="0" dirty="0">
                <a:solidFill>
                  <a:schemeClr val="tx1"/>
                </a:solidFill>
                <a:latin typeface="Times New Roman" pitchFamily="18" charset="0"/>
                <a:ea typeface="+mn-ea"/>
                <a:cs typeface="+mn-cs"/>
              </a:rPr>
              <a:t>2015: Windows 10 Mobile</a:t>
            </a:r>
          </a:p>
          <a:p>
            <a:pPr marL="0" indent="0">
              <a:buFont typeface="Arial" pitchFamily="34" charset="0"/>
              <a:buNone/>
            </a:pPr>
            <a:endParaRPr lang="en-US" dirty="0"/>
          </a:p>
          <a:p>
            <a:pPr marL="0" indent="0">
              <a:buFont typeface="Arial" pitchFamily="34" charset="0"/>
              <a:buNone/>
            </a:pPr>
            <a:r>
              <a:rPr lang="en-US" dirty="0"/>
              <a:t>Windows 10 (Windows 10 Mobile) is shipped on PCs, laptops, phones, and tablets. This means that once you are comfortable with the operating system on</a:t>
            </a:r>
          </a:p>
          <a:p>
            <a:pPr marL="0" indent="0">
              <a:buFont typeface="Arial" pitchFamily="34" charset="0"/>
              <a:buNone/>
            </a:pPr>
            <a:r>
              <a:rPr lang="en-US" dirty="0"/>
              <a:t>one device, you are going to be able to conduct forensic examinations on other devices running Windows 8 or Windows 10.</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13</a:t>
            </a:fld>
            <a:endParaRPr lang="en-US" dirty="0"/>
          </a:p>
        </p:txBody>
      </p:sp>
    </p:spTree>
    <p:extLst>
      <p:ext uri="{BB962C8B-B14F-4D97-AF65-F5344CB8AC3E}">
        <p14:creationId xmlns:p14="http://schemas.microsoft.com/office/powerpoint/2010/main" val="11211136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14</a:t>
            </a:fld>
            <a:endParaRPr lang="en-US" dirty="0"/>
          </a:p>
        </p:txBody>
      </p:sp>
    </p:spTree>
    <p:extLst>
      <p:ext uri="{BB962C8B-B14F-4D97-AF65-F5344CB8AC3E}">
        <p14:creationId xmlns:p14="http://schemas.microsoft.com/office/powerpoint/2010/main" val="2323884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15</a:t>
            </a:fld>
            <a:endParaRPr lang="en-US" dirty="0"/>
          </a:p>
        </p:txBody>
      </p:sp>
    </p:spTree>
    <p:extLst>
      <p:ext uri="{BB962C8B-B14F-4D97-AF65-F5344CB8AC3E}">
        <p14:creationId xmlns:p14="http://schemas.microsoft.com/office/powerpoint/2010/main" val="974651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National Institute of Standards and Technology (NIST) guidelines list four different states a mobile device can be in when you extract data:</a:t>
            </a:r>
          </a:p>
          <a:p>
            <a:endParaRPr lang="en-US" sz="1200" b="1" i="0" u="none" strike="noStrike" kern="1200" baseline="0" dirty="0">
              <a:solidFill>
                <a:schemeClr val="tx1"/>
              </a:solidFill>
              <a:latin typeface="Times New Roman" pitchFamily="18" charset="0"/>
              <a:ea typeface="+mn-ea"/>
              <a:cs typeface="+mn-cs"/>
            </a:endParaRPr>
          </a:p>
          <a:p>
            <a:r>
              <a:rPr lang="en-US" sz="1200" b="1" i="0" u="none" strike="noStrike" kern="1200" baseline="0" dirty="0">
                <a:solidFill>
                  <a:schemeClr val="tx1"/>
                </a:solidFill>
                <a:latin typeface="Times New Roman" pitchFamily="18" charset="0"/>
                <a:ea typeface="+mn-ea"/>
                <a:cs typeface="+mn-cs"/>
              </a:rPr>
              <a:t>Nascent State</a:t>
            </a:r>
            <a:r>
              <a:rPr lang="en-US" sz="1200" b="0" i="0" u="none" strike="noStrike" kern="1200" baseline="0" dirty="0">
                <a:solidFill>
                  <a:schemeClr val="tx1"/>
                </a:solidFill>
                <a:latin typeface="Times New Roman" pitchFamily="18" charset="0"/>
                <a:ea typeface="+mn-ea"/>
                <a:cs typeface="+mn-cs"/>
              </a:rPr>
              <a:t>—Devices are in the nascent state when received from the manufacturer—the device contains no user data and has its original factory</a:t>
            </a:r>
          </a:p>
          <a:p>
            <a:r>
              <a:rPr lang="en-US" sz="1200" b="0" i="0" u="none" strike="noStrike" kern="1200" baseline="0" dirty="0">
                <a:solidFill>
                  <a:schemeClr val="tx1"/>
                </a:solidFill>
                <a:latin typeface="Times New Roman" pitchFamily="18" charset="0"/>
                <a:ea typeface="+mn-ea"/>
                <a:cs typeface="+mn-cs"/>
              </a:rPr>
              <a:t>configuration settings.</a:t>
            </a:r>
          </a:p>
          <a:p>
            <a:endParaRPr lang="en-US" sz="1200" b="1" i="0" u="none" strike="noStrike" kern="1200" baseline="0" dirty="0">
              <a:solidFill>
                <a:schemeClr val="tx1"/>
              </a:solidFill>
              <a:latin typeface="Times New Roman" pitchFamily="18" charset="0"/>
              <a:ea typeface="+mn-ea"/>
              <a:cs typeface="+mn-cs"/>
            </a:endParaRPr>
          </a:p>
          <a:p>
            <a:r>
              <a:rPr lang="en-US" sz="1200" b="1" i="0" u="none" strike="noStrike" kern="1200" baseline="0" dirty="0">
                <a:solidFill>
                  <a:schemeClr val="tx1"/>
                </a:solidFill>
                <a:latin typeface="Times New Roman" pitchFamily="18" charset="0"/>
                <a:ea typeface="+mn-ea"/>
                <a:cs typeface="+mn-cs"/>
              </a:rPr>
              <a:t>Active State</a:t>
            </a:r>
            <a:r>
              <a:rPr lang="en-US" sz="1200" b="0" i="0" u="none" strike="noStrike" kern="1200" baseline="0" dirty="0">
                <a:solidFill>
                  <a:schemeClr val="tx1"/>
                </a:solidFill>
                <a:latin typeface="Times New Roman" pitchFamily="18" charset="0"/>
                <a:ea typeface="+mn-ea"/>
                <a:cs typeface="+mn-cs"/>
              </a:rPr>
              <a:t>—Devices that are in the active state are powered on, performing tasks, and able to be customized by the user and have their filesystems</a:t>
            </a:r>
          </a:p>
          <a:p>
            <a:r>
              <a:rPr lang="en-US" sz="1200" b="0" i="0" u="none" strike="noStrike" kern="1200" baseline="0" dirty="0">
                <a:solidFill>
                  <a:schemeClr val="tx1"/>
                </a:solidFill>
                <a:latin typeface="Times New Roman" pitchFamily="18" charset="0"/>
                <a:ea typeface="+mn-ea"/>
                <a:cs typeface="+mn-cs"/>
              </a:rPr>
              <a:t>populated with data.</a:t>
            </a:r>
          </a:p>
          <a:p>
            <a:endParaRPr lang="en-US" sz="1200" b="1" i="0" u="none" strike="noStrike" kern="1200" baseline="0" dirty="0">
              <a:solidFill>
                <a:schemeClr val="tx1"/>
              </a:solidFill>
              <a:latin typeface="Times New Roman" pitchFamily="18" charset="0"/>
              <a:ea typeface="+mn-ea"/>
              <a:cs typeface="+mn-cs"/>
            </a:endParaRPr>
          </a:p>
          <a:p>
            <a:r>
              <a:rPr lang="en-US" sz="1200" b="1" i="0" u="none" strike="noStrike" kern="1200" baseline="0" dirty="0">
                <a:solidFill>
                  <a:schemeClr val="tx1"/>
                </a:solidFill>
                <a:latin typeface="Times New Roman" pitchFamily="18" charset="0"/>
                <a:ea typeface="+mn-ea"/>
                <a:cs typeface="+mn-cs"/>
              </a:rPr>
              <a:t>Semi-Active State</a:t>
            </a:r>
            <a:r>
              <a:rPr lang="en-US" sz="1200" b="0" i="0" u="none" strike="noStrike" kern="1200" baseline="0" dirty="0">
                <a:solidFill>
                  <a:schemeClr val="tx1"/>
                </a:solidFill>
                <a:latin typeface="Times New Roman" pitchFamily="18" charset="0"/>
                <a:ea typeface="+mn-ea"/>
                <a:cs typeface="+mn-cs"/>
              </a:rPr>
              <a:t>—The semi-active state is a state partway between active and quiescent. The state is reached by a timer, which is triggered after a period of</a:t>
            </a:r>
          </a:p>
          <a:p>
            <a:r>
              <a:rPr lang="en-US" sz="1200" b="0" i="0" u="none" strike="noStrike" kern="1200" baseline="0" dirty="0">
                <a:solidFill>
                  <a:schemeClr val="tx1"/>
                </a:solidFill>
                <a:latin typeface="Times New Roman" pitchFamily="18" charset="0"/>
                <a:ea typeface="+mn-ea"/>
                <a:cs typeface="+mn-cs"/>
              </a:rPr>
              <a:t>inactivity, allowing battery life to be preserved by dimming the display and taking other appropriate actions.</a:t>
            </a:r>
            <a:endParaRPr lang="en-US" dirty="0"/>
          </a:p>
          <a:p>
            <a:endParaRPr lang="en-US" sz="1200" b="1" i="0" u="none" strike="noStrike" kern="1200" baseline="0" dirty="0">
              <a:solidFill>
                <a:schemeClr val="tx1"/>
              </a:solidFill>
              <a:latin typeface="Times New Roman" pitchFamily="18" charset="0"/>
              <a:ea typeface="+mn-ea"/>
              <a:cs typeface="+mn-cs"/>
            </a:endParaRPr>
          </a:p>
          <a:p>
            <a:r>
              <a:rPr lang="en-US" sz="1200" b="1" i="0" u="none" strike="noStrike" kern="1200" baseline="0" dirty="0">
                <a:solidFill>
                  <a:schemeClr val="tx1"/>
                </a:solidFill>
                <a:latin typeface="Times New Roman" pitchFamily="18" charset="0"/>
                <a:ea typeface="+mn-ea"/>
                <a:cs typeface="+mn-cs"/>
              </a:rPr>
              <a:t>Quiescent State</a:t>
            </a:r>
            <a:r>
              <a:rPr lang="en-US" sz="1200" b="0" i="0" u="none" strike="noStrike" kern="1200" baseline="0" dirty="0">
                <a:solidFill>
                  <a:schemeClr val="tx1"/>
                </a:solidFill>
                <a:latin typeface="Times New Roman" pitchFamily="18" charset="0"/>
                <a:ea typeface="+mn-ea"/>
                <a:cs typeface="+mn-cs"/>
              </a:rPr>
              <a:t>—The quiescent state is a dormant mode that conserves battery life while maintaining user data and performing other background functions. Context information for the device is preserved in memory to allow a quick resumption of processing when returning to the active state.</a:t>
            </a:r>
          </a:p>
          <a:p>
            <a:endParaRPr lang="en-US" sz="1200" b="0" i="0" u="none" strike="noStrike" kern="1200" baseline="0" dirty="0">
              <a:solidFill>
                <a:schemeClr val="tx1"/>
              </a:solidFill>
              <a:latin typeface="Times New Roman" pitchFamily="18" charset="0"/>
              <a:ea typeface="+mn-ea"/>
              <a:cs typeface="+mn-cs"/>
            </a:endParaRPr>
          </a:p>
          <a:p>
            <a:endParaRPr lang="en-US" sz="1200" b="0" i="0" u="none" strike="noStrike" kern="1200" baseline="0" dirty="0">
              <a:solidFill>
                <a:schemeClr val="tx1"/>
              </a:solidFill>
              <a:latin typeface="Times New Roman" pitchFamily="18" charset="0"/>
              <a:ea typeface="+mn-ea"/>
              <a:cs typeface="+mn-cs"/>
            </a:endParaRPr>
          </a:p>
          <a:p>
            <a:endParaRPr lang="en-US" sz="1200" b="1" i="0" u="none" strike="noStrike" kern="1200" baseline="0" dirty="0">
              <a:solidFill>
                <a:schemeClr val="tx1"/>
              </a:solidFill>
              <a:latin typeface="Times New Roman" pitchFamily="18" charset="0"/>
              <a:ea typeface="+mn-ea"/>
              <a:cs typeface="+mn-cs"/>
            </a:endParaRP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16</a:t>
            </a:fld>
            <a:endParaRPr lang="en-US" dirty="0"/>
          </a:p>
        </p:txBody>
      </p:sp>
    </p:spTree>
    <p:extLst>
      <p:ext uri="{BB962C8B-B14F-4D97-AF65-F5344CB8AC3E}">
        <p14:creationId xmlns:p14="http://schemas.microsoft.com/office/powerpoint/2010/main" val="458826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If the forensic workstation is a Windows machine, you can use the Windows Registry to prevent the workstation from writing to the mobile device. Before connecting to a Windows machine, find the Registry key HKEY_LOCAL_MACHINE\System\CurrentControlset\StorageDevicePolicies, set the value to 0x00000001, and restart the computer. This prevents that computer from writing to mobile devices that are connected to it.</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17</a:t>
            </a:fld>
            <a:endParaRPr lang="en-US" dirty="0"/>
          </a:p>
        </p:txBody>
      </p:sp>
    </p:spTree>
    <p:extLst>
      <p:ext uri="{BB962C8B-B14F-4D97-AF65-F5344CB8AC3E}">
        <p14:creationId xmlns:p14="http://schemas.microsoft.com/office/powerpoint/2010/main" val="1933478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Although Forensic Toolkit and EnCase can both image a phone for you, there are other products made specifically for phone forensics:</a:t>
            </a:r>
          </a:p>
          <a:p>
            <a:pPr marL="171450" indent="-171450">
              <a:buFont typeface="Arial" pitchFamily="34" charset="0"/>
              <a:buChar char="•"/>
            </a:pPr>
            <a:r>
              <a:rPr lang="en-US" b="1" dirty="0"/>
              <a:t>Oxygen Forensics</a:t>
            </a:r>
            <a:r>
              <a:rPr lang="en-US" dirty="0"/>
              <a:t>—A full forensic tool capable of imaging and examining iPhones and Android phones. It provides a number of user-friendly tools for extracting specific data such as contacts, social media data, and the like.</a:t>
            </a:r>
          </a:p>
          <a:p>
            <a:pPr marL="171450" indent="-171450">
              <a:buFont typeface="Arial" pitchFamily="34" charset="0"/>
              <a:buChar char="•"/>
            </a:pPr>
            <a:r>
              <a:rPr lang="en-US" b="1" dirty="0"/>
              <a:t>Cellabrite</a:t>
            </a:r>
            <a:r>
              <a:rPr lang="en-US" dirty="0"/>
              <a:t>—The most widely known phone forensics tool. Used heavily by federal law enforcement. It is a very robust and effective tool. Downside: the high cost. It is the most expensive phone forensics tool on the market.</a:t>
            </a:r>
          </a:p>
          <a:p>
            <a:pPr marL="171450" indent="-171450">
              <a:buFont typeface="Arial" pitchFamily="34" charset="0"/>
              <a:buChar char="•"/>
            </a:pPr>
            <a:r>
              <a:rPr lang="en-US" b="1" dirty="0"/>
              <a:t>MobileEdit</a:t>
            </a:r>
            <a:r>
              <a:rPr lang="en-US" dirty="0"/>
              <a:t>—There are several variations of this product. MobileEdit Lite is the most forensically advanced version of MobileEdit. This is a very easy-to-use tool that can aid a forensic examiner in extracting data from cell phones.</a:t>
            </a:r>
          </a:p>
          <a:p>
            <a:pPr marL="171450" indent="-171450">
              <a:buFont typeface="Arial" pitchFamily="34" charset="0"/>
              <a:buChar char="•"/>
            </a:pPr>
            <a:r>
              <a:rPr lang="en-US" b="1" dirty="0"/>
              <a:t>Data Doctor</a:t>
            </a:r>
            <a:r>
              <a:rPr lang="en-US" dirty="0"/>
              <a:t>—Recovers all Inbox and Outbox data and all contact data, and has an easy-to-use interface. It has a free trial version, but</a:t>
            </a:r>
            <a:r>
              <a:rPr lang="en-US" baseline="0" dirty="0"/>
              <a:t> </a:t>
            </a:r>
            <a:r>
              <a:rPr lang="en-US" dirty="0"/>
              <a:t>there is a cost for the full version. Data Doctor retrieves Inbox and sent message data as well as contact data.</a:t>
            </a:r>
          </a:p>
          <a:p>
            <a:pPr marL="171450" indent="-171450">
              <a:buFont typeface="Arial" pitchFamily="34" charset="0"/>
              <a:buChar char="•"/>
            </a:pPr>
            <a:r>
              <a:rPr lang="en-US" b="1" dirty="0"/>
              <a:t>Device Seizure</a:t>
            </a:r>
            <a:r>
              <a:rPr lang="en-US" dirty="0"/>
              <a:t>—Available from Paraben Software. There is a license fee associated with this product. Paraben makes a number of forensic products.</a:t>
            </a:r>
          </a:p>
          <a:p>
            <a:pPr marL="171450" indent="-171450">
              <a:buFont typeface="Arial" pitchFamily="34" charset="0"/>
              <a:buChar char="•"/>
            </a:pPr>
            <a:r>
              <a:rPr lang="en-US" b="1" dirty="0"/>
              <a:t>Forensic SIM Cloner</a:t>
            </a:r>
            <a:r>
              <a:rPr lang="en-US" dirty="0"/>
              <a:t>—This tool is used to clone SIM cards, allowing you to perform forensic analysis of the SIM card.</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18</a:t>
            </a:fld>
            <a:endParaRPr lang="en-US" dirty="0"/>
          </a:p>
        </p:txBody>
      </p:sp>
    </p:spTree>
    <p:extLst>
      <p:ext uri="{BB962C8B-B14F-4D97-AF65-F5344CB8AC3E}">
        <p14:creationId xmlns:p14="http://schemas.microsoft.com/office/powerpoint/2010/main" val="2377820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19</a:t>
            </a:fld>
            <a:endParaRPr lang="en-US" dirty="0"/>
          </a:p>
        </p:txBody>
      </p:sp>
    </p:spTree>
    <p:extLst>
      <p:ext uri="{BB962C8B-B14F-4D97-AF65-F5344CB8AC3E}">
        <p14:creationId xmlns:p14="http://schemas.microsoft.com/office/powerpoint/2010/main" val="2554628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20</a:t>
            </a:fld>
            <a:endParaRPr lang="en-US" dirty="0"/>
          </a:p>
        </p:txBody>
      </p:sp>
    </p:spTree>
    <p:extLst>
      <p:ext uri="{BB962C8B-B14F-4D97-AF65-F5344CB8AC3E}">
        <p14:creationId xmlns:p14="http://schemas.microsoft.com/office/powerpoint/2010/main" val="4175988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Three important items to document:</a:t>
            </a:r>
          </a:p>
          <a:p>
            <a:pPr marL="0" indent="0">
              <a:buFont typeface="Arial" pitchFamily="34" charset="0"/>
              <a:buNone/>
            </a:pPr>
            <a:r>
              <a:rPr lang="en-US" dirty="0"/>
              <a:t>1. The iOS version number</a:t>
            </a:r>
          </a:p>
          <a:p>
            <a:pPr marL="0" indent="0">
              <a:buFont typeface="Arial" pitchFamily="34" charset="0"/>
              <a:buNone/>
            </a:pPr>
            <a:r>
              <a:rPr lang="en-US" dirty="0"/>
              <a:t>2. The phone number (redacted in this figure)</a:t>
            </a:r>
          </a:p>
          <a:p>
            <a:pPr marL="0" indent="0">
              <a:buFont typeface="Arial" pitchFamily="34" charset="0"/>
              <a:buNone/>
            </a:pPr>
            <a:r>
              <a:rPr lang="en-US" dirty="0"/>
              <a:t>3. The serial number (redacted</a:t>
            </a:r>
            <a:r>
              <a:rPr lang="en-US" baseline="0" dirty="0"/>
              <a:t> in this figure)</a:t>
            </a:r>
            <a:endParaRPr lang="en-US" dirty="0"/>
          </a:p>
          <a:p>
            <a:pPr marL="0" indent="0">
              <a:buFont typeface="Arial" pitchFamily="34" charset="0"/>
              <a:buNone/>
            </a:pPr>
            <a:endParaRPr lang="en-US" dirty="0"/>
          </a:p>
          <a:p>
            <a:pPr marL="0" indent="0">
              <a:buFont typeface="Arial" pitchFamily="34" charset="0"/>
              <a:buNone/>
            </a:pPr>
            <a:r>
              <a:rPr lang="en-US" dirty="0"/>
              <a:t>Notice you can also see where the phone is backed up. That can indicate yet another place you should search during your forensic investigation.</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21</a:t>
            </a:fld>
            <a:endParaRPr lang="en-US" dirty="0"/>
          </a:p>
        </p:txBody>
      </p:sp>
    </p:spTree>
    <p:extLst>
      <p:ext uri="{BB962C8B-B14F-4D97-AF65-F5344CB8AC3E}">
        <p14:creationId xmlns:p14="http://schemas.microsoft.com/office/powerpoint/2010/main" val="11041543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If you have imaged the phone and you then search for information, you may have to look more closely to find some data:</a:t>
            </a:r>
          </a:p>
          <a:p>
            <a:pPr marL="171450" lvl="0" indent="-171450">
              <a:buFont typeface="Arial" pitchFamily="34" charset="0"/>
              <a:buChar char="•"/>
            </a:pPr>
            <a:r>
              <a:rPr lang="en-US" dirty="0"/>
              <a:t>Library_CallHistory_call_history.db has the entire call history. If you cannot view that directly on the phone itself, the database file has all call information.</a:t>
            </a:r>
          </a:p>
          <a:p>
            <a:pPr marL="171450" lvl="0" indent="-171450">
              <a:buFont typeface="Arial" pitchFamily="34" charset="0"/>
              <a:buChar char="•"/>
            </a:pPr>
            <a:r>
              <a:rPr lang="en-US" dirty="0"/>
              <a:t>Cookies are in the file Library_Cookies_Cookies.plist. This can give you a history of the phone user’s Internet activities.</a:t>
            </a:r>
          </a:p>
          <a:p>
            <a:pPr marL="171450" lvl="0" indent="-171450">
              <a:buFont typeface="Arial" pitchFamily="34" charset="0"/>
              <a:buChar char="•"/>
            </a:pPr>
            <a:r>
              <a:rPr lang="en-US" dirty="0"/>
              <a:t>These, and other files, are actually copied to a PC during synchronization. Here are a few of those files:</a:t>
            </a:r>
          </a:p>
          <a:p>
            <a:pPr marL="457200" lvl="1" indent="0">
              <a:buFont typeface="Arial" pitchFamily="34" charset="0"/>
              <a:buNone/>
            </a:pPr>
            <a:r>
              <a:rPr lang="en-US" dirty="0"/>
              <a:t>Library_Preferences_com.apple.mobileipod.plist</a:t>
            </a:r>
          </a:p>
          <a:p>
            <a:pPr marL="457200" lvl="1" indent="0">
              <a:buFont typeface="Arial" pitchFamily="34" charset="0"/>
              <a:buNone/>
            </a:pPr>
            <a:r>
              <a:rPr lang="en-US" dirty="0"/>
              <a:t>Library_Preferences_com.apple.mobileemail.plist</a:t>
            </a:r>
          </a:p>
          <a:p>
            <a:pPr marL="457200" lvl="1" indent="0">
              <a:buFont typeface="Arial" pitchFamily="34" charset="0"/>
              <a:buNone/>
            </a:pPr>
            <a:r>
              <a:rPr lang="en-US" dirty="0"/>
              <a:t>Library_Preferences_com.apple.mobilevpn.plist</a:t>
            </a:r>
          </a:p>
          <a:p>
            <a:pPr marL="0" indent="0">
              <a:buFont typeface="Arial" pitchFamily="34" charset="0"/>
              <a:buNone/>
            </a:pPr>
            <a:endParaRPr lang="en-US" dirty="0"/>
          </a:p>
          <a:p>
            <a:pPr marL="0" indent="0">
              <a:buFont typeface="Arial" pitchFamily="34" charset="0"/>
              <a:buNone/>
            </a:pPr>
            <a:r>
              <a:rPr lang="en-US" dirty="0"/>
              <a:t>The mobileemail.plist file gives you information about email sent and received from the phone.</a:t>
            </a:r>
          </a:p>
          <a:p>
            <a:pPr marL="0" indent="0">
              <a:buFont typeface="Arial" pitchFamily="34" charset="0"/>
              <a:buNone/>
            </a:pPr>
            <a:r>
              <a:rPr lang="en-US" dirty="0"/>
              <a:t>The mobilevpn.plist file can indicate if the user has used the phone to communicate over a VPN.</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22</a:t>
            </a:fld>
            <a:endParaRPr lang="en-US" dirty="0"/>
          </a:p>
        </p:txBody>
      </p:sp>
    </p:spTree>
    <p:extLst>
      <p:ext uri="{BB962C8B-B14F-4D97-AF65-F5344CB8AC3E}">
        <p14:creationId xmlns:p14="http://schemas.microsoft.com/office/powerpoint/2010/main" val="21749003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If you have imaged the phone and you then search for information, you may have to look more closely to find some data:</a:t>
            </a:r>
          </a:p>
          <a:p>
            <a:pPr marL="171450" lvl="0" indent="-171450">
              <a:buFont typeface="Arial" pitchFamily="34" charset="0"/>
              <a:buChar char="•"/>
            </a:pPr>
            <a:r>
              <a:rPr lang="en-US" dirty="0"/>
              <a:t>Library_CallHistory_call_history.db has the entire call history. If you cannot view that directly on the phone itself, the database file has all call information.</a:t>
            </a:r>
          </a:p>
          <a:p>
            <a:pPr marL="171450" lvl="0" indent="-171450">
              <a:buFont typeface="Arial" pitchFamily="34" charset="0"/>
              <a:buChar char="•"/>
            </a:pPr>
            <a:r>
              <a:rPr lang="en-US" dirty="0"/>
              <a:t>Cookies are in the file Library_Cookies_Cookies.plist. This can give you a history of the phone user’s Internet activities.</a:t>
            </a:r>
          </a:p>
          <a:p>
            <a:pPr marL="171450" lvl="0" indent="-171450">
              <a:buFont typeface="Arial" pitchFamily="34" charset="0"/>
              <a:buChar char="•"/>
            </a:pPr>
            <a:r>
              <a:rPr lang="en-US" dirty="0"/>
              <a:t>These, and other files, are actually copied to a PC during synchronization. Here are a few of those files:</a:t>
            </a:r>
          </a:p>
          <a:p>
            <a:pPr marL="457200" lvl="1" indent="0">
              <a:buFont typeface="Arial" pitchFamily="34" charset="0"/>
              <a:buNone/>
            </a:pPr>
            <a:r>
              <a:rPr lang="en-US" dirty="0"/>
              <a:t>Library_Preferences_com.apple.mobileipod.plist</a:t>
            </a:r>
          </a:p>
          <a:p>
            <a:pPr marL="457200" lvl="1" indent="0">
              <a:buFont typeface="Arial" pitchFamily="34" charset="0"/>
              <a:buNone/>
            </a:pPr>
            <a:r>
              <a:rPr lang="en-US" dirty="0"/>
              <a:t>Library_Preferences_com.apple.mobileemail.plist</a:t>
            </a:r>
          </a:p>
          <a:p>
            <a:pPr marL="457200" lvl="1" indent="0">
              <a:buFont typeface="Arial" pitchFamily="34" charset="0"/>
              <a:buNone/>
            </a:pPr>
            <a:r>
              <a:rPr lang="en-US" dirty="0"/>
              <a:t>Library_Preferences_com.apple.mobilevpn.plist</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23</a:t>
            </a:fld>
            <a:endParaRPr lang="en-US" dirty="0"/>
          </a:p>
        </p:txBody>
      </p:sp>
    </p:spTree>
    <p:extLst>
      <p:ext uri="{BB962C8B-B14F-4D97-AF65-F5344CB8AC3E}">
        <p14:creationId xmlns:p14="http://schemas.microsoft.com/office/powerpoint/2010/main" val="325189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24</a:t>
            </a:fld>
            <a:endParaRPr lang="en-US" dirty="0"/>
          </a:p>
        </p:txBody>
      </p:sp>
    </p:spTree>
    <p:extLst>
      <p:ext uri="{BB962C8B-B14F-4D97-AF65-F5344CB8AC3E}">
        <p14:creationId xmlns:p14="http://schemas.microsoft.com/office/powerpoint/2010/main" val="7846419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25</a:t>
            </a:fld>
            <a:endParaRPr lang="en-US" dirty="0"/>
          </a:p>
        </p:txBody>
      </p:sp>
    </p:spTree>
    <p:extLst>
      <p:ext uri="{BB962C8B-B14F-4D97-AF65-F5344CB8AC3E}">
        <p14:creationId xmlns:p14="http://schemas.microsoft.com/office/powerpoint/2010/main" val="38301548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26</a:t>
            </a:fld>
            <a:endParaRPr lang="en-US" dirty="0"/>
          </a:p>
        </p:txBody>
      </p:sp>
    </p:spTree>
    <p:extLst>
      <p:ext uri="{BB962C8B-B14F-4D97-AF65-F5344CB8AC3E}">
        <p14:creationId xmlns:p14="http://schemas.microsoft.com/office/powerpoint/2010/main" val="3016966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5"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Text Box 6"/>
          <p:cNvSpPr txBox="1">
            <a:spLocks noChangeArrowheads="1"/>
          </p:cNvSpPr>
          <p:nvPr/>
        </p:nvSpPr>
        <p:spPr bwMode="auto">
          <a:xfrm>
            <a:off x="8382000" y="6496050"/>
            <a:ext cx="581025" cy="215900"/>
          </a:xfrm>
          <a:prstGeom prst="rect">
            <a:avLst/>
          </a:prstGeom>
          <a:noFill/>
          <a:ln>
            <a:noFill/>
          </a:ln>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C4F20969-4C03-463E-8346-60A56C879725}"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36813"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138" r:id="rId1"/>
    <p:sldLayoutId id="2147484137" r:id="rId2"/>
    <p:sldLayoutId id="2147484140"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053387" cy="3096232"/>
          </a:xfrm>
        </p:spPr>
        <p:txBody>
          <a:bodyPr/>
          <a:lstStyle/>
          <a:p>
            <a:pPr algn="ctr"/>
            <a:r>
              <a:rPr lang="en-US" sz="4000" b="1" dirty="0"/>
              <a:t>System Forensics, Investigation, and Response</a:t>
            </a:r>
          </a:p>
          <a:p>
            <a:pPr algn="ctr"/>
            <a:endParaRPr lang="en-US" b="1" dirty="0"/>
          </a:p>
          <a:p>
            <a:pPr algn="ctr"/>
            <a:r>
              <a:rPr lang="en-US" b="1" dirty="0"/>
              <a:t>Lesson 11</a:t>
            </a:r>
          </a:p>
          <a:p>
            <a:pPr algn="ctr"/>
            <a:r>
              <a:rPr lang="en-US" b="1" dirty="0"/>
              <a:t>Mobile Forensics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Learning Objective</a:t>
            </a:r>
          </a:p>
        </p:txBody>
      </p:sp>
      <p:sp>
        <p:nvSpPr>
          <p:cNvPr id="6147" name="Content Placeholder 2"/>
          <p:cNvSpPr>
            <a:spLocks noGrp="1"/>
          </p:cNvSpPr>
          <p:nvPr>
            <p:ph idx="1"/>
          </p:nvPr>
        </p:nvSpPr>
        <p:spPr>
          <a:xfrm>
            <a:off x="539750" y="1828800"/>
            <a:ext cx="8299450" cy="4326340"/>
          </a:xfrm>
        </p:spPr>
        <p:txBody>
          <a:bodyPr/>
          <a:lstStyle/>
          <a:p>
            <a:r>
              <a:rPr lang="en-US" sz="2800" dirty="0"/>
              <a:t>Summarize various types of digital forensics.</a:t>
            </a:r>
          </a:p>
          <a:p>
            <a:pPr>
              <a:buFont typeface="Wingdings" pitchFamily="2" charset="2"/>
              <a:buNone/>
            </a:pPr>
            <a:endParaRPr lang="en-US" sz="1000" dirty="0"/>
          </a:p>
          <a:p>
            <a:pPr>
              <a:buFont typeface="Wingdings" pitchFamily="2" charset="2"/>
              <a:buNone/>
            </a:pPr>
            <a:endParaRPr lang="en-US" sz="3200" b="1" dirty="0"/>
          </a:p>
          <a:p>
            <a:endParaRPr lang="en-US" sz="28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Key Concepts</a:t>
            </a:r>
          </a:p>
        </p:txBody>
      </p:sp>
      <p:sp>
        <p:nvSpPr>
          <p:cNvPr id="6147" name="Content Placeholder 2"/>
          <p:cNvSpPr>
            <a:spLocks noGrp="1"/>
          </p:cNvSpPr>
          <p:nvPr>
            <p:ph idx="1"/>
          </p:nvPr>
        </p:nvSpPr>
        <p:spPr>
          <a:xfrm>
            <a:off x="539750" y="1828800"/>
            <a:ext cx="8299450" cy="4326340"/>
          </a:xfrm>
        </p:spPr>
        <p:txBody>
          <a:bodyPr/>
          <a:lstStyle/>
          <a:p>
            <a:r>
              <a:rPr lang="en-US" sz="2800" dirty="0"/>
              <a:t>Mobile device concepts</a:t>
            </a:r>
          </a:p>
          <a:p>
            <a:r>
              <a:rPr lang="en-US" sz="2800" dirty="0"/>
              <a:t>Evidence that can be obtained from a mobile device</a:t>
            </a:r>
          </a:p>
          <a:p>
            <a:r>
              <a:rPr lang="en-US" sz="2800" dirty="0"/>
              <a:t>How to seize evidence from a mobile device </a:t>
            </a:r>
          </a:p>
          <a:p>
            <a:endParaRPr lang="en-US" sz="2800" dirty="0"/>
          </a:p>
          <a:p>
            <a:pPr>
              <a:buFont typeface="Wingdings" pitchFamily="2" charset="2"/>
              <a:buNone/>
            </a:pPr>
            <a:endParaRPr lang="en-US" sz="3200" b="1" dirty="0"/>
          </a:p>
          <a:p>
            <a:endParaRPr lang="en-US" sz="2800" dirty="0"/>
          </a:p>
        </p:txBody>
      </p:sp>
    </p:spTree>
    <p:extLst>
      <p:ext uri="{BB962C8B-B14F-4D97-AF65-F5344CB8AC3E}">
        <p14:creationId xmlns:p14="http://schemas.microsoft.com/office/powerpoint/2010/main" val="17353184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Cellular Device Concepts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5991281"/>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58524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Cellular Device Concepts (Cont.)</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19545859"/>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730125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Network: Cellular</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16688999"/>
              </p:ext>
            </p:extLst>
          </p:nvPr>
        </p:nvGraphicFramePr>
        <p:xfrm>
          <a:off x="539750" y="717805"/>
          <a:ext cx="8299450" cy="48870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634369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Wi-Fi</a:t>
            </a:r>
          </a:p>
        </p:txBody>
      </p:sp>
      <p:sp>
        <p:nvSpPr>
          <p:cNvPr id="9219" name="Content Placeholder 2"/>
          <p:cNvSpPr>
            <a:spLocks noGrp="1"/>
          </p:cNvSpPr>
          <p:nvPr>
            <p:ph idx="1"/>
          </p:nvPr>
        </p:nvSpPr>
        <p:spPr>
          <a:xfrm>
            <a:off x="539750" y="1255594"/>
            <a:ext cx="8299450" cy="4465756"/>
          </a:xfrm>
        </p:spPr>
        <p:txBody>
          <a:bodyPr/>
          <a:lstStyle/>
          <a:p>
            <a:r>
              <a:rPr lang="en-US" sz="3000" dirty="0"/>
              <a:t>Most cellular phones and other mobile devices can connect to Wi-Fi networks</a:t>
            </a:r>
          </a:p>
          <a:p>
            <a:r>
              <a:rPr lang="en-US" sz="3000" dirty="0"/>
              <a:t>Free Wi-Fi hotspots in restaurants, coffee shops, hotels, homes, and many other locations</a:t>
            </a:r>
          </a:p>
        </p:txBody>
      </p:sp>
    </p:spTree>
    <p:extLst>
      <p:ext uri="{BB962C8B-B14F-4D97-AF65-F5344CB8AC3E}">
        <p14:creationId xmlns:p14="http://schemas.microsoft.com/office/powerpoint/2010/main" val="374324181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Operating Systems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981780787"/>
              </p:ext>
            </p:extLst>
          </p:nvPr>
        </p:nvGraphicFramePr>
        <p:xfrm>
          <a:off x="539750" y="109068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885497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iOS</a:t>
            </a:r>
          </a:p>
        </p:txBody>
      </p:sp>
      <p:sp>
        <p:nvSpPr>
          <p:cNvPr id="9219" name="Content Placeholder 2"/>
          <p:cNvSpPr>
            <a:spLocks noGrp="1"/>
          </p:cNvSpPr>
          <p:nvPr>
            <p:ph idx="1"/>
          </p:nvPr>
        </p:nvSpPr>
        <p:spPr>
          <a:xfrm>
            <a:off x="539750" y="1255594"/>
            <a:ext cx="8299450" cy="4465756"/>
          </a:xfrm>
        </p:spPr>
        <p:txBody>
          <a:bodyPr/>
          <a:lstStyle/>
          <a:p>
            <a:r>
              <a:rPr lang="en-US" sz="3200" dirty="0"/>
              <a:t>Derived from OS X</a:t>
            </a:r>
          </a:p>
          <a:p>
            <a:r>
              <a:rPr lang="en-US" sz="3200" dirty="0"/>
              <a:t>Interface based on touch and gestures</a:t>
            </a:r>
          </a:p>
          <a:p>
            <a:r>
              <a:rPr lang="en-US" sz="3200" dirty="0"/>
              <a:t>In normal operations, iOS uses HFS+ file system</a:t>
            </a:r>
          </a:p>
          <a:p>
            <a:r>
              <a:rPr lang="en-US" sz="3200" dirty="0"/>
              <a:t>Can use FAT32 when communicating with a PC</a:t>
            </a:r>
          </a:p>
        </p:txBody>
      </p:sp>
    </p:spTree>
    <p:extLst>
      <p:ext uri="{BB962C8B-B14F-4D97-AF65-F5344CB8AC3E}">
        <p14:creationId xmlns:p14="http://schemas.microsoft.com/office/powerpoint/2010/main" val="48705510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iOS (Cont.)</a:t>
            </a:r>
          </a:p>
        </p:txBody>
      </p:sp>
      <p:sp>
        <p:nvSpPr>
          <p:cNvPr id="9219" name="Content Placeholder 2"/>
          <p:cNvSpPr>
            <a:spLocks noGrp="1"/>
          </p:cNvSpPr>
          <p:nvPr>
            <p:ph idx="1"/>
          </p:nvPr>
        </p:nvSpPr>
        <p:spPr>
          <a:xfrm>
            <a:off x="539750" y="1255594"/>
            <a:ext cx="8299450" cy="4465756"/>
          </a:xfrm>
        </p:spPr>
        <p:txBody>
          <a:bodyPr/>
          <a:lstStyle/>
          <a:p>
            <a:r>
              <a:rPr lang="en-US" sz="3200" dirty="0"/>
              <a:t>Four layers:</a:t>
            </a:r>
          </a:p>
          <a:p>
            <a:pPr lvl="1"/>
            <a:r>
              <a:rPr lang="en-US" sz="3000" b="1" dirty="0"/>
              <a:t>Core OS layer: </a:t>
            </a:r>
            <a:r>
              <a:rPr lang="en-US" sz="3000" dirty="0"/>
              <a:t>The heart of the operating system</a:t>
            </a:r>
          </a:p>
          <a:p>
            <a:pPr lvl="1"/>
            <a:r>
              <a:rPr lang="en-US" sz="3000" b="1" dirty="0"/>
              <a:t>Core Services layer:</a:t>
            </a:r>
            <a:r>
              <a:rPr lang="en-US" sz="3000" dirty="0"/>
              <a:t> Where applications interact with the iOS</a:t>
            </a:r>
          </a:p>
          <a:p>
            <a:pPr lvl="1"/>
            <a:r>
              <a:rPr lang="en-US" sz="3000" b="1" dirty="0"/>
              <a:t>Media layer:</a:t>
            </a:r>
            <a:r>
              <a:rPr lang="en-US" sz="3000" dirty="0"/>
              <a:t> Is responsible for music, video, and so on</a:t>
            </a:r>
          </a:p>
          <a:p>
            <a:pPr lvl="1"/>
            <a:r>
              <a:rPr lang="en-US" sz="3000" b="1" dirty="0"/>
              <a:t>Cocoa Touch layer:</a:t>
            </a:r>
            <a:r>
              <a:rPr lang="en-US" sz="3000" dirty="0"/>
              <a:t> Responds to gestures</a:t>
            </a:r>
          </a:p>
          <a:p>
            <a:endParaRPr lang="en-US" sz="3200" dirty="0"/>
          </a:p>
          <a:p>
            <a:endParaRPr lang="en-US" sz="3200" dirty="0"/>
          </a:p>
        </p:txBody>
      </p:sp>
    </p:spTree>
    <p:extLst>
      <p:ext uri="{BB962C8B-B14F-4D97-AF65-F5344CB8AC3E}">
        <p14:creationId xmlns:p14="http://schemas.microsoft.com/office/powerpoint/2010/main" val="367420711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iOS (Cont.)</a:t>
            </a:r>
          </a:p>
        </p:txBody>
      </p:sp>
      <p:sp>
        <p:nvSpPr>
          <p:cNvPr id="9219" name="Content Placeholder 2"/>
          <p:cNvSpPr>
            <a:spLocks noGrp="1"/>
          </p:cNvSpPr>
          <p:nvPr>
            <p:ph idx="1"/>
          </p:nvPr>
        </p:nvSpPr>
        <p:spPr>
          <a:xfrm>
            <a:off x="539750" y="1255594"/>
            <a:ext cx="8299450" cy="4465756"/>
          </a:xfrm>
        </p:spPr>
        <p:txBody>
          <a:bodyPr/>
          <a:lstStyle/>
          <a:p>
            <a:r>
              <a:rPr lang="en-US" sz="3200" dirty="0"/>
              <a:t>Contains several elements in data partition:</a:t>
            </a:r>
          </a:p>
          <a:p>
            <a:pPr lvl="1"/>
            <a:r>
              <a:rPr lang="en-US" sz="3000" dirty="0"/>
              <a:t>Calendar entries</a:t>
            </a:r>
          </a:p>
          <a:p>
            <a:pPr lvl="1"/>
            <a:r>
              <a:rPr lang="en-US" sz="3000" dirty="0"/>
              <a:t>Contacts entries</a:t>
            </a:r>
          </a:p>
          <a:p>
            <a:pPr lvl="1"/>
            <a:r>
              <a:rPr lang="en-US" sz="3000" dirty="0"/>
              <a:t>Note entries</a:t>
            </a:r>
          </a:p>
          <a:p>
            <a:pPr lvl="1"/>
            <a:r>
              <a:rPr lang="en-US" sz="3000" dirty="0"/>
              <a:t>iPod_control directory (hidden)</a:t>
            </a:r>
          </a:p>
          <a:p>
            <a:pPr lvl="1"/>
            <a:r>
              <a:rPr lang="en-US" sz="3000" dirty="0"/>
              <a:t>iTunes configuration</a:t>
            </a:r>
          </a:p>
          <a:p>
            <a:pPr lvl="1"/>
            <a:r>
              <a:rPr lang="en-US" sz="3000" dirty="0"/>
              <a:t>iTunes music</a:t>
            </a:r>
          </a:p>
          <a:p>
            <a:r>
              <a:rPr lang="en-US" sz="3200" dirty="0"/>
              <a:t>iPod_control\device\sysinfo folder contains model number and serial number</a:t>
            </a:r>
          </a:p>
          <a:p>
            <a:endParaRPr lang="en-US" sz="3200" dirty="0"/>
          </a:p>
          <a:p>
            <a:endParaRPr lang="en-US" sz="3200" dirty="0"/>
          </a:p>
        </p:txBody>
      </p:sp>
    </p:spTree>
    <p:extLst>
      <p:ext uri="{BB962C8B-B14F-4D97-AF65-F5344CB8AC3E}">
        <p14:creationId xmlns:p14="http://schemas.microsoft.com/office/powerpoint/2010/main" val="126546416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Android</a:t>
            </a:r>
          </a:p>
        </p:txBody>
      </p:sp>
      <p:sp>
        <p:nvSpPr>
          <p:cNvPr id="9219" name="Content Placeholder 2"/>
          <p:cNvSpPr>
            <a:spLocks noGrp="1"/>
          </p:cNvSpPr>
          <p:nvPr>
            <p:ph idx="1"/>
          </p:nvPr>
        </p:nvSpPr>
        <p:spPr>
          <a:xfrm>
            <a:off x="539750" y="1255594"/>
            <a:ext cx="8299450" cy="4465756"/>
          </a:xfrm>
        </p:spPr>
        <p:txBody>
          <a:bodyPr/>
          <a:lstStyle/>
          <a:p>
            <a:r>
              <a:rPr lang="en-US" sz="3200" dirty="0"/>
              <a:t>Linux-based operating system, completely open source</a:t>
            </a:r>
          </a:p>
          <a:p>
            <a:r>
              <a:rPr lang="en-US" sz="3200" dirty="0"/>
              <a:t>First released in 2003</a:t>
            </a:r>
          </a:p>
          <a:p>
            <a:r>
              <a:rPr lang="en-US" sz="3200" dirty="0"/>
              <a:t>Versions of Android named after sweets, such as Version 4.1–4.2 Jelly Bean and Version 7.0 Nougat</a:t>
            </a:r>
          </a:p>
          <a:p>
            <a:r>
              <a:rPr lang="en-US" sz="3200" dirty="0"/>
              <a:t>Similarity across versions</a:t>
            </a:r>
          </a:p>
          <a:p>
            <a:pPr lvl="1"/>
            <a:r>
              <a:rPr lang="en-US" sz="3000" dirty="0"/>
              <a:t>Can perform similar forensic examinations on different versions</a:t>
            </a:r>
          </a:p>
        </p:txBody>
      </p:sp>
    </p:spTree>
    <p:extLst>
      <p:ext uri="{BB962C8B-B14F-4D97-AF65-F5344CB8AC3E}">
        <p14:creationId xmlns:p14="http://schemas.microsoft.com/office/powerpoint/2010/main" val="280915640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Windows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637686201"/>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383143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Blackberry 10</a:t>
            </a:r>
          </a:p>
        </p:txBody>
      </p:sp>
      <p:sp>
        <p:nvSpPr>
          <p:cNvPr id="9219" name="Content Placeholder 2"/>
          <p:cNvSpPr>
            <a:spLocks noGrp="1"/>
          </p:cNvSpPr>
          <p:nvPr>
            <p:ph idx="1"/>
          </p:nvPr>
        </p:nvSpPr>
        <p:spPr>
          <a:xfrm>
            <a:off x="539750" y="1255594"/>
            <a:ext cx="8299450" cy="4465756"/>
          </a:xfrm>
        </p:spPr>
        <p:txBody>
          <a:bodyPr/>
          <a:lstStyle/>
          <a:p>
            <a:r>
              <a:rPr lang="en-US" sz="3200" dirty="0"/>
              <a:t>Based on QRNX operating system</a:t>
            </a:r>
          </a:p>
          <a:p>
            <a:r>
              <a:rPr lang="en-US" sz="3200" dirty="0"/>
              <a:t>Supports major features similar to other mobile phones</a:t>
            </a:r>
          </a:p>
          <a:p>
            <a:pPr lvl="1"/>
            <a:r>
              <a:rPr lang="en-US" sz="3000" dirty="0"/>
              <a:t>Drag and drop</a:t>
            </a:r>
          </a:p>
          <a:p>
            <a:pPr lvl="1"/>
            <a:r>
              <a:rPr lang="en-US" sz="3000" dirty="0"/>
              <a:t>Gestures</a:t>
            </a:r>
            <a:endParaRPr lang="en-US" sz="2800" dirty="0"/>
          </a:p>
        </p:txBody>
      </p:sp>
    </p:spTree>
    <p:extLst>
      <p:ext uri="{BB962C8B-B14F-4D97-AF65-F5344CB8AC3E}">
        <p14:creationId xmlns:p14="http://schemas.microsoft.com/office/powerpoint/2010/main" val="96349114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Evidence You Can Get from a Cell Phone</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605344271"/>
              </p:ext>
            </p:extLst>
          </p:nvPr>
        </p:nvGraphicFramePr>
        <p:xfrm>
          <a:off x="539750" y="1678858"/>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593376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Mobile Device States</a:t>
            </a:r>
          </a:p>
        </p:txBody>
      </p:sp>
      <p:graphicFrame>
        <p:nvGraphicFramePr>
          <p:cNvPr id="3" name="Content Placeholder 2"/>
          <p:cNvGraphicFramePr>
            <a:graphicFrameLocks noGrp="1"/>
          </p:cNvGraphicFramePr>
          <p:nvPr>
            <p:ph idx="1"/>
            <p:extLst/>
          </p:nvPr>
        </p:nvGraphicFramePr>
        <p:xfrm>
          <a:off x="1863582" y="141823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p:cNvGraphicFramePr/>
          <p:nvPr>
            <p:extLst/>
          </p:nvPr>
        </p:nvGraphicFramePr>
        <p:xfrm>
          <a:off x="721719" y="2483892"/>
          <a:ext cx="2283725" cy="113465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3674908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Rules for Seizing Evidence from a Mobile Device</a:t>
            </a:r>
          </a:p>
        </p:txBody>
      </p:sp>
      <p:sp>
        <p:nvSpPr>
          <p:cNvPr id="9219" name="Content Placeholder 2"/>
          <p:cNvSpPr>
            <a:spLocks noGrp="1"/>
          </p:cNvSpPr>
          <p:nvPr>
            <p:ph idx="1"/>
          </p:nvPr>
        </p:nvSpPr>
        <p:spPr>
          <a:xfrm>
            <a:off x="539750" y="1746912"/>
            <a:ext cx="8299450" cy="3974437"/>
          </a:xfrm>
        </p:spPr>
        <p:txBody>
          <a:bodyPr/>
          <a:lstStyle/>
          <a:p>
            <a:r>
              <a:rPr lang="en-US" sz="3200" dirty="0"/>
              <a:t>If you plug device into a computer, make sure device does not synchronize with the computer</a:t>
            </a:r>
          </a:p>
          <a:p>
            <a:r>
              <a:rPr lang="en-US" sz="3200" dirty="0"/>
              <a:t>Touch evidence as little as possible</a:t>
            </a:r>
          </a:p>
          <a:p>
            <a:r>
              <a:rPr lang="en-US" sz="3200" dirty="0"/>
              <a:t>Document what you do to the device</a:t>
            </a:r>
          </a:p>
          <a:p>
            <a:r>
              <a:rPr lang="en-US" sz="3200" dirty="0"/>
              <a:t>Don’t accidentally write data to the mobile device</a:t>
            </a:r>
          </a:p>
        </p:txBody>
      </p:sp>
    </p:spTree>
    <p:extLst>
      <p:ext uri="{BB962C8B-B14F-4D97-AF65-F5344CB8AC3E}">
        <p14:creationId xmlns:p14="http://schemas.microsoft.com/office/powerpoint/2010/main" val="92442475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Mobile Device Forensic Products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084704054"/>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0182466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iPhone: Seizing Evidence</a:t>
            </a:r>
          </a:p>
        </p:txBody>
      </p:sp>
      <p:sp>
        <p:nvSpPr>
          <p:cNvPr id="9219" name="Content Placeholder 2"/>
          <p:cNvSpPr>
            <a:spLocks noGrp="1"/>
          </p:cNvSpPr>
          <p:nvPr>
            <p:ph idx="1"/>
          </p:nvPr>
        </p:nvSpPr>
        <p:spPr>
          <a:xfrm>
            <a:off x="539750" y="1255594"/>
            <a:ext cx="8299450" cy="4465756"/>
          </a:xfrm>
        </p:spPr>
        <p:txBody>
          <a:bodyPr/>
          <a:lstStyle/>
          <a:p>
            <a:r>
              <a:rPr lang="en-US" sz="3200" dirty="0"/>
              <a:t>iPhone has four-digit pin</a:t>
            </a:r>
          </a:p>
          <a:p>
            <a:pPr lvl="1"/>
            <a:r>
              <a:rPr lang="en-US" sz="3000" dirty="0"/>
              <a:t>10,000 possible combinations of the digits 0–9</a:t>
            </a:r>
          </a:p>
          <a:p>
            <a:r>
              <a:rPr lang="en-US" sz="3200" dirty="0"/>
              <a:t>Can use automated process to break  iPhone passcode, such as XRY</a:t>
            </a:r>
          </a:p>
          <a:p>
            <a:r>
              <a:rPr lang="en-US" sz="3200" dirty="0"/>
              <a:t>Tools specifically for iOS devices:</a:t>
            </a:r>
          </a:p>
          <a:p>
            <a:pPr lvl="1"/>
            <a:r>
              <a:rPr lang="en-US" sz="3000" dirty="0"/>
              <a:t>Pwnage</a:t>
            </a:r>
          </a:p>
          <a:p>
            <a:pPr lvl="1"/>
            <a:r>
              <a:rPr lang="en-US" sz="3000" dirty="0"/>
              <a:t>Recover My iPod</a:t>
            </a:r>
          </a:p>
          <a:p>
            <a:endParaRPr lang="en-US" sz="3200" dirty="0"/>
          </a:p>
        </p:txBody>
      </p:sp>
    </p:spTree>
    <p:extLst>
      <p:ext uri="{BB962C8B-B14F-4D97-AF65-F5344CB8AC3E}">
        <p14:creationId xmlns:p14="http://schemas.microsoft.com/office/powerpoint/2010/main" val="362842848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iPhone: Seizing Evidence (Cont.)</a:t>
            </a:r>
          </a:p>
        </p:txBody>
      </p:sp>
      <p:sp>
        <p:nvSpPr>
          <p:cNvPr id="9219" name="Content Placeholder 2"/>
          <p:cNvSpPr>
            <a:spLocks noGrp="1"/>
          </p:cNvSpPr>
          <p:nvPr>
            <p:ph idx="1"/>
          </p:nvPr>
        </p:nvSpPr>
        <p:spPr>
          <a:xfrm>
            <a:off x="539750" y="1780674"/>
            <a:ext cx="8299450" cy="3940676"/>
          </a:xfrm>
        </p:spPr>
        <p:txBody>
          <a:bodyPr/>
          <a:lstStyle/>
          <a:p>
            <a:r>
              <a:rPr lang="en-US" sz="3200" dirty="0"/>
              <a:t>If forensic workstation has iTunes:</a:t>
            </a:r>
          </a:p>
          <a:p>
            <a:pPr lvl="1"/>
            <a:r>
              <a:rPr lang="en-US" sz="3000" dirty="0"/>
              <a:t>Plug iPhone (or iPad/iPod) into the workstation</a:t>
            </a:r>
          </a:p>
          <a:p>
            <a:pPr lvl="1"/>
            <a:r>
              <a:rPr lang="en-US" sz="3000" dirty="0"/>
              <a:t>Use iTunes to extract information about the device</a:t>
            </a:r>
          </a:p>
        </p:txBody>
      </p:sp>
    </p:spTree>
    <p:extLst>
      <p:ext uri="{BB962C8B-B14F-4D97-AF65-F5344CB8AC3E}">
        <p14:creationId xmlns:p14="http://schemas.microsoft.com/office/powerpoint/2010/main" val="208573270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Apple iPhone iTunes Display</a:t>
            </a:r>
          </a:p>
        </p:txBody>
      </p:sp>
      <p:sp>
        <p:nvSpPr>
          <p:cNvPr id="6" name="TextBox 5"/>
          <p:cNvSpPr txBox="1"/>
          <p:nvPr/>
        </p:nvSpPr>
        <p:spPr>
          <a:xfrm rot="5400000">
            <a:off x="6391070" y="4303047"/>
            <a:ext cx="3050274" cy="230832"/>
          </a:xfrm>
          <a:prstGeom prst="rect">
            <a:avLst/>
          </a:prstGeom>
          <a:noFill/>
        </p:spPr>
        <p:txBody>
          <a:bodyPr wrap="square" rtlCol="0">
            <a:spAutoFit/>
          </a:bodyPr>
          <a:lstStyle/>
          <a:p>
            <a:r>
              <a:rPr lang="en-US" sz="900" dirty="0">
                <a:solidFill>
                  <a:schemeClr val="bg1">
                    <a:lumMod val="75000"/>
                  </a:schemeClr>
                </a:solidFill>
              </a:rPr>
              <a:t>Screenshot reprinted with permission from Apple Inc.</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86077" y="1295400"/>
            <a:ext cx="6206795" cy="4648200"/>
          </a:xfrm>
        </p:spPr>
      </p:pic>
    </p:spTree>
    <p:extLst>
      <p:ext uri="{BB962C8B-B14F-4D97-AF65-F5344CB8AC3E}">
        <p14:creationId xmlns:p14="http://schemas.microsoft.com/office/powerpoint/2010/main" val="69312091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Seizing Evidence from an iPhone</a:t>
            </a:r>
          </a:p>
        </p:txBody>
      </p:sp>
      <p:sp>
        <p:nvSpPr>
          <p:cNvPr id="9219" name="Content Placeholder 2"/>
          <p:cNvSpPr>
            <a:spLocks noGrp="1"/>
          </p:cNvSpPr>
          <p:nvPr>
            <p:ph idx="1"/>
          </p:nvPr>
        </p:nvSpPr>
        <p:spPr>
          <a:xfrm>
            <a:off x="539750" y="1255594"/>
            <a:ext cx="8299450" cy="4465756"/>
          </a:xfrm>
        </p:spPr>
        <p:txBody>
          <a:bodyPr/>
          <a:lstStyle/>
          <a:p>
            <a:r>
              <a:rPr lang="en-US" sz="3200" dirty="0"/>
              <a:t>Information from a device image:</a:t>
            </a:r>
          </a:p>
          <a:p>
            <a:pPr lvl="1"/>
            <a:r>
              <a:rPr lang="en-US" sz="3000" dirty="0"/>
              <a:t>Library_CallHistory_call_history.db</a:t>
            </a:r>
          </a:p>
          <a:p>
            <a:pPr lvl="2"/>
            <a:r>
              <a:rPr lang="en-US" sz="2800" dirty="0"/>
              <a:t>Contains entire call history</a:t>
            </a:r>
          </a:p>
          <a:p>
            <a:pPr lvl="1"/>
            <a:r>
              <a:rPr lang="en-US" sz="3000" dirty="0"/>
              <a:t>Library_Cookies_Cookies.plist</a:t>
            </a:r>
          </a:p>
          <a:p>
            <a:pPr lvl="2"/>
            <a:r>
              <a:rPr lang="en-US" sz="2800" dirty="0"/>
              <a:t>Contains cookies</a:t>
            </a:r>
          </a:p>
          <a:p>
            <a:pPr lvl="2"/>
            <a:r>
              <a:rPr lang="en-US" sz="2800" dirty="0"/>
              <a:t>Give you a history of the phone user’s Internet activities</a:t>
            </a:r>
          </a:p>
          <a:p>
            <a:endParaRPr lang="en-US" sz="3200" dirty="0"/>
          </a:p>
        </p:txBody>
      </p:sp>
    </p:spTree>
    <p:extLst>
      <p:ext uri="{BB962C8B-B14F-4D97-AF65-F5344CB8AC3E}">
        <p14:creationId xmlns:p14="http://schemas.microsoft.com/office/powerpoint/2010/main" val="318226623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Seizing Evidence from an iPhone</a:t>
            </a:r>
          </a:p>
        </p:txBody>
      </p:sp>
      <p:sp>
        <p:nvSpPr>
          <p:cNvPr id="9219" name="Content Placeholder 2"/>
          <p:cNvSpPr>
            <a:spLocks noGrp="1"/>
          </p:cNvSpPr>
          <p:nvPr>
            <p:ph idx="1"/>
          </p:nvPr>
        </p:nvSpPr>
        <p:spPr>
          <a:xfrm>
            <a:off x="539750" y="1255594"/>
            <a:ext cx="8299450" cy="4465756"/>
          </a:xfrm>
        </p:spPr>
        <p:txBody>
          <a:bodyPr/>
          <a:lstStyle/>
          <a:p>
            <a:r>
              <a:rPr lang="en-US" sz="3200" dirty="0"/>
              <a:t>Information from a device image:</a:t>
            </a:r>
          </a:p>
          <a:p>
            <a:pPr lvl="1"/>
            <a:r>
              <a:rPr lang="en-US" sz="2600" dirty="0"/>
              <a:t>Library_Preferences_com.apple.mobileipod.plist</a:t>
            </a:r>
          </a:p>
          <a:p>
            <a:pPr lvl="1"/>
            <a:r>
              <a:rPr lang="en-US" sz="2600" dirty="0"/>
              <a:t>Library_Preferences_com.apple.mobileemail.plist</a:t>
            </a:r>
          </a:p>
          <a:p>
            <a:pPr lvl="2"/>
            <a:r>
              <a:rPr lang="en-US" sz="2400" dirty="0"/>
              <a:t>Gives you information about email sent and received from the phone</a:t>
            </a:r>
          </a:p>
          <a:p>
            <a:pPr lvl="1"/>
            <a:r>
              <a:rPr lang="en-US" sz="2600" dirty="0"/>
              <a:t>Library_Preferences_com.apple.mobilevpn.plist</a:t>
            </a:r>
          </a:p>
          <a:p>
            <a:pPr lvl="2"/>
            <a:r>
              <a:rPr lang="en-US" sz="2400" dirty="0"/>
              <a:t>Indicates if user used device to communicate over a VPN</a:t>
            </a:r>
          </a:p>
          <a:p>
            <a:endParaRPr lang="en-US" sz="3200" dirty="0"/>
          </a:p>
        </p:txBody>
      </p:sp>
    </p:spTree>
    <p:extLst>
      <p:ext uri="{BB962C8B-B14F-4D97-AF65-F5344CB8AC3E}">
        <p14:creationId xmlns:p14="http://schemas.microsoft.com/office/powerpoint/2010/main" val="368100950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Seizing Evidence from an iPhone</a:t>
            </a:r>
          </a:p>
        </p:txBody>
      </p:sp>
      <p:sp>
        <p:nvSpPr>
          <p:cNvPr id="9219" name="Content Placeholder 2"/>
          <p:cNvSpPr>
            <a:spLocks noGrp="1"/>
          </p:cNvSpPr>
          <p:nvPr>
            <p:ph idx="1"/>
          </p:nvPr>
        </p:nvSpPr>
        <p:spPr>
          <a:xfrm>
            <a:off x="539750" y="1255594"/>
            <a:ext cx="8299450" cy="4465756"/>
          </a:xfrm>
        </p:spPr>
        <p:txBody>
          <a:bodyPr/>
          <a:lstStyle/>
          <a:p>
            <a:r>
              <a:rPr lang="en-US" sz="3200" dirty="0"/>
              <a:t>Deleted files</a:t>
            </a:r>
          </a:p>
          <a:p>
            <a:pPr lvl="1"/>
            <a:r>
              <a:rPr lang="en-US" sz="3000" dirty="0"/>
              <a:t>When a file is deleted on iPhone/iPad/iPod, moved to.Trashes\501 folder</a:t>
            </a:r>
          </a:p>
          <a:p>
            <a:pPr lvl="1"/>
            <a:r>
              <a:rPr lang="en-US" sz="3000" dirty="0"/>
              <a:t>Data exists until overwritten</a:t>
            </a:r>
          </a:p>
        </p:txBody>
      </p:sp>
    </p:spTree>
    <p:extLst>
      <p:ext uri="{BB962C8B-B14F-4D97-AF65-F5344CB8AC3E}">
        <p14:creationId xmlns:p14="http://schemas.microsoft.com/office/powerpoint/2010/main" val="368077687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Seizing Evidence from a Blackberry</a:t>
            </a:r>
          </a:p>
        </p:txBody>
      </p:sp>
      <p:sp>
        <p:nvSpPr>
          <p:cNvPr id="9219" name="Content Placeholder 2"/>
          <p:cNvSpPr>
            <a:spLocks noGrp="1"/>
          </p:cNvSpPr>
          <p:nvPr>
            <p:ph idx="1"/>
          </p:nvPr>
        </p:nvSpPr>
        <p:spPr>
          <a:xfrm>
            <a:off x="539750" y="1665026"/>
            <a:ext cx="8299450" cy="4056323"/>
          </a:xfrm>
        </p:spPr>
        <p:txBody>
          <a:bodyPr/>
          <a:lstStyle/>
          <a:p>
            <a:r>
              <a:rPr lang="en-US" sz="3200" dirty="0"/>
              <a:t>Download and install BlackBerry Desktop Manager</a:t>
            </a:r>
          </a:p>
          <a:p>
            <a:r>
              <a:rPr lang="en-US" sz="3200" dirty="0"/>
              <a:t>Steps to create complete backup image:</a:t>
            </a:r>
          </a:p>
          <a:p>
            <a:pPr marL="514350" indent="-514350">
              <a:buFont typeface="+mj-lt"/>
              <a:buAutoNum type="arabicPeriod"/>
            </a:pPr>
            <a:r>
              <a:rPr lang="en-US" sz="3200" dirty="0"/>
              <a:t>Open BlackBerry’s Desktop Manager. Click Options then Connection Settings.</a:t>
            </a:r>
          </a:p>
          <a:p>
            <a:pPr marL="514350" indent="-514350">
              <a:buFont typeface="+mj-lt"/>
              <a:buAutoNum type="arabicPeriod"/>
            </a:pPr>
            <a:r>
              <a:rPr lang="en-US" sz="3200" dirty="0"/>
              <a:t>If the Desktop Manager hasn’t already done so, select USB-PIN: Device # for connection type. Click OK.</a:t>
            </a:r>
          </a:p>
        </p:txBody>
      </p:sp>
    </p:spTree>
    <p:extLst>
      <p:ext uri="{BB962C8B-B14F-4D97-AF65-F5344CB8AC3E}">
        <p14:creationId xmlns:p14="http://schemas.microsoft.com/office/powerpoint/2010/main" val="193993698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Seizing Evidence from a Blackberry (Cont.)</a:t>
            </a:r>
          </a:p>
        </p:txBody>
      </p:sp>
      <p:sp>
        <p:nvSpPr>
          <p:cNvPr id="9219" name="Content Placeholder 2"/>
          <p:cNvSpPr>
            <a:spLocks noGrp="1"/>
          </p:cNvSpPr>
          <p:nvPr>
            <p:ph idx="1"/>
          </p:nvPr>
        </p:nvSpPr>
        <p:spPr>
          <a:xfrm>
            <a:off x="539750" y="1665026"/>
            <a:ext cx="8299450" cy="4056323"/>
          </a:xfrm>
        </p:spPr>
        <p:txBody>
          <a:bodyPr/>
          <a:lstStyle/>
          <a:p>
            <a:pPr marL="514350" indent="-514350">
              <a:buFont typeface="+mj-lt"/>
              <a:buAutoNum type="arabicPeriod" startAt="3"/>
            </a:pPr>
            <a:r>
              <a:rPr lang="en-US" sz="3200" dirty="0"/>
              <a:t>Select Backup and Restore.</a:t>
            </a:r>
          </a:p>
          <a:p>
            <a:pPr marL="514350" indent="-514350">
              <a:buFont typeface="+mj-lt"/>
              <a:buAutoNum type="arabicPeriod" startAt="3"/>
            </a:pPr>
            <a:r>
              <a:rPr lang="en-US" sz="3200" dirty="0"/>
              <a:t>Click the Back Up button for a full backup of the device or use the Advanced section for specific data.</a:t>
            </a:r>
          </a:p>
          <a:p>
            <a:pPr marL="514350" indent="-514350">
              <a:buFont typeface="+mj-lt"/>
              <a:buAutoNum type="arabicPeriod" startAt="3"/>
            </a:pPr>
            <a:r>
              <a:rPr lang="en-US" sz="3200" dirty="0"/>
              <a:t>Select your destination (such as workstation) and save the .ipd file.</a:t>
            </a:r>
          </a:p>
          <a:p>
            <a:pPr marL="514350" indent="-514350">
              <a:buFont typeface="+mj-lt"/>
              <a:buAutoNum type="arabicPeriod" startAt="6"/>
            </a:pPr>
            <a:r>
              <a:rPr lang="en-US" sz="3200" dirty="0"/>
              <a:t>Examine data and perform a forensic analysis.</a:t>
            </a:r>
            <a:endParaRPr lang="en-US" sz="3000" dirty="0"/>
          </a:p>
        </p:txBody>
      </p:sp>
    </p:spTree>
    <p:extLst>
      <p:ext uri="{BB962C8B-B14F-4D97-AF65-F5344CB8AC3E}">
        <p14:creationId xmlns:p14="http://schemas.microsoft.com/office/powerpoint/2010/main" val="285794845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JTAG</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2600" dirty="0"/>
              <a:t>Joint Test Action Group (JTAG)</a:t>
            </a:r>
          </a:p>
          <a:p>
            <a:pPr marL="233363" indent="-233363" eaLnBrk="0" hangingPunct="0">
              <a:spcBef>
                <a:spcPct val="20000"/>
              </a:spcBef>
              <a:buClr>
                <a:srgbClr val="ED6E2E"/>
              </a:buClr>
              <a:buFont typeface="Wingdings" pitchFamily="2" charset="2"/>
              <a:buChar char="§"/>
            </a:pPr>
            <a:r>
              <a:rPr lang="en-US" sz="2600" dirty="0"/>
              <a:t>An Institute of Electrical and Electronics Engineers (IEEE) standard for testing chips</a:t>
            </a:r>
          </a:p>
          <a:p>
            <a:pPr marL="233363" indent="-233363" eaLnBrk="0" hangingPunct="0">
              <a:spcBef>
                <a:spcPct val="20000"/>
              </a:spcBef>
              <a:buClr>
                <a:srgbClr val="ED6E2E"/>
              </a:buClr>
              <a:buFont typeface="Wingdings" pitchFamily="2" charset="2"/>
              <a:buChar char="§"/>
            </a:pPr>
            <a:r>
              <a:rPr lang="en-US" sz="2600" dirty="0"/>
              <a:t>Test access points (TAPs) used to directly access the chip and extract data</a:t>
            </a:r>
          </a:p>
          <a:p>
            <a:pPr marL="233363" indent="-233363" eaLnBrk="0" hangingPunct="0">
              <a:spcBef>
                <a:spcPct val="20000"/>
              </a:spcBef>
              <a:buClr>
                <a:srgbClr val="ED6E2E"/>
              </a:buClr>
              <a:buFont typeface="Wingdings" pitchFamily="2" charset="2"/>
              <a:buChar char="§"/>
            </a:pPr>
            <a:r>
              <a:rPr lang="en-US" sz="2600" dirty="0"/>
              <a:t>Forensic examiner takes back off of phone, and then connects wires by soldering or by using some other means to the TAPs of the phone’s memory chip</a:t>
            </a:r>
          </a:p>
          <a:p>
            <a:pPr marL="233363" indent="-233363" eaLnBrk="0" hangingPunct="0">
              <a:spcBef>
                <a:spcPct val="20000"/>
              </a:spcBef>
              <a:buClr>
                <a:srgbClr val="ED6E2E"/>
              </a:buClr>
              <a:buFont typeface="Wingdings" pitchFamily="2" charset="2"/>
              <a:buChar char="§"/>
            </a:pPr>
            <a:r>
              <a:rPr lang="en-US" sz="2600" dirty="0"/>
              <a:t>Wires also connected to a JTAG device that uses software to extract the data directly from the memory chip</a:t>
            </a:r>
          </a:p>
        </p:txBody>
      </p:sp>
    </p:spTree>
    <p:extLst>
      <p:ext uri="{BB962C8B-B14F-4D97-AF65-F5344CB8AC3E}">
        <p14:creationId xmlns:p14="http://schemas.microsoft.com/office/powerpoint/2010/main" val="1341385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Mobile device concepts</a:t>
            </a:r>
          </a:p>
          <a:p>
            <a:pPr marL="233363" indent="-233363" eaLnBrk="0" hangingPunct="0">
              <a:spcBef>
                <a:spcPct val="20000"/>
              </a:spcBef>
              <a:buClr>
                <a:srgbClr val="ED6E2E"/>
              </a:buClr>
              <a:buFont typeface="Wingdings" pitchFamily="2" charset="2"/>
              <a:buChar char="§"/>
            </a:pPr>
            <a:r>
              <a:rPr lang="en-US" sz="3200" dirty="0"/>
              <a:t>Evidence that can be obtained from a mobile device</a:t>
            </a:r>
          </a:p>
          <a:p>
            <a:pPr marL="233363" indent="-233363" eaLnBrk="0" hangingPunct="0">
              <a:spcBef>
                <a:spcPct val="20000"/>
              </a:spcBef>
              <a:buClr>
                <a:srgbClr val="ED6E2E"/>
              </a:buClr>
              <a:buFont typeface="Wingdings" pitchFamily="2" charset="2"/>
              <a:buChar char="§"/>
            </a:pPr>
            <a:r>
              <a:rPr lang="en-US" sz="3200" dirty="0"/>
              <a:t>How to seize evidence from a mobile device </a:t>
            </a:r>
          </a:p>
        </p:txBody>
      </p:sp>
    </p:spTree>
    <p:extLst>
      <p:ext uri="{BB962C8B-B14F-4D97-AF65-F5344CB8AC3E}">
        <p14:creationId xmlns:p14="http://schemas.microsoft.com/office/powerpoint/2010/main" val="14060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58068</TotalTime>
  <Words>2814</Words>
  <Application>Microsoft Office PowerPoint</Application>
  <PresentationFormat>On-screen Show (4:3)</PresentationFormat>
  <Paragraphs>297</Paragraphs>
  <Slides>28</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MS PGothic</vt:lpstr>
      <vt:lpstr>Arial</vt:lpstr>
      <vt:lpstr>Times</vt:lpstr>
      <vt:lpstr>Times New Roman</vt:lpstr>
      <vt:lpstr>Wingdings</vt:lpstr>
      <vt:lpstr>Blank Presentation</vt:lpstr>
      <vt:lpstr>PowerPoint Presentation</vt:lpstr>
      <vt:lpstr>Learning Objective</vt:lpstr>
      <vt:lpstr>Key Concepts</vt:lpstr>
      <vt:lpstr>Cellular Device Concepts</vt:lpstr>
      <vt:lpstr>Cellular Device Concepts (Cont.)</vt:lpstr>
      <vt:lpstr>Network: Cellular</vt:lpstr>
      <vt:lpstr>Wi-Fi</vt:lpstr>
      <vt:lpstr>Operating Systems</vt:lpstr>
      <vt:lpstr>iOS</vt:lpstr>
      <vt:lpstr>iOS (Cont.)</vt:lpstr>
      <vt:lpstr>iOS (Cont.)</vt:lpstr>
      <vt:lpstr>Android</vt:lpstr>
      <vt:lpstr>Windows</vt:lpstr>
      <vt:lpstr>Blackberry 10</vt:lpstr>
      <vt:lpstr>Evidence You Can Get from a Cell Phone</vt:lpstr>
      <vt:lpstr>Mobile Device States</vt:lpstr>
      <vt:lpstr>Rules for Seizing Evidence from a Mobile Device</vt:lpstr>
      <vt:lpstr>Mobile Device Forensic Products</vt:lpstr>
      <vt:lpstr>The iPhone: Seizing Evidence</vt:lpstr>
      <vt:lpstr>The iPhone: Seizing Evidence (Cont.)</vt:lpstr>
      <vt:lpstr>Apple iPhone iTunes Display</vt:lpstr>
      <vt:lpstr>Seizing Evidence from an iPhone</vt:lpstr>
      <vt:lpstr>Seizing Evidence from an iPhone</vt:lpstr>
      <vt:lpstr>Seizing Evidence from an iPhone</vt:lpstr>
      <vt:lpstr>Seizing Evidence from a Blackberry</vt:lpstr>
      <vt:lpstr>Seizing Evidence from a Blackberry (Cont.)</vt:lpstr>
      <vt:lpstr>JTAG</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Kimberly Lindros</cp:lastModifiedBy>
  <cp:revision>3288</cp:revision>
  <cp:lastPrinted>2008-07-07T18:08:55Z</cp:lastPrinted>
  <dcterms:created xsi:type="dcterms:W3CDTF">2010-11-23T16:40:46Z</dcterms:created>
  <dcterms:modified xsi:type="dcterms:W3CDTF">2017-07-03T21:37:00Z</dcterms:modified>
</cp:coreProperties>
</file>