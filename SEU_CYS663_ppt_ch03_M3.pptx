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Lst>
  <p:notesMasterIdLst>
    <p:notesMasterId r:id="rId33"/>
  </p:notesMasterIdLst>
  <p:handoutMasterIdLst>
    <p:handoutMasterId r:id="rId34"/>
  </p:handoutMasterIdLst>
  <p:sldIdLst>
    <p:sldId id="1519" r:id="rId6"/>
    <p:sldId id="1518" r:id="rId7"/>
    <p:sldId id="1520" r:id="rId8"/>
    <p:sldId id="1548" r:id="rId9"/>
    <p:sldId id="1509" r:id="rId10"/>
    <p:sldId id="1550" r:id="rId11"/>
    <p:sldId id="1561" r:id="rId12"/>
    <p:sldId id="1586" r:id="rId13"/>
    <p:sldId id="1537" r:id="rId14"/>
    <p:sldId id="1570" r:id="rId15"/>
    <p:sldId id="1585" r:id="rId16"/>
    <p:sldId id="1563" r:id="rId17"/>
    <p:sldId id="1587" r:id="rId18"/>
    <p:sldId id="1588" r:id="rId19"/>
    <p:sldId id="1591" r:id="rId20"/>
    <p:sldId id="1569" r:id="rId21"/>
    <p:sldId id="1546" r:id="rId22"/>
    <p:sldId id="1577" r:id="rId23"/>
    <p:sldId id="1579" r:id="rId24"/>
    <p:sldId id="1580" r:id="rId25"/>
    <p:sldId id="1581" r:id="rId26"/>
    <p:sldId id="1582" r:id="rId27"/>
    <p:sldId id="1572" r:id="rId28"/>
    <p:sldId id="1573" r:id="rId29"/>
    <p:sldId id="1592" r:id="rId30"/>
    <p:sldId id="1593" r:id="rId31"/>
    <p:sldId id="1575" r:id="rId32"/>
  </p:sldIdLst>
  <p:sldSz cx="9144000" cy="6858000" type="screen4x3"/>
  <p:notesSz cx="7010400" cy="9296400"/>
  <p:custDataLst>
    <p:tags r:id="rId35"/>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autoAdjust="0"/>
    <p:restoredTop sz="91697" autoAdjust="0"/>
  </p:normalViewPr>
  <p:slideViewPr>
    <p:cSldViewPr snapToGrid="0" snapToObjects="1">
      <p:cViewPr varScale="1">
        <p:scale>
          <a:sx n="75" d="100"/>
          <a:sy n="75" d="100"/>
        </p:scale>
        <p:origin x="1829" y="43"/>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gs" Target="tags/tag1.xml"/><Relationship Id="rId8" Type="http://schemas.openxmlformats.org/officeDocument/2006/relationships/slide" Target="slides/slide3.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A356BE-2FB3-440F-AD0C-A130C0882642}" type="doc">
      <dgm:prSet loTypeId="urn:microsoft.com/office/officeart/2008/layout/VerticalCurvedList" loCatId="list" qsTypeId="urn:microsoft.com/office/officeart/2005/8/quickstyle/simple1" qsCatId="simple" csTypeId="urn:microsoft.com/office/officeart/2005/8/colors/accent1_3" csCatId="accent1" phldr="1"/>
      <dgm:spPr/>
      <dgm:t>
        <a:bodyPr/>
        <a:lstStyle/>
        <a:p>
          <a:endParaRPr lang="en-US"/>
        </a:p>
      </dgm:t>
    </dgm:pt>
    <dgm:pt modelId="{FC7F9DA3-DD8E-49C5-942C-ED4A9B4E19AC}">
      <dgm:prSet phldrT="[Text]"/>
      <dgm:spPr/>
      <dgm:t>
        <a:bodyPr/>
        <a:lstStyle/>
        <a:p>
          <a:r>
            <a:rPr lang="en-US" dirty="0"/>
            <a:t>Handle original data as little as possible</a:t>
          </a:r>
        </a:p>
      </dgm:t>
    </dgm:pt>
    <dgm:pt modelId="{0B2AF582-59F8-4D01-BF16-92D126BFC61D}" type="parTrans" cxnId="{6D94310A-C4D5-496E-A32E-DBF717FB6FF0}">
      <dgm:prSet/>
      <dgm:spPr/>
      <dgm:t>
        <a:bodyPr/>
        <a:lstStyle/>
        <a:p>
          <a:endParaRPr lang="en-US"/>
        </a:p>
      </dgm:t>
    </dgm:pt>
    <dgm:pt modelId="{C9738998-BB60-42EA-B31D-F33A91D2EFF3}" type="sibTrans" cxnId="{6D94310A-C4D5-496E-A32E-DBF717FB6FF0}">
      <dgm:prSet/>
      <dgm:spPr/>
      <dgm:t>
        <a:bodyPr/>
        <a:lstStyle/>
        <a:p>
          <a:endParaRPr lang="en-US"/>
        </a:p>
      </dgm:t>
    </dgm:pt>
    <dgm:pt modelId="{600D749C-C603-4B51-8996-04BE1376972F}">
      <dgm:prSet phldrT="[Text]"/>
      <dgm:spPr/>
      <dgm:t>
        <a:bodyPr/>
        <a:lstStyle/>
        <a:p>
          <a:r>
            <a:rPr lang="en-US" dirty="0"/>
            <a:t>Comply with the rules of evidence</a:t>
          </a:r>
        </a:p>
      </dgm:t>
    </dgm:pt>
    <dgm:pt modelId="{B1E29C65-6016-483D-8FC1-43EDBB569A3C}" type="parTrans" cxnId="{F2D9ED5C-5615-4B27-92BC-0DDA88FD5AF6}">
      <dgm:prSet/>
      <dgm:spPr/>
      <dgm:t>
        <a:bodyPr/>
        <a:lstStyle/>
        <a:p>
          <a:endParaRPr lang="en-US"/>
        </a:p>
      </dgm:t>
    </dgm:pt>
    <dgm:pt modelId="{A2F0366E-DEF0-474B-8BD7-5890224FF3B1}" type="sibTrans" cxnId="{F2D9ED5C-5615-4B27-92BC-0DDA88FD5AF6}">
      <dgm:prSet/>
      <dgm:spPr/>
      <dgm:t>
        <a:bodyPr/>
        <a:lstStyle/>
        <a:p>
          <a:endParaRPr lang="en-US"/>
        </a:p>
      </dgm:t>
    </dgm:pt>
    <dgm:pt modelId="{434ADF91-AED4-4B7A-B0BA-44C8E92165BD}">
      <dgm:prSet phldrT="[Text]"/>
      <dgm:spPr/>
      <dgm:t>
        <a:bodyPr/>
        <a:lstStyle/>
        <a:p>
          <a:r>
            <a:rPr lang="en-US" dirty="0"/>
            <a:t>Avoid exceeding one’s knowledge</a:t>
          </a:r>
        </a:p>
      </dgm:t>
    </dgm:pt>
    <dgm:pt modelId="{AE4424D7-1022-4FD9-9950-1FDCABFC00FB}" type="parTrans" cxnId="{F6017E5E-9342-48DE-94C7-85092DBC3FA5}">
      <dgm:prSet/>
      <dgm:spPr/>
      <dgm:t>
        <a:bodyPr/>
        <a:lstStyle/>
        <a:p>
          <a:endParaRPr lang="en-US"/>
        </a:p>
      </dgm:t>
    </dgm:pt>
    <dgm:pt modelId="{C3B5B92E-1E5F-4A35-AF62-193783BDA09C}" type="sibTrans" cxnId="{F6017E5E-9342-48DE-94C7-85092DBC3FA5}">
      <dgm:prSet/>
      <dgm:spPr/>
      <dgm:t>
        <a:bodyPr/>
        <a:lstStyle/>
        <a:p>
          <a:endParaRPr lang="en-US"/>
        </a:p>
      </dgm:t>
    </dgm:pt>
    <dgm:pt modelId="{B1302E93-949F-41F9-A4BA-E1E350CDDA39}">
      <dgm:prSet/>
      <dgm:spPr/>
      <dgm:t>
        <a:bodyPr/>
        <a:lstStyle/>
        <a:p>
          <a:r>
            <a:rPr lang="en-US" dirty="0"/>
            <a:t>Create an analysis plan</a:t>
          </a:r>
        </a:p>
      </dgm:t>
    </dgm:pt>
    <dgm:pt modelId="{3FCF5CBF-D744-4D39-BBC2-7EB68D85EFB8}" type="parTrans" cxnId="{B0F3E4CE-2570-4055-A874-0F07E8F2B93E}">
      <dgm:prSet/>
      <dgm:spPr/>
      <dgm:t>
        <a:bodyPr/>
        <a:lstStyle/>
        <a:p>
          <a:endParaRPr lang="en-US"/>
        </a:p>
      </dgm:t>
    </dgm:pt>
    <dgm:pt modelId="{D669C2F2-8C69-44E4-A94C-F2585C251001}" type="sibTrans" cxnId="{B0F3E4CE-2570-4055-A874-0F07E8F2B93E}">
      <dgm:prSet/>
      <dgm:spPr/>
      <dgm:t>
        <a:bodyPr/>
        <a:lstStyle/>
        <a:p>
          <a:endParaRPr lang="en-US"/>
        </a:p>
      </dgm:t>
    </dgm:pt>
    <dgm:pt modelId="{E059876C-8140-4415-9F39-EBB27315B6EF}" type="pres">
      <dgm:prSet presAssocID="{A3A356BE-2FB3-440F-AD0C-A130C0882642}" presName="Name0" presStyleCnt="0">
        <dgm:presLayoutVars>
          <dgm:chMax val="7"/>
          <dgm:chPref val="7"/>
          <dgm:dir/>
        </dgm:presLayoutVars>
      </dgm:prSet>
      <dgm:spPr/>
    </dgm:pt>
    <dgm:pt modelId="{AA5E7A98-E4BD-4BD3-A462-3ED766765DA2}" type="pres">
      <dgm:prSet presAssocID="{A3A356BE-2FB3-440F-AD0C-A130C0882642}" presName="Name1" presStyleCnt="0"/>
      <dgm:spPr/>
    </dgm:pt>
    <dgm:pt modelId="{46C81DF4-5206-4423-8B32-88BCCEE9B0C5}" type="pres">
      <dgm:prSet presAssocID="{A3A356BE-2FB3-440F-AD0C-A130C0882642}" presName="cycle" presStyleCnt="0"/>
      <dgm:spPr/>
    </dgm:pt>
    <dgm:pt modelId="{C86C245A-EAC3-4D6D-917B-20BBABAD0B9B}" type="pres">
      <dgm:prSet presAssocID="{A3A356BE-2FB3-440F-AD0C-A130C0882642}" presName="srcNode" presStyleLbl="node1" presStyleIdx="0" presStyleCnt="4"/>
      <dgm:spPr/>
    </dgm:pt>
    <dgm:pt modelId="{B775F92F-B4AD-4F1F-86B2-1210585962F6}" type="pres">
      <dgm:prSet presAssocID="{A3A356BE-2FB3-440F-AD0C-A130C0882642}" presName="conn" presStyleLbl="parChTrans1D2" presStyleIdx="0" presStyleCnt="1"/>
      <dgm:spPr/>
    </dgm:pt>
    <dgm:pt modelId="{FDF732BC-484E-4C97-A51C-093013FA9230}" type="pres">
      <dgm:prSet presAssocID="{A3A356BE-2FB3-440F-AD0C-A130C0882642}" presName="extraNode" presStyleLbl="node1" presStyleIdx="0" presStyleCnt="4"/>
      <dgm:spPr/>
    </dgm:pt>
    <dgm:pt modelId="{B81E43B5-DBC8-439A-AE43-9877A26D03FA}" type="pres">
      <dgm:prSet presAssocID="{A3A356BE-2FB3-440F-AD0C-A130C0882642}" presName="dstNode" presStyleLbl="node1" presStyleIdx="0" presStyleCnt="4"/>
      <dgm:spPr/>
    </dgm:pt>
    <dgm:pt modelId="{A76DABBC-0CD6-497B-9648-7ACC3EA18467}" type="pres">
      <dgm:prSet presAssocID="{FC7F9DA3-DD8E-49C5-942C-ED4A9B4E19AC}" presName="text_1" presStyleLbl="node1" presStyleIdx="0" presStyleCnt="4">
        <dgm:presLayoutVars>
          <dgm:bulletEnabled val="1"/>
        </dgm:presLayoutVars>
      </dgm:prSet>
      <dgm:spPr/>
    </dgm:pt>
    <dgm:pt modelId="{43191EC3-49E3-483B-B14F-F988E02FD21E}" type="pres">
      <dgm:prSet presAssocID="{FC7F9DA3-DD8E-49C5-942C-ED4A9B4E19AC}" presName="accent_1" presStyleCnt="0"/>
      <dgm:spPr/>
    </dgm:pt>
    <dgm:pt modelId="{6E9EF13B-9BEC-46A1-90B0-D01E3861A80E}" type="pres">
      <dgm:prSet presAssocID="{FC7F9DA3-DD8E-49C5-942C-ED4A9B4E19AC}" presName="accentRepeatNode" presStyleLbl="solidFgAcc1" presStyleIdx="0" presStyleCnt="4"/>
      <dgm:spPr/>
    </dgm:pt>
    <dgm:pt modelId="{19B70B27-B851-4990-9C91-DD8B6F503AA9}" type="pres">
      <dgm:prSet presAssocID="{600D749C-C603-4B51-8996-04BE1376972F}" presName="text_2" presStyleLbl="node1" presStyleIdx="1" presStyleCnt="4">
        <dgm:presLayoutVars>
          <dgm:bulletEnabled val="1"/>
        </dgm:presLayoutVars>
      </dgm:prSet>
      <dgm:spPr/>
    </dgm:pt>
    <dgm:pt modelId="{143B63CB-19FB-4750-866F-7B41995CBD36}" type="pres">
      <dgm:prSet presAssocID="{600D749C-C603-4B51-8996-04BE1376972F}" presName="accent_2" presStyleCnt="0"/>
      <dgm:spPr/>
    </dgm:pt>
    <dgm:pt modelId="{B6941B18-44B2-4ECD-AEC8-49D6CCF1BA35}" type="pres">
      <dgm:prSet presAssocID="{600D749C-C603-4B51-8996-04BE1376972F}" presName="accentRepeatNode" presStyleLbl="solidFgAcc1" presStyleIdx="1" presStyleCnt="4"/>
      <dgm:spPr/>
    </dgm:pt>
    <dgm:pt modelId="{021402C5-91DC-4786-A307-88CD6B6FA66E}" type="pres">
      <dgm:prSet presAssocID="{434ADF91-AED4-4B7A-B0BA-44C8E92165BD}" presName="text_3" presStyleLbl="node1" presStyleIdx="2" presStyleCnt="4">
        <dgm:presLayoutVars>
          <dgm:bulletEnabled val="1"/>
        </dgm:presLayoutVars>
      </dgm:prSet>
      <dgm:spPr/>
    </dgm:pt>
    <dgm:pt modelId="{318485C2-2D1E-4F5B-BF07-FC1B458F8EB9}" type="pres">
      <dgm:prSet presAssocID="{434ADF91-AED4-4B7A-B0BA-44C8E92165BD}" presName="accent_3" presStyleCnt="0"/>
      <dgm:spPr/>
    </dgm:pt>
    <dgm:pt modelId="{547ADEAD-1D97-4927-AD76-BDA28536694A}" type="pres">
      <dgm:prSet presAssocID="{434ADF91-AED4-4B7A-B0BA-44C8E92165BD}" presName="accentRepeatNode" presStyleLbl="solidFgAcc1" presStyleIdx="2" presStyleCnt="4"/>
      <dgm:spPr/>
    </dgm:pt>
    <dgm:pt modelId="{D31B9649-0751-4479-9B41-E7F66CB46E8B}" type="pres">
      <dgm:prSet presAssocID="{B1302E93-949F-41F9-A4BA-E1E350CDDA39}" presName="text_4" presStyleLbl="node1" presStyleIdx="3" presStyleCnt="4">
        <dgm:presLayoutVars>
          <dgm:bulletEnabled val="1"/>
        </dgm:presLayoutVars>
      </dgm:prSet>
      <dgm:spPr/>
    </dgm:pt>
    <dgm:pt modelId="{FA328BCA-EB73-4040-BDE0-CB9F42F57587}" type="pres">
      <dgm:prSet presAssocID="{B1302E93-949F-41F9-A4BA-E1E350CDDA39}" presName="accent_4" presStyleCnt="0"/>
      <dgm:spPr/>
    </dgm:pt>
    <dgm:pt modelId="{43E334CC-CCB5-4801-8E6E-0651238C7CBA}" type="pres">
      <dgm:prSet presAssocID="{B1302E93-949F-41F9-A4BA-E1E350CDDA39}" presName="accentRepeatNode" presStyleLbl="solidFgAcc1" presStyleIdx="3" presStyleCnt="4"/>
      <dgm:spPr/>
    </dgm:pt>
  </dgm:ptLst>
  <dgm:cxnLst>
    <dgm:cxn modelId="{6D94310A-C4D5-496E-A32E-DBF717FB6FF0}" srcId="{A3A356BE-2FB3-440F-AD0C-A130C0882642}" destId="{FC7F9DA3-DD8E-49C5-942C-ED4A9B4E19AC}" srcOrd="0" destOrd="0" parTransId="{0B2AF582-59F8-4D01-BF16-92D126BFC61D}" sibTransId="{C9738998-BB60-42EA-B31D-F33A91D2EFF3}"/>
    <dgm:cxn modelId="{B82B9E34-84A1-47AF-9129-516DEE42BC64}" type="presOf" srcId="{C9738998-BB60-42EA-B31D-F33A91D2EFF3}" destId="{B775F92F-B4AD-4F1F-86B2-1210585962F6}" srcOrd="0" destOrd="0" presId="urn:microsoft.com/office/officeart/2008/layout/VerticalCurvedList"/>
    <dgm:cxn modelId="{F2D9ED5C-5615-4B27-92BC-0DDA88FD5AF6}" srcId="{A3A356BE-2FB3-440F-AD0C-A130C0882642}" destId="{600D749C-C603-4B51-8996-04BE1376972F}" srcOrd="1" destOrd="0" parTransId="{B1E29C65-6016-483D-8FC1-43EDBB569A3C}" sibTransId="{A2F0366E-DEF0-474B-8BD7-5890224FF3B1}"/>
    <dgm:cxn modelId="{F6017E5E-9342-48DE-94C7-85092DBC3FA5}" srcId="{A3A356BE-2FB3-440F-AD0C-A130C0882642}" destId="{434ADF91-AED4-4B7A-B0BA-44C8E92165BD}" srcOrd="2" destOrd="0" parTransId="{AE4424D7-1022-4FD9-9950-1FDCABFC00FB}" sibTransId="{C3B5B92E-1E5F-4A35-AF62-193783BDA09C}"/>
    <dgm:cxn modelId="{EF1D744D-944D-46FB-B1E5-936E1B4F3FB9}" type="presOf" srcId="{B1302E93-949F-41F9-A4BA-E1E350CDDA39}" destId="{D31B9649-0751-4479-9B41-E7F66CB46E8B}" srcOrd="0" destOrd="0" presId="urn:microsoft.com/office/officeart/2008/layout/VerticalCurvedList"/>
    <dgm:cxn modelId="{D1220D87-739D-42C8-A390-C905D94E04C2}" type="presOf" srcId="{A3A356BE-2FB3-440F-AD0C-A130C0882642}" destId="{E059876C-8140-4415-9F39-EBB27315B6EF}" srcOrd="0" destOrd="0" presId="urn:microsoft.com/office/officeart/2008/layout/VerticalCurvedList"/>
    <dgm:cxn modelId="{B546308E-6218-4BF7-8361-7BC61F533052}" type="presOf" srcId="{600D749C-C603-4B51-8996-04BE1376972F}" destId="{19B70B27-B851-4990-9C91-DD8B6F503AA9}" srcOrd="0" destOrd="0" presId="urn:microsoft.com/office/officeart/2008/layout/VerticalCurvedList"/>
    <dgm:cxn modelId="{7EAB6791-A1A5-4CCA-A7C0-E738EA8DC2E0}" type="presOf" srcId="{FC7F9DA3-DD8E-49C5-942C-ED4A9B4E19AC}" destId="{A76DABBC-0CD6-497B-9648-7ACC3EA18467}" srcOrd="0" destOrd="0" presId="urn:microsoft.com/office/officeart/2008/layout/VerticalCurvedList"/>
    <dgm:cxn modelId="{777029C3-11E9-447A-BF48-A9B523B0813D}" type="presOf" srcId="{434ADF91-AED4-4B7A-B0BA-44C8E92165BD}" destId="{021402C5-91DC-4786-A307-88CD6B6FA66E}" srcOrd="0" destOrd="0" presId="urn:microsoft.com/office/officeart/2008/layout/VerticalCurvedList"/>
    <dgm:cxn modelId="{B0F3E4CE-2570-4055-A874-0F07E8F2B93E}" srcId="{A3A356BE-2FB3-440F-AD0C-A130C0882642}" destId="{B1302E93-949F-41F9-A4BA-E1E350CDDA39}" srcOrd="3" destOrd="0" parTransId="{3FCF5CBF-D744-4D39-BBC2-7EB68D85EFB8}" sibTransId="{D669C2F2-8C69-44E4-A94C-F2585C251001}"/>
    <dgm:cxn modelId="{0C373D27-E00A-4FB5-9555-1B8EAD6E8EB7}" type="presParOf" srcId="{E059876C-8140-4415-9F39-EBB27315B6EF}" destId="{AA5E7A98-E4BD-4BD3-A462-3ED766765DA2}" srcOrd="0" destOrd="0" presId="urn:microsoft.com/office/officeart/2008/layout/VerticalCurvedList"/>
    <dgm:cxn modelId="{11156DFB-C4E7-42DF-9FB1-B2F6BF67EAB9}" type="presParOf" srcId="{AA5E7A98-E4BD-4BD3-A462-3ED766765DA2}" destId="{46C81DF4-5206-4423-8B32-88BCCEE9B0C5}" srcOrd="0" destOrd="0" presId="urn:microsoft.com/office/officeart/2008/layout/VerticalCurvedList"/>
    <dgm:cxn modelId="{E0C34748-23FE-4002-9A1D-400BCA725C04}" type="presParOf" srcId="{46C81DF4-5206-4423-8B32-88BCCEE9B0C5}" destId="{C86C245A-EAC3-4D6D-917B-20BBABAD0B9B}" srcOrd="0" destOrd="0" presId="urn:microsoft.com/office/officeart/2008/layout/VerticalCurvedList"/>
    <dgm:cxn modelId="{10AD6A7D-D18B-4403-95C6-74D5D74803B8}" type="presParOf" srcId="{46C81DF4-5206-4423-8B32-88BCCEE9B0C5}" destId="{B775F92F-B4AD-4F1F-86B2-1210585962F6}" srcOrd="1" destOrd="0" presId="urn:microsoft.com/office/officeart/2008/layout/VerticalCurvedList"/>
    <dgm:cxn modelId="{9DF14002-C2C3-44DA-9628-F2C6549924CA}" type="presParOf" srcId="{46C81DF4-5206-4423-8B32-88BCCEE9B0C5}" destId="{FDF732BC-484E-4C97-A51C-093013FA9230}" srcOrd="2" destOrd="0" presId="urn:microsoft.com/office/officeart/2008/layout/VerticalCurvedList"/>
    <dgm:cxn modelId="{4FACA893-58CB-4FAD-B156-0A18CCC5E0A2}" type="presParOf" srcId="{46C81DF4-5206-4423-8B32-88BCCEE9B0C5}" destId="{B81E43B5-DBC8-439A-AE43-9877A26D03FA}" srcOrd="3" destOrd="0" presId="urn:microsoft.com/office/officeart/2008/layout/VerticalCurvedList"/>
    <dgm:cxn modelId="{D8FC717F-FCA7-4255-BE43-E1FEB1EA0E0E}" type="presParOf" srcId="{AA5E7A98-E4BD-4BD3-A462-3ED766765DA2}" destId="{A76DABBC-0CD6-497B-9648-7ACC3EA18467}" srcOrd="1" destOrd="0" presId="urn:microsoft.com/office/officeart/2008/layout/VerticalCurvedList"/>
    <dgm:cxn modelId="{7766B5A9-6D46-4489-A391-8FB991A35F72}" type="presParOf" srcId="{AA5E7A98-E4BD-4BD3-A462-3ED766765DA2}" destId="{43191EC3-49E3-483B-B14F-F988E02FD21E}" srcOrd="2" destOrd="0" presId="urn:microsoft.com/office/officeart/2008/layout/VerticalCurvedList"/>
    <dgm:cxn modelId="{A50FBCF1-54CB-4D62-8606-335E377E8E32}" type="presParOf" srcId="{43191EC3-49E3-483B-B14F-F988E02FD21E}" destId="{6E9EF13B-9BEC-46A1-90B0-D01E3861A80E}" srcOrd="0" destOrd="0" presId="urn:microsoft.com/office/officeart/2008/layout/VerticalCurvedList"/>
    <dgm:cxn modelId="{AF7DEBB3-C00D-4B9F-BB91-59B5DAC1271C}" type="presParOf" srcId="{AA5E7A98-E4BD-4BD3-A462-3ED766765DA2}" destId="{19B70B27-B851-4990-9C91-DD8B6F503AA9}" srcOrd="3" destOrd="0" presId="urn:microsoft.com/office/officeart/2008/layout/VerticalCurvedList"/>
    <dgm:cxn modelId="{3AFC10D4-1AD4-4F7C-8C44-09187756E322}" type="presParOf" srcId="{AA5E7A98-E4BD-4BD3-A462-3ED766765DA2}" destId="{143B63CB-19FB-4750-866F-7B41995CBD36}" srcOrd="4" destOrd="0" presId="urn:microsoft.com/office/officeart/2008/layout/VerticalCurvedList"/>
    <dgm:cxn modelId="{AAFF3BCA-CCA1-460E-A4A3-F316479189B3}" type="presParOf" srcId="{143B63CB-19FB-4750-866F-7B41995CBD36}" destId="{B6941B18-44B2-4ECD-AEC8-49D6CCF1BA35}" srcOrd="0" destOrd="0" presId="urn:microsoft.com/office/officeart/2008/layout/VerticalCurvedList"/>
    <dgm:cxn modelId="{F445461D-52B4-428D-A725-D18A573C4397}" type="presParOf" srcId="{AA5E7A98-E4BD-4BD3-A462-3ED766765DA2}" destId="{021402C5-91DC-4786-A307-88CD6B6FA66E}" srcOrd="5" destOrd="0" presId="urn:microsoft.com/office/officeart/2008/layout/VerticalCurvedList"/>
    <dgm:cxn modelId="{CE5565F3-FB87-4DF4-9D38-D727065180EB}" type="presParOf" srcId="{AA5E7A98-E4BD-4BD3-A462-3ED766765DA2}" destId="{318485C2-2D1E-4F5B-BF07-FC1B458F8EB9}" srcOrd="6" destOrd="0" presId="urn:microsoft.com/office/officeart/2008/layout/VerticalCurvedList"/>
    <dgm:cxn modelId="{797E2C1A-1648-462D-B01B-CF277A4A6267}" type="presParOf" srcId="{318485C2-2D1E-4F5B-BF07-FC1B458F8EB9}" destId="{547ADEAD-1D97-4927-AD76-BDA28536694A}" srcOrd="0" destOrd="0" presId="urn:microsoft.com/office/officeart/2008/layout/VerticalCurvedList"/>
    <dgm:cxn modelId="{A88691C2-F4F1-4E9A-9105-6F63A055246E}" type="presParOf" srcId="{AA5E7A98-E4BD-4BD3-A462-3ED766765DA2}" destId="{D31B9649-0751-4479-9B41-E7F66CB46E8B}" srcOrd="7" destOrd="0" presId="urn:microsoft.com/office/officeart/2008/layout/VerticalCurvedList"/>
    <dgm:cxn modelId="{CE3B67C0-2884-4814-98E2-210235DB17F0}" type="presParOf" srcId="{AA5E7A98-E4BD-4BD3-A462-3ED766765DA2}" destId="{FA328BCA-EB73-4040-BDE0-CB9F42F57587}" srcOrd="8" destOrd="0" presId="urn:microsoft.com/office/officeart/2008/layout/VerticalCurvedList"/>
    <dgm:cxn modelId="{808CE78F-1915-49C0-884A-7FF3529FFF78}" type="presParOf" srcId="{FA328BCA-EB73-4040-BDE0-CB9F42F57587}" destId="{43E334CC-CCB5-4801-8E6E-0651238C7CB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4877D6-6F18-4C16-B8A5-0B4C2B5F515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239C2AD9-D360-40D8-913E-646889F9CAC4}">
      <dgm:prSet phldrT="[Text]"/>
      <dgm:spPr/>
      <dgm:t>
        <a:bodyPr/>
        <a:lstStyle/>
        <a:p>
          <a:r>
            <a:rPr lang="en-US" dirty="0"/>
            <a:t>DoD Cyber Crime Center (DC3) forensic standards</a:t>
          </a:r>
        </a:p>
      </dgm:t>
    </dgm:pt>
    <dgm:pt modelId="{8FC128EF-515C-4F69-9DFC-BAB9F374B0DC}" type="parTrans" cxnId="{32B8B0E1-9D30-485C-A51C-ED56F419D4CE}">
      <dgm:prSet/>
      <dgm:spPr/>
      <dgm:t>
        <a:bodyPr/>
        <a:lstStyle/>
        <a:p>
          <a:endParaRPr lang="en-US"/>
        </a:p>
      </dgm:t>
    </dgm:pt>
    <dgm:pt modelId="{D96D9A69-02BA-4C41-8C36-CC80E47E40FA}" type="sibTrans" cxnId="{32B8B0E1-9D30-485C-A51C-ED56F419D4CE}">
      <dgm:prSet/>
      <dgm:spPr/>
      <dgm:t>
        <a:bodyPr/>
        <a:lstStyle/>
        <a:p>
          <a:endParaRPr lang="en-US"/>
        </a:p>
      </dgm:t>
    </dgm:pt>
    <dgm:pt modelId="{4746C026-5A05-4E1D-B933-7EB21F4DB8B9}">
      <dgm:prSet phldrT="[Text]"/>
      <dgm:spPr/>
      <dgm:t>
        <a:bodyPr/>
        <a:lstStyle/>
        <a:p>
          <a:r>
            <a:rPr lang="en-US" dirty="0"/>
            <a:t>The Digital Forensic Research Workshop (DFRWS) framework</a:t>
          </a:r>
        </a:p>
      </dgm:t>
    </dgm:pt>
    <dgm:pt modelId="{FF08B17D-AC11-4170-A57C-0FE5003AED97}" type="parTrans" cxnId="{F20163B6-6729-430E-9972-46DC4AAEDC7B}">
      <dgm:prSet/>
      <dgm:spPr/>
      <dgm:t>
        <a:bodyPr/>
        <a:lstStyle/>
        <a:p>
          <a:endParaRPr lang="en-US"/>
        </a:p>
      </dgm:t>
    </dgm:pt>
    <dgm:pt modelId="{D4394D62-102E-4457-A0FB-73DE52E296A0}" type="sibTrans" cxnId="{F20163B6-6729-430E-9972-46DC4AAEDC7B}">
      <dgm:prSet/>
      <dgm:spPr/>
      <dgm:t>
        <a:bodyPr/>
        <a:lstStyle/>
        <a:p>
          <a:endParaRPr lang="en-US"/>
        </a:p>
      </dgm:t>
    </dgm:pt>
    <dgm:pt modelId="{317F1446-A22B-496A-AA03-E9D4FD18B669}">
      <dgm:prSet phldrT="[Text]"/>
      <dgm:spPr/>
      <dgm:t>
        <a:bodyPr/>
        <a:lstStyle/>
        <a:p>
          <a:r>
            <a:rPr lang="en-US" dirty="0"/>
            <a:t>Event-based digital forensic investigation framework</a:t>
          </a:r>
        </a:p>
      </dgm:t>
    </dgm:pt>
    <dgm:pt modelId="{4EF262D3-8B65-4D67-A5C8-99C1ABE254DE}" type="parTrans" cxnId="{D0DE5766-0461-4ED3-8A5C-6EE5BD5C1C42}">
      <dgm:prSet/>
      <dgm:spPr/>
      <dgm:t>
        <a:bodyPr/>
        <a:lstStyle/>
        <a:p>
          <a:endParaRPr lang="en-US"/>
        </a:p>
      </dgm:t>
    </dgm:pt>
    <dgm:pt modelId="{0D415CAC-DA0B-421B-8DCD-444CE5331E31}" type="sibTrans" cxnId="{D0DE5766-0461-4ED3-8A5C-6EE5BD5C1C42}">
      <dgm:prSet/>
      <dgm:spPr/>
      <dgm:t>
        <a:bodyPr/>
        <a:lstStyle/>
        <a:p>
          <a:endParaRPr lang="en-US"/>
        </a:p>
      </dgm:t>
    </dgm:pt>
    <dgm:pt modelId="{F14DCE91-E8B6-4B8A-8F49-187E0987B315}">
      <dgm:prSet/>
      <dgm:spPr/>
      <dgm:t>
        <a:bodyPr/>
        <a:lstStyle/>
        <a:p>
          <a:r>
            <a:rPr lang="en-US" dirty="0"/>
            <a:t>Scientific Working Group on Digital Evidence (SWGDE) framework</a:t>
          </a:r>
        </a:p>
      </dgm:t>
    </dgm:pt>
    <dgm:pt modelId="{729156F2-F67A-44EC-9499-1745D1AB8EFD}" type="parTrans" cxnId="{C3EABDA5-3386-4647-BF83-C1F326628422}">
      <dgm:prSet/>
      <dgm:spPr/>
      <dgm:t>
        <a:bodyPr/>
        <a:lstStyle/>
        <a:p>
          <a:endParaRPr lang="en-US"/>
        </a:p>
      </dgm:t>
    </dgm:pt>
    <dgm:pt modelId="{DE595DDE-F780-43DA-AAD3-8C6C478EDDFC}" type="sibTrans" cxnId="{C3EABDA5-3386-4647-BF83-C1F326628422}">
      <dgm:prSet/>
      <dgm:spPr/>
      <dgm:t>
        <a:bodyPr/>
        <a:lstStyle/>
        <a:p>
          <a:endParaRPr lang="en-US"/>
        </a:p>
      </dgm:t>
    </dgm:pt>
    <dgm:pt modelId="{FB67A8D9-A42B-477A-B30A-576C7E22AD9D}" type="pres">
      <dgm:prSet presAssocID="{7B4877D6-6F18-4C16-B8A5-0B4C2B5F5155}" presName="Name0" presStyleCnt="0">
        <dgm:presLayoutVars>
          <dgm:chMax val="7"/>
          <dgm:chPref val="7"/>
          <dgm:dir/>
        </dgm:presLayoutVars>
      </dgm:prSet>
      <dgm:spPr/>
    </dgm:pt>
    <dgm:pt modelId="{6A105779-B640-49F1-98DF-5F342F52D936}" type="pres">
      <dgm:prSet presAssocID="{7B4877D6-6F18-4C16-B8A5-0B4C2B5F5155}" presName="Name1" presStyleCnt="0"/>
      <dgm:spPr/>
    </dgm:pt>
    <dgm:pt modelId="{0D2BFFED-1BB1-4050-97D6-843C113AE9EC}" type="pres">
      <dgm:prSet presAssocID="{7B4877D6-6F18-4C16-B8A5-0B4C2B5F5155}" presName="cycle" presStyleCnt="0"/>
      <dgm:spPr/>
    </dgm:pt>
    <dgm:pt modelId="{874764D4-9FBB-40A8-9FF8-DE3AD2218DFA}" type="pres">
      <dgm:prSet presAssocID="{7B4877D6-6F18-4C16-B8A5-0B4C2B5F5155}" presName="srcNode" presStyleLbl="node1" presStyleIdx="0" presStyleCnt="4"/>
      <dgm:spPr/>
    </dgm:pt>
    <dgm:pt modelId="{C9FE2493-1E28-49B6-BA38-4CA87E1EB167}" type="pres">
      <dgm:prSet presAssocID="{7B4877D6-6F18-4C16-B8A5-0B4C2B5F5155}" presName="conn" presStyleLbl="parChTrans1D2" presStyleIdx="0" presStyleCnt="1"/>
      <dgm:spPr/>
    </dgm:pt>
    <dgm:pt modelId="{718FF7CA-5461-414A-B57F-4A250978595E}" type="pres">
      <dgm:prSet presAssocID="{7B4877D6-6F18-4C16-B8A5-0B4C2B5F5155}" presName="extraNode" presStyleLbl="node1" presStyleIdx="0" presStyleCnt="4"/>
      <dgm:spPr/>
    </dgm:pt>
    <dgm:pt modelId="{CCD05DA0-E369-4C4A-A847-84AA2A430576}" type="pres">
      <dgm:prSet presAssocID="{7B4877D6-6F18-4C16-B8A5-0B4C2B5F5155}" presName="dstNode" presStyleLbl="node1" presStyleIdx="0" presStyleCnt="4"/>
      <dgm:spPr/>
    </dgm:pt>
    <dgm:pt modelId="{87379AA8-9A56-4D5D-B0E5-2C57ADFE5101}" type="pres">
      <dgm:prSet presAssocID="{239C2AD9-D360-40D8-913E-646889F9CAC4}" presName="text_1" presStyleLbl="node1" presStyleIdx="0" presStyleCnt="4">
        <dgm:presLayoutVars>
          <dgm:bulletEnabled val="1"/>
        </dgm:presLayoutVars>
      </dgm:prSet>
      <dgm:spPr/>
    </dgm:pt>
    <dgm:pt modelId="{27583347-6A0A-4D65-8F36-867E73A0EE36}" type="pres">
      <dgm:prSet presAssocID="{239C2AD9-D360-40D8-913E-646889F9CAC4}" presName="accent_1" presStyleCnt="0"/>
      <dgm:spPr/>
    </dgm:pt>
    <dgm:pt modelId="{88F9B878-7B33-46F8-9C8D-454D0A596B5A}" type="pres">
      <dgm:prSet presAssocID="{239C2AD9-D360-40D8-913E-646889F9CAC4}" presName="accentRepeatNode" presStyleLbl="solidFgAcc1" presStyleIdx="0" presStyleCnt="4"/>
      <dgm:spPr/>
    </dgm:pt>
    <dgm:pt modelId="{8F704F91-6BC5-403A-9047-FDADC559E40D}" type="pres">
      <dgm:prSet presAssocID="{4746C026-5A05-4E1D-B933-7EB21F4DB8B9}" presName="text_2" presStyleLbl="node1" presStyleIdx="1" presStyleCnt="4">
        <dgm:presLayoutVars>
          <dgm:bulletEnabled val="1"/>
        </dgm:presLayoutVars>
      </dgm:prSet>
      <dgm:spPr/>
    </dgm:pt>
    <dgm:pt modelId="{080330C6-C1EE-4203-AA44-185CE7EF79E4}" type="pres">
      <dgm:prSet presAssocID="{4746C026-5A05-4E1D-B933-7EB21F4DB8B9}" presName="accent_2" presStyleCnt="0"/>
      <dgm:spPr/>
    </dgm:pt>
    <dgm:pt modelId="{04092704-271A-4F0D-9322-C14DEC83CBDD}" type="pres">
      <dgm:prSet presAssocID="{4746C026-5A05-4E1D-B933-7EB21F4DB8B9}" presName="accentRepeatNode" presStyleLbl="solidFgAcc1" presStyleIdx="1" presStyleCnt="4"/>
      <dgm:spPr/>
    </dgm:pt>
    <dgm:pt modelId="{F3ECEBE6-A686-4574-AD10-3B9AD27F7493}" type="pres">
      <dgm:prSet presAssocID="{F14DCE91-E8B6-4B8A-8F49-187E0987B315}" presName="text_3" presStyleLbl="node1" presStyleIdx="2" presStyleCnt="4">
        <dgm:presLayoutVars>
          <dgm:bulletEnabled val="1"/>
        </dgm:presLayoutVars>
      </dgm:prSet>
      <dgm:spPr/>
    </dgm:pt>
    <dgm:pt modelId="{2CC127E7-CD9A-487C-A4CC-C135C9C172C5}" type="pres">
      <dgm:prSet presAssocID="{F14DCE91-E8B6-4B8A-8F49-187E0987B315}" presName="accent_3" presStyleCnt="0"/>
      <dgm:spPr/>
    </dgm:pt>
    <dgm:pt modelId="{7FF9495A-6221-4E5D-84CC-B9F92E930266}" type="pres">
      <dgm:prSet presAssocID="{F14DCE91-E8B6-4B8A-8F49-187E0987B315}" presName="accentRepeatNode" presStyleLbl="solidFgAcc1" presStyleIdx="2" presStyleCnt="4"/>
      <dgm:spPr/>
    </dgm:pt>
    <dgm:pt modelId="{930C8795-29A9-4440-B31D-C570DBF1286A}" type="pres">
      <dgm:prSet presAssocID="{317F1446-A22B-496A-AA03-E9D4FD18B669}" presName="text_4" presStyleLbl="node1" presStyleIdx="3" presStyleCnt="4">
        <dgm:presLayoutVars>
          <dgm:bulletEnabled val="1"/>
        </dgm:presLayoutVars>
      </dgm:prSet>
      <dgm:spPr/>
    </dgm:pt>
    <dgm:pt modelId="{FB023C67-4407-48AC-AF79-E85D812C911C}" type="pres">
      <dgm:prSet presAssocID="{317F1446-A22B-496A-AA03-E9D4FD18B669}" presName="accent_4" presStyleCnt="0"/>
      <dgm:spPr/>
    </dgm:pt>
    <dgm:pt modelId="{7AA2F7C5-03C9-4D37-AB5F-8F63C34EE6D5}" type="pres">
      <dgm:prSet presAssocID="{317F1446-A22B-496A-AA03-E9D4FD18B669}" presName="accentRepeatNode" presStyleLbl="solidFgAcc1" presStyleIdx="3" presStyleCnt="4"/>
      <dgm:spPr/>
    </dgm:pt>
  </dgm:ptLst>
  <dgm:cxnLst>
    <dgm:cxn modelId="{97D3485D-19D2-45F6-9C4A-87F87817B2A3}" type="presOf" srcId="{7B4877D6-6F18-4C16-B8A5-0B4C2B5F5155}" destId="{FB67A8D9-A42B-477A-B30A-576C7E22AD9D}" srcOrd="0" destOrd="0" presId="urn:microsoft.com/office/officeart/2008/layout/VerticalCurvedList"/>
    <dgm:cxn modelId="{9D37795D-D63D-4C71-98E2-32239EFE3E2C}" type="presOf" srcId="{239C2AD9-D360-40D8-913E-646889F9CAC4}" destId="{87379AA8-9A56-4D5D-B0E5-2C57ADFE5101}" srcOrd="0" destOrd="0" presId="urn:microsoft.com/office/officeart/2008/layout/VerticalCurvedList"/>
    <dgm:cxn modelId="{D0DE5766-0461-4ED3-8A5C-6EE5BD5C1C42}" srcId="{7B4877D6-6F18-4C16-B8A5-0B4C2B5F5155}" destId="{317F1446-A22B-496A-AA03-E9D4FD18B669}" srcOrd="3" destOrd="0" parTransId="{4EF262D3-8B65-4D67-A5C8-99C1ABE254DE}" sibTransId="{0D415CAC-DA0B-421B-8DCD-444CE5331E31}"/>
    <dgm:cxn modelId="{CAB3476C-F613-4688-B483-C2625350E2AA}" type="presOf" srcId="{F14DCE91-E8B6-4B8A-8F49-187E0987B315}" destId="{F3ECEBE6-A686-4574-AD10-3B9AD27F7493}" srcOrd="0" destOrd="0" presId="urn:microsoft.com/office/officeart/2008/layout/VerticalCurvedList"/>
    <dgm:cxn modelId="{6E7A7E53-C7AD-4CFA-8823-29C177B91863}" type="presOf" srcId="{4746C026-5A05-4E1D-B933-7EB21F4DB8B9}" destId="{8F704F91-6BC5-403A-9047-FDADC559E40D}" srcOrd="0" destOrd="0" presId="urn:microsoft.com/office/officeart/2008/layout/VerticalCurvedList"/>
    <dgm:cxn modelId="{C3EABDA5-3386-4647-BF83-C1F326628422}" srcId="{7B4877D6-6F18-4C16-B8A5-0B4C2B5F5155}" destId="{F14DCE91-E8B6-4B8A-8F49-187E0987B315}" srcOrd="2" destOrd="0" parTransId="{729156F2-F67A-44EC-9499-1745D1AB8EFD}" sibTransId="{DE595DDE-F780-43DA-AAD3-8C6C478EDDFC}"/>
    <dgm:cxn modelId="{F20163B6-6729-430E-9972-46DC4AAEDC7B}" srcId="{7B4877D6-6F18-4C16-B8A5-0B4C2B5F5155}" destId="{4746C026-5A05-4E1D-B933-7EB21F4DB8B9}" srcOrd="1" destOrd="0" parTransId="{FF08B17D-AC11-4170-A57C-0FE5003AED97}" sibTransId="{D4394D62-102E-4457-A0FB-73DE52E296A0}"/>
    <dgm:cxn modelId="{0E16A1DD-4DA7-4F09-BDF3-CD3EBDF3FC95}" type="presOf" srcId="{317F1446-A22B-496A-AA03-E9D4FD18B669}" destId="{930C8795-29A9-4440-B31D-C570DBF1286A}" srcOrd="0" destOrd="0" presId="urn:microsoft.com/office/officeart/2008/layout/VerticalCurvedList"/>
    <dgm:cxn modelId="{32B8B0E1-9D30-485C-A51C-ED56F419D4CE}" srcId="{7B4877D6-6F18-4C16-B8A5-0B4C2B5F5155}" destId="{239C2AD9-D360-40D8-913E-646889F9CAC4}" srcOrd="0" destOrd="0" parTransId="{8FC128EF-515C-4F69-9DFC-BAB9F374B0DC}" sibTransId="{D96D9A69-02BA-4C41-8C36-CC80E47E40FA}"/>
    <dgm:cxn modelId="{34DF08F7-33D3-4B4F-8F9A-EF9BD10EADE9}" type="presOf" srcId="{D96D9A69-02BA-4C41-8C36-CC80E47E40FA}" destId="{C9FE2493-1E28-49B6-BA38-4CA87E1EB167}" srcOrd="0" destOrd="0" presId="urn:microsoft.com/office/officeart/2008/layout/VerticalCurvedList"/>
    <dgm:cxn modelId="{C6ED3FA5-43BC-48E7-8D1C-CAB0B0BAEC71}" type="presParOf" srcId="{FB67A8D9-A42B-477A-B30A-576C7E22AD9D}" destId="{6A105779-B640-49F1-98DF-5F342F52D936}" srcOrd="0" destOrd="0" presId="urn:microsoft.com/office/officeart/2008/layout/VerticalCurvedList"/>
    <dgm:cxn modelId="{DFA46056-0701-4A30-B765-F404A345FE7A}" type="presParOf" srcId="{6A105779-B640-49F1-98DF-5F342F52D936}" destId="{0D2BFFED-1BB1-4050-97D6-843C113AE9EC}" srcOrd="0" destOrd="0" presId="urn:microsoft.com/office/officeart/2008/layout/VerticalCurvedList"/>
    <dgm:cxn modelId="{8D48684A-CADE-42E8-8BD5-BF1E1566F9F5}" type="presParOf" srcId="{0D2BFFED-1BB1-4050-97D6-843C113AE9EC}" destId="{874764D4-9FBB-40A8-9FF8-DE3AD2218DFA}" srcOrd="0" destOrd="0" presId="urn:microsoft.com/office/officeart/2008/layout/VerticalCurvedList"/>
    <dgm:cxn modelId="{97AC3E79-22FC-4889-8CFD-83B4E2161881}" type="presParOf" srcId="{0D2BFFED-1BB1-4050-97D6-843C113AE9EC}" destId="{C9FE2493-1E28-49B6-BA38-4CA87E1EB167}" srcOrd="1" destOrd="0" presId="urn:microsoft.com/office/officeart/2008/layout/VerticalCurvedList"/>
    <dgm:cxn modelId="{E264021B-8731-44F5-8596-B97129059D45}" type="presParOf" srcId="{0D2BFFED-1BB1-4050-97D6-843C113AE9EC}" destId="{718FF7CA-5461-414A-B57F-4A250978595E}" srcOrd="2" destOrd="0" presId="urn:microsoft.com/office/officeart/2008/layout/VerticalCurvedList"/>
    <dgm:cxn modelId="{654590BC-521B-4ABC-A7B6-B85ED35085E4}" type="presParOf" srcId="{0D2BFFED-1BB1-4050-97D6-843C113AE9EC}" destId="{CCD05DA0-E369-4C4A-A847-84AA2A430576}" srcOrd="3" destOrd="0" presId="urn:microsoft.com/office/officeart/2008/layout/VerticalCurvedList"/>
    <dgm:cxn modelId="{87AF359C-9B50-40F2-814C-808CAEF03B65}" type="presParOf" srcId="{6A105779-B640-49F1-98DF-5F342F52D936}" destId="{87379AA8-9A56-4D5D-B0E5-2C57ADFE5101}" srcOrd="1" destOrd="0" presId="urn:microsoft.com/office/officeart/2008/layout/VerticalCurvedList"/>
    <dgm:cxn modelId="{B749A552-ECD3-4866-875A-DE84EF232F40}" type="presParOf" srcId="{6A105779-B640-49F1-98DF-5F342F52D936}" destId="{27583347-6A0A-4D65-8F36-867E73A0EE36}" srcOrd="2" destOrd="0" presId="urn:microsoft.com/office/officeart/2008/layout/VerticalCurvedList"/>
    <dgm:cxn modelId="{CCDF516B-137B-47B7-AD30-2E6679BCB7A0}" type="presParOf" srcId="{27583347-6A0A-4D65-8F36-867E73A0EE36}" destId="{88F9B878-7B33-46F8-9C8D-454D0A596B5A}" srcOrd="0" destOrd="0" presId="urn:microsoft.com/office/officeart/2008/layout/VerticalCurvedList"/>
    <dgm:cxn modelId="{A36A5EDF-EDE9-45A0-BF85-E44C2A13C7CD}" type="presParOf" srcId="{6A105779-B640-49F1-98DF-5F342F52D936}" destId="{8F704F91-6BC5-403A-9047-FDADC559E40D}" srcOrd="3" destOrd="0" presId="urn:microsoft.com/office/officeart/2008/layout/VerticalCurvedList"/>
    <dgm:cxn modelId="{39E15A4B-1D2D-42CC-AA42-537DF0ABCC7C}" type="presParOf" srcId="{6A105779-B640-49F1-98DF-5F342F52D936}" destId="{080330C6-C1EE-4203-AA44-185CE7EF79E4}" srcOrd="4" destOrd="0" presId="urn:microsoft.com/office/officeart/2008/layout/VerticalCurvedList"/>
    <dgm:cxn modelId="{7A82AE73-DBA8-4F3D-B918-81FE5B5A3A04}" type="presParOf" srcId="{080330C6-C1EE-4203-AA44-185CE7EF79E4}" destId="{04092704-271A-4F0D-9322-C14DEC83CBDD}" srcOrd="0" destOrd="0" presId="urn:microsoft.com/office/officeart/2008/layout/VerticalCurvedList"/>
    <dgm:cxn modelId="{05B1A9A2-8466-4E59-ADB9-3C11314CD255}" type="presParOf" srcId="{6A105779-B640-49F1-98DF-5F342F52D936}" destId="{F3ECEBE6-A686-4574-AD10-3B9AD27F7493}" srcOrd="5" destOrd="0" presId="urn:microsoft.com/office/officeart/2008/layout/VerticalCurvedList"/>
    <dgm:cxn modelId="{143EED8E-C51C-45E7-836A-E9ABA05A190D}" type="presParOf" srcId="{6A105779-B640-49F1-98DF-5F342F52D936}" destId="{2CC127E7-CD9A-487C-A4CC-C135C9C172C5}" srcOrd="6" destOrd="0" presId="urn:microsoft.com/office/officeart/2008/layout/VerticalCurvedList"/>
    <dgm:cxn modelId="{816D9048-52D9-4415-B34D-2ADCED316645}" type="presParOf" srcId="{2CC127E7-CD9A-487C-A4CC-C135C9C172C5}" destId="{7FF9495A-6221-4E5D-84CC-B9F92E930266}" srcOrd="0" destOrd="0" presId="urn:microsoft.com/office/officeart/2008/layout/VerticalCurvedList"/>
    <dgm:cxn modelId="{83069E0F-2D44-4549-9AD6-8A3061CAB783}" type="presParOf" srcId="{6A105779-B640-49F1-98DF-5F342F52D936}" destId="{930C8795-29A9-4440-B31D-C570DBF1286A}" srcOrd="7" destOrd="0" presId="urn:microsoft.com/office/officeart/2008/layout/VerticalCurvedList"/>
    <dgm:cxn modelId="{7AF8C4C6-BE1E-4A86-8316-E7877162C4B5}" type="presParOf" srcId="{6A105779-B640-49F1-98DF-5F342F52D936}" destId="{FB023C67-4407-48AC-AF79-E85D812C911C}" srcOrd="8" destOrd="0" presId="urn:microsoft.com/office/officeart/2008/layout/VerticalCurvedList"/>
    <dgm:cxn modelId="{6A7247CB-7CEA-4849-B757-48D4724D132A}" type="presParOf" srcId="{FB023C67-4407-48AC-AF79-E85D812C911C}" destId="{7AA2F7C5-03C9-4D37-AB5F-8F63C34EE6D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AD9154-A594-4D59-A57E-023DF7610FE3}"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86D66D19-6755-438F-8DA6-5F9012D01DE5}">
      <dgm:prSet phldrT="[Text]" custT="1"/>
      <dgm:spPr/>
      <dgm:t>
        <a:bodyPr/>
        <a:lstStyle/>
        <a:p>
          <a:r>
            <a:rPr lang="en-US" sz="3600" dirty="0"/>
            <a:t>Find</a:t>
          </a:r>
        </a:p>
      </dgm:t>
    </dgm:pt>
    <dgm:pt modelId="{A62E4548-7193-45AE-B4A1-C9A6F8CAC946}" type="parTrans" cxnId="{2D2B9DED-D68A-448E-B057-BCCC216E5A6C}">
      <dgm:prSet/>
      <dgm:spPr/>
      <dgm:t>
        <a:bodyPr/>
        <a:lstStyle/>
        <a:p>
          <a:endParaRPr lang="en-US"/>
        </a:p>
      </dgm:t>
    </dgm:pt>
    <dgm:pt modelId="{A1E93F30-CF13-4689-80E8-686A91546E89}" type="sibTrans" cxnId="{2D2B9DED-D68A-448E-B057-BCCC216E5A6C}">
      <dgm:prSet/>
      <dgm:spPr/>
      <dgm:t>
        <a:bodyPr/>
        <a:lstStyle/>
        <a:p>
          <a:endParaRPr lang="en-US"/>
        </a:p>
      </dgm:t>
    </dgm:pt>
    <dgm:pt modelId="{DF3A8CC1-4081-4A53-8A48-46EF181A9C16}">
      <dgm:prSet phldrT="[Text]" custT="1"/>
      <dgm:spPr/>
      <dgm:t>
        <a:bodyPr/>
        <a:lstStyle/>
        <a:p>
          <a:r>
            <a:rPr lang="en-US" sz="2400" dirty="0"/>
            <a:t>Gather evidence</a:t>
          </a:r>
        </a:p>
      </dgm:t>
    </dgm:pt>
    <dgm:pt modelId="{CAF0682F-221C-4FDD-A3CE-F52ABF4E20B3}" type="parTrans" cxnId="{CF1FDAF3-1ED8-44F2-B947-7C8564BDD319}">
      <dgm:prSet/>
      <dgm:spPr/>
      <dgm:t>
        <a:bodyPr/>
        <a:lstStyle/>
        <a:p>
          <a:endParaRPr lang="en-US"/>
        </a:p>
      </dgm:t>
    </dgm:pt>
    <dgm:pt modelId="{3A98D776-EEF1-4305-AAC3-EF158C2DEB20}" type="sibTrans" cxnId="{CF1FDAF3-1ED8-44F2-B947-7C8564BDD319}">
      <dgm:prSet/>
      <dgm:spPr/>
      <dgm:t>
        <a:bodyPr/>
        <a:lstStyle/>
        <a:p>
          <a:endParaRPr lang="en-US"/>
        </a:p>
      </dgm:t>
    </dgm:pt>
    <dgm:pt modelId="{22AF0607-5416-4230-BCB8-95C1995C9A52}">
      <dgm:prSet phldrT="[Text]" custT="1"/>
      <dgm:spPr/>
      <dgm:t>
        <a:bodyPr/>
        <a:lstStyle/>
        <a:p>
          <a:r>
            <a:rPr lang="en-US" sz="3600" dirty="0"/>
            <a:t>Preserve</a:t>
          </a:r>
        </a:p>
      </dgm:t>
    </dgm:pt>
    <dgm:pt modelId="{C574D9AD-3F1B-47A9-8495-6FBE8CC7676C}" type="parTrans" cxnId="{F9E5AC45-2B99-4C44-97E3-D2F3AF9894A8}">
      <dgm:prSet/>
      <dgm:spPr/>
      <dgm:t>
        <a:bodyPr/>
        <a:lstStyle/>
        <a:p>
          <a:endParaRPr lang="en-US"/>
        </a:p>
      </dgm:t>
    </dgm:pt>
    <dgm:pt modelId="{0FBC6336-5471-40F4-B7A1-0B72D9A833C3}" type="sibTrans" cxnId="{F9E5AC45-2B99-4C44-97E3-D2F3AF9894A8}">
      <dgm:prSet/>
      <dgm:spPr/>
      <dgm:t>
        <a:bodyPr/>
        <a:lstStyle/>
        <a:p>
          <a:endParaRPr lang="en-US"/>
        </a:p>
      </dgm:t>
    </dgm:pt>
    <dgm:pt modelId="{021931A4-1CE0-4FBE-A58C-6A46F1A70A65}">
      <dgm:prSet phldrT="[Text]" custT="1"/>
      <dgm:spPr/>
      <dgm:t>
        <a:bodyPr/>
        <a:lstStyle/>
        <a:p>
          <a:r>
            <a:rPr lang="en-US" sz="2400" dirty="0"/>
            <a:t>Handle computers and storage media with caution</a:t>
          </a:r>
        </a:p>
      </dgm:t>
    </dgm:pt>
    <dgm:pt modelId="{93465E6D-670F-4FBC-A300-C8F1FF191E8C}" type="parTrans" cxnId="{F68FB0FA-393E-44B7-99F3-6E7BE8E0A741}">
      <dgm:prSet/>
      <dgm:spPr/>
      <dgm:t>
        <a:bodyPr/>
        <a:lstStyle/>
        <a:p>
          <a:endParaRPr lang="en-US"/>
        </a:p>
      </dgm:t>
    </dgm:pt>
    <dgm:pt modelId="{A5D74A85-CA2D-4742-B37A-B839E75C0938}" type="sibTrans" cxnId="{F68FB0FA-393E-44B7-99F3-6E7BE8E0A741}">
      <dgm:prSet/>
      <dgm:spPr/>
      <dgm:t>
        <a:bodyPr/>
        <a:lstStyle/>
        <a:p>
          <a:endParaRPr lang="en-US"/>
        </a:p>
      </dgm:t>
    </dgm:pt>
    <dgm:pt modelId="{E31F4163-3716-440D-BCB9-8D305532E093}">
      <dgm:prSet custT="1"/>
      <dgm:spPr/>
      <dgm:t>
        <a:bodyPr/>
        <a:lstStyle/>
        <a:p>
          <a:r>
            <a:rPr lang="en-US" sz="3600" dirty="0"/>
            <a:t>Prepare</a:t>
          </a:r>
        </a:p>
      </dgm:t>
    </dgm:pt>
    <dgm:pt modelId="{85CEC48F-E14F-45FF-965C-212426F317AA}" type="parTrans" cxnId="{45F97A0A-5F2B-412E-BDE3-85ADFB728446}">
      <dgm:prSet/>
      <dgm:spPr/>
      <dgm:t>
        <a:bodyPr/>
        <a:lstStyle/>
        <a:p>
          <a:endParaRPr lang="en-US"/>
        </a:p>
      </dgm:t>
    </dgm:pt>
    <dgm:pt modelId="{B52B3CB8-BE22-42FC-823B-578F269BC4C1}" type="sibTrans" cxnId="{45F97A0A-5F2B-412E-BDE3-85ADFB728446}">
      <dgm:prSet/>
      <dgm:spPr/>
      <dgm:t>
        <a:bodyPr/>
        <a:lstStyle/>
        <a:p>
          <a:endParaRPr lang="en-US"/>
        </a:p>
      </dgm:t>
    </dgm:pt>
    <dgm:pt modelId="{9946FD8A-1FC4-42FE-80E8-DE8BCB41F298}">
      <dgm:prSet custT="1"/>
      <dgm:spPr/>
      <dgm:t>
        <a:bodyPr/>
        <a:lstStyle/>
        <a:p>
          <a:r>
            <a:rPr lang="en-US" sz="2400" dirty="0"/>
            <a:t>Document evidence source and ensure evidence has not changed</a:t>
          </a:r>
        </a:p>
      </dgm:t>
    </dgm:pt>
    <dgm:pt modelId="{1BB609B8-58DA-4C0A-B06C-9C97632B0ED9}" type="parTrans" cxnId="{445C38E7-2274-481E-BBEC-94331E50A3B6}">
      <dgm:prSet/>
      <dgm:spPr/>
      <dgm:t>
        <a:bodyPr/>
        <a:lstStyle/>
        <a:p>
          <a:endParaRPr lang="en-US"/>
        </a:p>
      </dgm:t>
    </dgm:pt>
    <dgm:pt modelId="{C164A322-ACC0-4EBB-964E-1F3F7567FF2D}" type="sibTrans" cxnId="{445C38E7-2274-481E-BBEC-94331E50A3B6}">
      <dgm:prSet/>
      <dgm:spPr/>
      <dgm:t>
        <a:bodyPr/>
        <a:lstStyle/>
        <a:p>
          <a:endParaRPr lang="en-US"/>
        </a:p>
      </dgm:t>
    </dgm:pt>
    <dgm:pt modelId="{7B2B5300-3CE9-47AD-B509-287815B09970}" type="pres">
      <dgm:prSet presAssocID="{90AD9154-A594-4D59-A57E-023DF7610FE3}" presName="Name0" presStyleCnt="0">
        <dgm:presLayoutVars>
          <dgm:dir/>
          <dgm:animLvl val="lvl"/>
          <dgm:resizeHandles/>
        </dgm:presLayoutVars>
      </dgm:prSet>
      <dgm:spPr/>
    </dgm:pt>
    <dgm:pt modelId="{1FDAEDA5-A56E-4B0B-8C8F-B1719E4A5813}" type="pres">
      <dgm:prSet presAssocID="{86D66D19-6755-438F-8DA6-5F9012D01DE5}" presName="linNode" presStyleCnt="0"/>
      <dgm:spPr/>
    </dgm:pt>
    <dgm:pt modelId="{7A892DC9-0B08-4EA7-8F43-F93BFC302199}" type="pres">
      <dgm:prSet presAssocID="{86D66D19-6755-438F-8DA6-5F9012D01DE5}" presName="parentShp" presStyleLbl="node1" presStyleIdx="0" presStyleCnt="3">
        <dgm:presLayoutVars>
          <dgm:bulletEnabled val="1"/>
        </dgm:presLayoutVars>
      </dgm:prSet>
      <dgm:spPr/>
    </dgm:pt>
    <dgm:pt modelId="{1EC0358F-9787-40C1-9804-0428715D2FAE}" type="pres">
      <dgm:prSet presAssocID="{86D66D19-6755-438F-8DA6-5F9012D01DE5}" presName="childShp" presStyleLbl="bgAccFollowNode1" presStyleIdx="0" presStyleCnt="3" custLinFactNeighborX="0">
        <dgm:presLayoutVars>
          <dgm:bulletEnabled val="1"/>
        </dgm:presLayoutVars>
      </dgm:prSet>
      <dgm:spPr/>
    </dgm:pt>
    <dgm:pt modelId="{F923FE49-0B0A-42ED-B1A4-27845EA0B9D5}" type="pres">
      <dgm:prSet presAssocID="{A1E93F30-CF13-4689-80E8-686A91546E89}" presName="spacing" presStyleCnt="0"/>
      <dgm:spPr/>
    </dgm:pt>
    <dgm:pt modelId="{A12D5D27-159E-4DDD-9497-DD44F2A2EA0B}" type="pres">
      <dgm:prSet presAssocID="{22AF0607-5416-4230-BCB8-95C1995C9A52}" presName="linNode" presStyleCnt="0"/>
      <dgm:spPr/>
    </dgm:pt>
    <dgm:pt modelId="{49A590EE-63C3-429D-A15E-E7F8C4716D34}" type="pres">
      <dgm:prSet presAssocID="{22AF0607-5416-4230-BCB8-95C1995C9A52}" presName="parentShp" presStyleLbl="node1" presStyleIdx="1" presStyleCnt="3">
        <dgm:presLayoutVars>
          <dgm:bulletEnabled val="1"/>
        </dgm:presLayoutVars>
      </dgm:prSet>
      <dgm:spPr/>
    </dgm:pt>
    <dgm:pt modelId="{C91B50EB-3F3C-4E8A-8D4E-77CBD27ABDD0}" type="pres">
      <dgm:prSet presAssocID="{22AF0607-5416-4230-BCB8-95C1995C9A52}" presName="childShp" presStyleLbl="bgAccFollowNode1" presStyleIdx="1" presStyleCnt="3">
        <dgm:presLayoutVars>
          <dgm:bulletEnabled val="1"/>
        </dgm:presLayoutVars>
      </dgm:prSet>
      <dgm:spPr/>
    </dgm:pt>
    <dgm:pt modelId="{A116E39B-6A80-4019-A43C-D545BAAFB7A3}" type="pres">
      <dgm:prSet presAssocID="{0FBC6336-5471-40F4-B7A1-0B72D9A833C3}" presName="spacing" presStyleCnt="0"/>
      <dgm:spPr/>
    </dgm:pt>
    <dgm:pt modelId="{781A6894-9406-4412-B2E9-3C11C12D16C7}" type="pres">
      <dgm:prSet presAssocID="{E31F4163-3716-440D-BCB9-8D305532E093}" presName="linNode" presStyleCnt="0"/>
      <dgm:spPr/>
    </dgm:pt>
    <dgm:pt modelId="{E059355D-C4F5-4DC8-AC60-E7C8317E12CF}" type="pres">
      <dgm:prSet presAssocID="{E31F4163-3716-440D-BCB9-8D305532E093}" presName="parentShp" presStyleLbl="node1" presStyleIdx="2" presStyleCnt="3">
        <dgm:presLayoutVars>
          <dgm:bulletEnabled val="1"/>
        </dgm:presLayoutVars>
      </dgm:prSet>
      <dgm:spPr/>
    </dgm:pt>
    <dgm:pt modelId="{051686A0-5A7C-4627-AE90-72A738E10202}" type="pres">
      <dgm:prSet presAssocID="{E31F4163-3716-440D-BCB9-8D305532E093}" presName="childShp" presStyleLbl="bgAccFollowNode1" presStyleIdx="2" presStyleCnt="3">
        <dgm:presLayoutVars>
          <dgm:bulletEnabled val="1"/>
        </dgm:presLayoutVars>
      </dgm:prSet>
      <dgm:spPr/>
    </dgm:pt>
  </dgm:ptLst>
  <dgm:cxnLst>
    <dgm:cxn modelId="{8299FE00-9A7D-433E-AE95-C139686033BE}" type="presOf" srcId="{021931A4-1CE0-4FBE-A58C-6A46F1A70A65}" destId="{C91B50EB-3F3C-4E8A-8D4E-77CBD27ABDD0}" srcOrd="0" destOrd="0" presId="urn:microsoft.com/office/officeart/2005/8/layout/vList6"/>
    <dgm:cxn modelId="{D3AA5E02-DA9D-4739-8C6F-0D7B4A0493C2}" type="presOf" srcId="{90AD9154-A594-4D59-A57E-023DF7610FE3}" destId="{7B2B5300-3CE9-47AD-B509-287815B09970}" srcOrd="0" destOrd="0" presId="urn:microsoft.com/office/officeart/2005/8/layout/vList6"/>
    <dgm:cxn modelId="{45F97A0A-5F2B-412E-BDE3-85ADFB728446}" srcId="{90AD9154-A594-4D59-A57E-023DF7610FE3}" destId="{E31F4163-3716-440D-BCB9-8D305532E093}" srcOrd="2" destOrd="0" parTransId="{85CEC48F-E14F-45FF-965C-212426F317AA}" sibTransId="{B52B3CB8-BE22-42FC-823B-578F269BC4C1}"/>
    <dgm:cxn modelId="{21E33C23-E93E-4CF7-9A39-55E385DEDDEA}" type="presOf" srcId="{9946FD8A-1FC4-42FE-80E8-DE8BCB41F298}" destId="{051686A0-5A7C-4627-AE90-72A738E10202}" srcOrd="0" destOrd="0" presId="urn:microsoft.com/office/officeart/2005/8/layout/vList6"/>
    <dgm:cxn modelId="{43C55733-30A5-4FE4-A1CA-63E7CE859316}" type="presOf" srcId="{E31F4163-3716-440D-BCB9-8D305532E093}" destId="{E059355D-C4F5-4DC8-AC60-E7C8317E12CF}" srcOrd="0" destOrd="0" presId="urn:microsoft.com/office/officeart/2005/8/layout/vList6"/>
    <dgm:cxn modelId="{F9E5AC45-2B99-4C44-97E3-D2F3AF9894A8}" srcId="{90AD9154-A594-4D59-A57E-023DF7610FE3}" destId="{22AF0607-5416-4230-BCB8-95C1995C9A52}" srcOrd="1" destOrd="0" parTransId="{C574D9AD-3F1B-47A9-8495-6FBE8CC7676C}" sibTransId="{0FBC6336-5471-40F4-B7A1-0B72D9A833C3}"/>
    <dgm:cxn modelId="{628B064C-311A-48B4-98FA-6886D9D047AF}" type="presOf" srcId="{DF3A8CC1-4081-4A53-8A48-46EF181A9C16}" destId="{1EC0358F-9787-40C1-9804-0428715D2FAE}" srcOrd="0" destOrd="0" presId="urn:microsoft.com/office/officeart/2005/8/layout/vList6"/>
    <dgm:cxn modelId="{08688691-91B7-4463-8462-D3DC10F68603}" type="presOf" srcId="{22AF0607-5416-4230-BCB8-95C1995C9A52}" destId="{49A590EE-63C3-429D-A15E-E7F8C4716D34}" srcOrd="0" destOrd="0" presId="urn:microsoft.com/office/officeart/2005/8/layout/vList6"/>
    <dgm:cxn modelId="{B0177D93-510E-47F2-9112-244487AB404E}" type="presOf" srcId="{86D66D19-6755-438F-8DA6-5F9012D01DE5}" destId="{7A892DC9-0B08-4EA7-8F43-F93BFC302199}" srcOrd="0" destOrd="0" presId="urn:microsoft.com/office/officeart/2005/8/layout/vList6"/>
    <dgm:cxn modelId="{445C38E7-2274-481E-BBEC-94331E50A3B6}" srcId="{E31F4163-3716-440D-BCB9-8D305532E093}" destId="{9946FD8A-1FC4-42FE-80E8-DE8BCB41F298}" srcOrd="0" destOrd="0" parTransId="{1BB609B8-58DA-4C0A-B06C-9C97632B0ED9}" sibTransId="{C164A322-ACC0-4EBB-964E-1F3F7567FF2D}"/>
    <dgm:cxn modelId="{2D2B9DED-D68A-448E-B057-BCCC216E5A6C}" srcId="{90AD9154-A594-4D59-A57E-023DF7610FE3}" destId="{86D66D19-6755-438F-8DA6-5F9012D01DE5}" srcOrd="0" destOrd="0" parTransId="{A62E4548-7193-45AE-B4A1-C9A6F8CAC946}" sibTransId="{A1E93F30-CF13-4689-80E8-686A91546E89}"/>
    <dgm:cxn modelId="{CF1FDAF3-1ED8-44F2-B947-7C8564BDD319}" srcId="{86D66D19-6755-438F-8DA6-5F9012D01DE5}" destId="{DF3A8CC1-4081-4A53-8A48-46EF181A9C16}" srcOrd="0" destOrd="0" parTransId="{CAF0682F-221C-4FDD-A3CE-F52ABF4E20B3}" sibTransId="{3A98D776-EEF1-4305-AAC3-EF158C2DEB20}"/>
    <dgm:cxn modelId="{F68FB0FA-393E-44B7-99F3-6E7BE8E0A741}" srcId="{22AF0607-5416-4230-BCB8-95C1995C9A52}" destId="{021931A4-1CE0-4FBE-A58C-6A46F1A70A65}" srcOrd="0" destOrd="0" parTransId="{93465E6D-670F-4FBC-A300-C8F1FF191E8C}" sibTransId="{A5D74A85-CA2D-4742-B37A-B839E75C0938}"/>
    <dgm:cxn modelId="{0F352A65-16E8-4C79-9B6E-376178A13A3C}" type="presParOf" srcId="{7B2B5300-3CE9-47AD-B509-287815B09970}" destId="{1FDAEDA5-A56E-4B0B-8C8F-B1719E4A5813}" srcOrd="0" destOrd="0" presId="urn:microsoft.com/office/officeart/2005/8/layout/vList6"/>
    <dgm:cxn modelId="{A66927E7-B378-4E6B-AE0A-38998FEC77FA}" type="presParOf" srcId="{1FDAEDA5-A56E-4B0B-8C8F-B1719E4A5813}" destId="{7A892DC9-0B08-4EA7-8F43-F93BFC302199}" srcOrd="0" destOrd="0" presId="urn:microsoft.com/office/officeart/2005/8/layout/vList6"/>
    <dgm:cxn modelId="{7C2D8CC7-7F3E-4734-8FC7-F6FC0CB41167}" type="presParOf" srcId="{1FDAEDA5-A56E-4B0B-8C8F-B1719E4A5813}" destId="{1EC0358F-9787-40C1-9804-0428715D2FAE}" srcOrd="1" destOrd="0" presId="urn:microsoft.com/office/officeart/2005/8/layout/vList6"/>
    <dgm:cxn modelId="{7E2589C9-4480-44A3-B479-92BB67B63D00}" type="presParOf" srcId="{7B2B5300-3CE9-47AD-B509-287815B09970}" destId="{F923FE49-0B0A-42ED-B1A4-27845EA0B9D5}" srcOrd="1" destOrd="0" presId="urn:microsoft.com/office/officeart/2005/8/layout/vList6"/>
    <dgm:cxn modelId="{431DC3A0-8236-4887-B793-03B1ABE67008}" type="presParOf" srcId="{7B2B5300-3CE9-47AD-B509-287815B09970}" destId="{A12D5D27-159E-4DDD-9497-DD44F2A2EA0B}" srcOrd="2" destOrd="0" presId="urn:microsoft.com/office/officeart/2005/8/layout/vList6"/>
    <dgm:cxn modelId="{B3A8C168-30DB-4908-A82E-6601E68B5FCC}" type="presParOf" srcId="{A12D5D27-159E-4DDD-9497-DD44F2A2EA0B}" destId="{49A590EE-63C3-429D-A15E-E7F8C4716D34}" srcOrd="0" destOrd="0" presId="urn:microsoft.com/office/officeart/2005/8/layout/vList6"/>
    <dgm:cxn modelId="{7872CABE-FB40-40D7-84AB-C7C292742D37}" type="presParOf" srcId="{A12D5D27-159E-4DDD-9497-DD44F2A2EA0B}" destId="{C91B50EB-3F3C-4E8A-8D4E-77CBD27ABDD0}" srcOrd="1" destOrd="0" presId="urn:microsoft.com/office/officeart/2005/8/layout/vList6"/>
    <dgm:cxn modelId="{02D2B780-B64C-4F45-A7C0-630B476920A3}" type="presParOf" srcId="{7B2B5300-3CE9-47AD-B509-287815B09970}" destId="{A116E39B-6A80-4019-A43C-D545BAAFB7A3}" srcOrd="3" destOrd="0" presId="urn:microsoft.com/office/officeart/2005/8/layout/vList6"/>
    <dgm:cxn modelId="{0E5BE5CE-144C-44F2-A764-44A87BE3446A}" type="presParOf" srcId="{7B2B5300-3CE9-47AD-B509-287815B09970}" destId="{781A6894-9406-4412-B2E9-3C11C12D16C7}" srcOrd="4" destOrd="0" presId="urn:microsoft.com/office/officeart/2005/8/layout/vList6"/>
    <dgm:cxn modelId="{3170273B-9AAA-4C9E-A3FA-D2858E98EA11}" type="presParOf" srcId="{781A6894-9406-4412-B2E9-3C11C12D16C7}" destId="{E059355D-C4F5-4DC8-AC60-E7C8317E12CF}" srcOrd="0" destOrd="0" presId="urn:microsoft.com/office/officeart/2005/8/layout/vList6"/>
    <dgm:cxn modelId="{E58A46A8-110A-4498-A67E-93E1FF3F1B85}" type="presParOf" srcId="{781A6894-9406-4412-B2E9-3C11C12D16C7}" destId="{051686A0-5A7C-4627-AE90-72A738E1020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80D3C3-11FD-4724-9705-BF61E773BA4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FC93E12-6768-4679-A158-BD271C46E9DD}">
      <dgm:prSet phldrT="[Text]"/>
      <dgm:spPr/>
      <dgm:t>
        <a:bodyPr/>
        <a:lstStyle/>
        <a:p>
          <a:r>
            <a:rPr lang="en-US" dirty="0"/>
            <a:t>Avoid changing evidence</a:t>
          </a:r>
        </a:p>
      </dgm:t>
    </dgm:pt>
    <dgm:pt modelId="{2C197022-B1B8-4E62-AF8C-1E7D181561F8}" type="parTrans" cxnId="{978A83CF-6993-4B78-BF6C-7D53003BC7AD}">
      <dgm:prSet/>
      <dgm:spPr/>
      <dgm:t>
        <a:bodyPr/>
        <a:lstStyle/>
        <a:p>
          <a:endParaRPr lang="en-US"/>
        </a:p>
      </dgm:t>
    </dgm:pt>
    <dgm:pt modelId="{6674B646-D564-424A-952E-3C1521E7D8A9}" type="sibTrans" cxnId="{978A83CF-6993-4B78-BF6C-7D53003BC7AD}">
      <dgm:prSet/>
      <dgm:spPr/>
      <dgm:t>
        <a:bodyPr/>
        <a:lstStyle/>
        <a:p>
          <a:endParaRPr lang="en-US"/>
        </a:p>
      </dgm:t>
    </dgm:pt>
    <dgm:pt modelId="{5E4C6524-8426-48BD-83E0-6B2AC847A8E1}">
      <dgm:prSet phldrT="[Text]"/>
      <dgm:spPr/>
      <dgm:t>
        <a:bodyPr/>
        <a:lstStyle/>
        <a:p>
          <a:r>
            <a:rPr lang="en-US" dirty="0"/>
            <a:t>Determine when evidence was created</a:t>
          </a:r>
        </a:p>
      </dgm:t>
    </dgm:pt>
    <dgm:pt modelId="{543C2178-0D36-4356-9C0B-CCF78805493D}" type="parTrans" cxnId="{CA00BBC9-3C9B-4FC7-BC36-FCC1856418FD}">
      <dgm:prSet/>
      <dgm:spPr/>
      <dgm:t>
        <a:bodyPr/>
        <a:lstStyle/>
        <a:p>
          <a:endParaRPr lang="en-US"/>
        </a:p>
      </dgm:t>
    </dgm:pt>
    <dgm:pt modelId="{DADD8DCE-9311-4740-BA3D-EB04EE6CBB12}" type="sibTrans" cxnId="{CA00BBC9-3C9B-4FC7-BC36-FCC1856418FD}">
      <dgm:prSet/>
      <dgm:spPr/>
      <dgm:t>
        <a:bodyPr/>
        <a:lstStyle/>
        <a:p>
          <a:endParaRPr lang="en-US"/>
        </a:p>
      </dgm:t>
    </dgm:pt>
    <dgm:pt modelId="{D9490C2C-FE69-4D9B-9B4E-2EC05B8E818B}">
      <dgm:prSet phldrT="[Text]"/>
      <dgm:spPr/>
      <dgm:t>
        <a:bodyPr/>
        <a:lstStyle/>
        <a:p>
          <a:r>
            <a:rPr lang="en-US" dirty="0"/>
            <a:t>Trust only physical evidence</a:t>
          </a:r>
        </a:p>
      </dgm:t>
    </dgm:pt>
    <dgm:pt modelId="{A52C25DA-DC47-413A-9116-40D99841B704}" type="parTrans" cxnId="{4133B270-3D9F-4823-9357-470534F64AA0}">
      <dgm:prSet/>
      <dgm:spPr/>
      <dgm:t>
        <a:bodyPr/>
        <a:lstStyle/>
        <a:p>
          <a:endParaRPr lang="en-US"/>
        </a:p>
      </dgm:t>
    </dgm:pt>
    <dgm:pt modelId="{D28029CE-E283-4774-BA89-A1C7ABA46D87}" type="sibTrans" cxnId="{4133B270-3D9F-4823-9357-470534F64AA0}">
      <dgm:prSet/>
      <dgm:spPr/>
      <dgm:t>
        <a:bodyPr/>
        <a:lstStyle/>
        <a:p>
          <a:endParaRPr lang="en-US"/>
        </a:p>
      </dgm:t>
    </dgm:pt>
    <dgm:pt modelId="{98E3E309-E30B-4CD2-B7C7-53BEE16ED8FC}">
      <dgm:prSet/>
      <dgm:spPr/>
      <dgm:t>
        <a:bodyPr/>
        <a:lstStyle/>
        <a:p>
          <a:r>
            <a:rPr lang="en-US" dirty="0"/>
            <a:t>Search throughout a device</a:t>
          </a:r>
        </a:p>
      </dgm:t>
    </dgm:pt>
    <dgm:pt modelId="{D1AF4FB3-0C79-4226-998D-568411E51492}" type="parTrans" cxnId="{DC972510-C535-4D79-810D-914BD4FA316C}">
      <dgm:prSet/>
      <dgm:spPr/>
      <dgm:t>
        <a:bodyPr/>
        <a:lstStyle/>
        <a:p>
          <a:endParaRPr lang="en-US"/>
        </a:p>
      </dgm:t>
    </dgm:pt>
    <dgm:pt modelId="{B7AB0EDF-3521-4195-9F0A-9415B6F52D7C}" type="sibTrans" cxnId="{DC972510-C535-4D79-810D-914BD4FA316C}">
      <dgm:prSet/>
      <dgm:spPr/>
      <dgm:t>
        <a:bodyPr/>
        <a:lstStyle/>
        <a:p>
          <a:endParaRPr lang="en-US"/>
        </a:p>
      </dgm:t>
    </dgm:pt>
    <dgm:pt modelId="{4A7F0862-BF07-4CB1-8D7A-C0EAE3C2286B}">
      <dgm:prSet/>
      <dgm:spPr/>
      <dgm:t>
        <a:bodyPr/>
        <a:lstStyle/>
        <a:p>
          <a:r>
            <a:rPr lang="en-US" dirty="0"/>
            <a:t>Present evidence well</a:t>
          </a:r>
        </a:p>
      </dgm:t>
    </dgm:pt>
    <dgm:pt modelId="{766E1BFF-3903-4C40-A419-7E43DBFF76BD}" type="parTrans" cxnId="{FF4EF5DA-40FE-414A-863F-5582A4E981F6}">
      <dgm:prSet/>
      <dgm:spPr/>
      <dgm:t>
        <a:bodyPr/>
        <a:lstStyle/>
        <a:p>
          <a:endParaRPr lang="en-US"/>
        </a:p>
      </dgm:t>
    </dgm:pt>
    <dgm:pt modelId="{D41AED6A-9E36-4DAC-BCB8-77C4D459BD71}" type="sibTrans" cxnId="{FF4EF5DA-40FE-414A-863F-5582A4E981F6}">
      <dgm:prSet/>
      <dgm:spPr/>
      <dgm:t>
        <a:bodyPr/>
        <a:lstStyle/>
        <a:p>
          <a:endParaRPr lang="en-US"/>
        </a:p>
      </dgm:t>
    </dgm:pt>
    <dgm:pt modelId="{FBE7FC39-7495-498B-81CB-67E6E61E853C}" type="pres">
      <dgm:prSet presAssocID="{A880D3C3-11FD-4724-9705-BF61E773BA48}" presName="linear" presStyleCnt="0">
        <dgm:presLayoutVars>
          <dgm:dir/>
          <dgm:animLvl val="lvl"/>
          <dgm:resizeHandles val="exact"/>
        </dgm:presLayoutVars>
      </dgm:prSet>
      <dgm:spPr/>
    </dgm:pt>
    <dgm:pt modelId="{0E91D0C8-23A8-48C1-A11D-3FEE8F16BD6F}" type="pres">
      <dgm:prSet presAssocID="{6FC93E12-6768-4679-A158-BD271C46E9DD}" presName="parentLin" presStyleCnt="0"/>
      <dgm:spPr/>
    </dgm:pt>
    <dgm:pt modelId="{245C79A1-3507-4FB1-9C62-E4577F9A8482}" type="pres">
      <dgm:prSet presAssocID="{6FC93E12-6768-4679-A158-BD271C46E9DD}" presName="parentLeftMargin" presStyleLbl="node1" presStyleIdx="0" presStyleCnt="5"/>
      <dgm:spPr/>
    </dgm:pt>
    <dgm:pt modelId="{AC888852-9B03-4A62-90A1-3B4E12EF4017}" type="pres">
      <dgm:prSet presAssocID="{6FC93E12-6768-4679-A158-BD271C46E9DD}" presName="parentText" presStyleLbl="node1" presStyleIdx="0" presStyleCnt="5">
        <dgm:presLayoutVars>
          <dgm:chMax val="0"/>
          <dgm:bulletEnabled val="1"/>
        </dgm:presLayoutVars>
      </dgm:prSet>
      <dgm:spPr/>
    </dgm:pt>
    <dgm:pt modelId="{0F977F00-5E39-4B86-A560-9AD56E889A07}" type="pres">
      <dgm:prSet presAssocID="{6FC93E12-6768-4679-A158-BD271C46E9DD}" presName="negativeSpace" presStyleCnt="0"/>
      <dgm:spPr/>
    </dgm:pt>
    <dgm:pt modelId="{A90FC4FC-12A1-4DFE-97C7-6152E9CA9A60}" type="pres">
      <dgm:prSet presAssocID="{6FC93E12-6768-4679-A158-BD271C46E9DD}" presName="childText" presStyleLbl="conFgAcc1" presStyleIdx="0" presStyleCnt="5">
        <dgm:presLayoutVars>
          <dgm:bulletEnabled val="1"/>
        </dgm:presLayoutVars>
      </dgm:prSet>
      <dgm:spPr/>
    </dgm:pt>
    <dgm:pt modelId="{BF7184BE-B2A8-45D3-B173-6FF403203252}" type="pres">
      <dgm:prSet presAssocID="{6674B646-D564-424A-952E-3C1521E7D8A9}" presName="spaceBetweenRectangles" presStyleCnt="0"/>
      <dgm:spPr/>
    </dgm:pt>
    <dgm:pt modelId="{339461A2-4412-4D22-9A41-92CB9B4305A8}" type="pres">
      <dgm:prSet presAssocID="{5E4C6524-8426-48BD-83E0-6B2AC847A8E1}" presName="parentLin" presStyleCnt="0"/>
      <dgm:spPr/>
    </dgm:pt>
    <dgm:pt modelId="{8495FE77-BE0D-4101-A58C-E96625657A27}" type="pres">
      <dgm:prSet presAssocID="{5E4C6524-8426-48BD-83E0-6B2AC847A8E1}" presName="parentLeftMargin" presStyleLbl="node1" presStyleIdx="0" presStyleCnt="5"/>
      <dgm:spPr/>
    </dgm:pt>
    <dgm:pt modelId="{4D765E2D-12E6-4727-A28F-2EBB9EEF1986}" type="pres">
      <dgm:prSet presAssocID="{5E4C6524-8426-48BD-83E0-6B2AC847A8E1}" presName="parentText" presStyleLbl="node1" presStyleIdx="1" presStyleCnt="5">
        <dgm:presLayoutVars>
          <dgm:chMax val="0"/>
          <dgm:bulletEnabled val="1"/>
        </dgm:presLayoutVars>
      </dgm:prSet>
      <dgm:spPr/>
    </dgm:pt>
    <dgm:pt modelId="{FC8BB290-BF28-487D-B407-7FF7D71B0FE5}" type="pres">
      <dgm:prSet presAssocID="{5E4C6524-8426-48BD-83E0-6B2AC847A8E1}" presName="negativeSpace" presStyleCnt="0"/>
      <dgm:spPr/>
    </dgm:pt>
    <dgm:pt modelId="{2209B4A3-569C-4E46-AA94-44139EF84440}" type="pres">
      <dgm:prSet presAssocID="{5E4C6524-8426-48BD-83E0-6B2AC847A8E1}" presName="childText" presStyleLbl="conFgAcc1" presStyleIdx="1" presStyleCnt="5">
        <dgm:presLayoutVars>
          <dgm:bulletEnabled val="1"/>
        </dgm:presLayoutVars>
      </dgm:prSet>
      <dgm:spPr/>
    </dgm:pt>
    <dgm:pt modelId="{90E069AA-C274-4D60-A1BB-71155F6F3047}" type="pres">
      <dgm:prSet presAssocID="{DADD8DCE-9311-4740-BA3D-EB04EE6CBB12}" presName="spaceBetweenRectangles" presStyleCnt="0"/>
      <dgm:spPr/>
    </dgm:pt>
    <dgm:pt modelId="{8A7B60B8-D7F5-477C-8699-A1DC141BD508}" type="pres">
      <dgm:prSet presAssocID="{D9490C2C-FE69-4D9B-9B4E-2EC05B8E818B}" presName="parentLin" presStyleCnt="0"/>
      <dgm:spPr/>
    </dgm:pt>
    <dgm:pt modelId="{CE7B7866-B13D-4964-89CD-66D2937A5387}" type="pres">
      <dgm:prSet presAssocID="{D9490C2C-FE69-4D9B-9B4E-2EC05B8E818B}" presName="parentLeftMargin" presStyleLbl="node1" presStyleIdx="1" presStyleCnt="5"/>
      <dgm:spPr/>
    </dgm:pt>
    <dgm:pt modelId="{12848318-BF2B-490C-A8CA-867D9375B7F9}" type="pres">
      <dgm:prSet presAssocID="{D9490C2C-FE69-4D9B-9B4E-2EC05B8E818B}" presName="parentText" presStyleLbl="node1" presStyleIdx="2" presStyleCnt="5">
        <dgm:presLayoutVars>
          <dgm:chMax val="0"/>
          <dgm:bulletEnabled val="1"/>
        </dgm:presLayoutVars>
      </dgm:prSet>
      <dgm:spPr/>
    </dgm:pt>
    <dgm:pt modelId="{91A11AFA-ABE5-47F5-87D9-D5DC12CD6759}" type="pres">
      <dgm:prSet presAssocID="{D9490C2C-FE69-4D9B-9B4E-2EC05B8E818B}" presName="negativeSpace" presStyleCnt="0"/>
      <dgm:spPr/>
    </dgm:pt>
    <dgm:pt modelId="{9EC73EBF-BC18-4E48-9244-F30685C8C4C5}" type="pres">
      <dgm:prSet presAssocID="{D9490C2C-FE69-4D9B-9B4E-2EC05B8E818B}" presName="childText" presStyleLbl="conFgAcc1" presStyleIdx="2" presStyleCnt="5">
        <dgm:presLayoutVars>
          <dgm:bulletEnabled val="1"/>
        </dgm:presLayoutVars>
      </dgm:prSet>
      <dgm:spPr/>
    </dgm:pt>
    <dgm:pt modelId="{127EF0FA-4E34-4087-969C-1A40EED885A9}" type="pres">
      <dgm:prSet presAssocID="{D28029CE-E283-4774-BA89-A1C7ABA46D87}" presName="spaceBetweenRectangles" presStyleCnt="0"/>
      <dgm:spPr/>
    </dgm:pt>
    <dgm:pt modelId="{2E2E2AF3-6E6D-4A73-84A8-EAE1DBBC2EE4}" type="pres">
      <dgm:prSet presAssocID="{98E3E309-E30B-4CD2-B7C7-53BEE16ED8FC}" presName="parentLin" presStyleCnt="0"/>
      <dgm:spPr/>
    </dgm:pt>
    <dgm:pt modelId="{6C72F4DB-DF27-4FED-AF79-3354F1459B5C}" type="pres">
      <dgm:prSet presAssocID="{98E3E309-E30B-4CD2-B7C7-53BEE16ED8FC}" presName="parentLeftMargin" presStyleLbl="node1" presStyleIdx="2" presStyleCnt="5"/>
      <dgm:spPr/>
    </dgm:pt>
    <dgm:pt modelId="{D923CFC5-5E7E-4253-938A-D216E05133F7}" type="pres">
      <dgm:prSet presAssocID="{98E3E309-E30B-4CD2-B7C7-53BEE16ED8FC}" presName="parentText" presStyleLbl="node1" presStyleIdx="3" presStyleCnt="5">
        <dgm:presLayoutVars>
          <dgm:chMax val="0"/>
          <dgm:bulletEnabled val="1"/>
        </dgm:presLayoutVars>
      </dgm:prSet>
      <dgm:spPr/>
    </dgm:pt>
    <dgm:pt modelId="{0E525E4F-B1E7-4698-9305-28C959D50124}" type="pres">
      <dgm:prSet presAssocID="{98E3E309-E30B-4CD2-B7C7-53BEE16ED8FC}" presName="negativeSpace" presStyleCnt="0"/>
      <dgm:spPr/>
    </dgm:pt>
    <dgm:pt modelId="{AE637718-6719-49E3-B79E-96F05D65E0E6}" type="pres">
      <dgm:prSet presAssocID="{98E3E309-E30B-4CD2-B7C7-53BEE16ED8FC}" presName="childText" presStyleLbl="conFgAcc1" presStyleIdx="3" presStyleCnt="5">
        <dgm:presLayoutVars>
          <dgm:bulletEnabled val="1"/>
        </dgm:presLayoutVars>
      </dgm:prSet>
      <dgm:spPr/>
    </dgm:pt>
    <dgm:pt modelId="{899D1CC6-E88D-4432-A5B5-A4152697A9FC}" type="pres">
      <dgm:prSet presAssocID="{B7AB0EDF-3521-4195-9F0A-9415B6F52D7C}" presName="spaceBetweenRectangles" presStyleCnt="0"/>
      <dgm:spPr/>
    </dgm:pt>
    <dgm:pt modelId="{A23F1AA4-3C7B-425B-B381-58A26E099B85}" type="pres">
      <dgm:prSet presAssocID="{4A7F0862-BF07-4CB1-8D7A-C0EAE3C2286B}" presName="parentLin" presStyleCnt="0"/>
      <dgm:spPr/>
    </dgm:pt>
    <dgm:pt modelId="{B6516290-42EB-42AE-A511-D15FDF98E574}" type="pres">
      <dgm:prSet presAssocID="{4A7F0862-BF07-4CB1-8D7A-C0EAE3C2286B}" presName="parentLeftMargin" presStyleLbl="node1" presStyleIdx="3" presStyleCnt="5"/>
      <dgm:spPr/>
    </dgm:pt>
    <dgm:pt modelId="{93838463-1AB0-4461-8797-0B6F675C2794}" type="pres">
      <dgm:prSet presAssocID="{4A7F0862-BF07-4CB1-8D7A-C0EAE3C2286B}" presName="parentText" presStyleLbl="node1" presStyleIdx="4" presStyleCnt="5">
        <dgm:presLayoutVars>
          <dgm:chMax val="0"/>
          <dgm:bulletEnabled val="1"/>
        </dgm:presLayoutVars>
      </dgm:prSet>
      <dgm:spPr/>
    </dgm:pt>
    <dgm:pt modelId="{8FA95110-D52B-4D14-A4C9-8CCC1AD66619}" type="pres">
      <dgm:prSet presAssocID="{4A7F0862-BF07-4CB1-8D7A-C0EAE3C2286B}" presName="negativeSpace" presStyleCnt="0"/>
      <dgm:spPr/>
    </dgm:pt>
    <dgm:pt modelId="{2C2E9369-0730-4E3C-91D8-B94752684F5C}" type="pres">
      <dgm:prSet presAssocID="{4A7F0862-BF07-4CB1-8D7A-C0EAE3C2286B}" presName="childText" presStyleLbl="conFgAcc1" presStyleIdx="4" presStyleCnt="5">
        <dgm:presLayoutVars>
          <dgm:bulletEnabled val="1"/>
        </dgm:presLayoutVars>
      </dgm:prSet>
      <dgm:spPr/>
    </dgm:pt>
  </dgm:ptLst>
  <dgm:cxnLst>
    <dgm:cxn modelId="{DC972510-C535-4D79-810D-914BD4FA316C}" srcId="{A880D3C3-11FD-4724-9705-BF61E773BA48}" destId="{98E3E309-E30B-4CD2-B7C7-53BEE16ED8FC}" srcOrd="3" destOrd="0" parTransId="{D1AF4FB3-0C79-4226-998D-568411E51492}" sibTransId="{B7AB0EDF-3521-4195-9F0A-9415B6F52D7C}"/>
    <dgm:cxn modelId="{79ECA010-76DF-413E-A9F3-4C596E111D99}" type="presOf" srcId="{98E3E309-E30B-4CD2-B7C7-53BEE16ED8FC}" destId="{6C72F4DB-DF27-4FED-AF79-3354F1459B5C}" srcOrd="0" destOrd="0" presId="urn:microsoft.com/office/officeart/2005/8/layout/list1"/>
    <dgm:cxn modelId="{49CE2663-586C-4B0A-81BC-109203659F73}" type="presOf" srcId="{6FC93E12-6768-4679-A158-BD271C46E9DD}" destId="{245C79A1-3507-4FB1-9C62-E4577F9A8482}" srcOrd="0" destOrd="0" presId="urn:microsoft.com/office/officeart/2005/8/layout/list1"/>
    <dgm:cxn modelId="{4133B270-3D9F-4823-9357-470534F64AA0}" srcId="{A880D3C3-11FD-4724-9705-BF61E773BA48}" destId="{D9490C2C-FE69-4D9B-9B4E-2EC05B8E818B}" srcOrd="2" destOrd="0" parTransId="{A52C25DA-DC47-413A-9116-40D99841B704}" sibTransId="{D28029CE-E283-4774-BA89-A1C7ABA46D87}"/>
    <dgm:cxn modelId="{006DB073-BB24-49B3-9057-3D84FED4E6FA}" type="presOf" srcId="{5E4C6524-8426-48BD-83E0-6B2AC847A8E1}" destId="{4D765E2D-12E6-4727-A28F-2EBB9EEF1986}" srcOrd="1" destOrd="0" presId="urn:microsoft.com/office/officeart/2005/8/layout/list1"/>
    <dgm:cxn modelId="{2D5A4B57-BD55-48B2-965E-6C43E24E7E32}" type="presOf" srcId="{D9490C2C-FE69-4D9B-9B4E-2EC05B8E818B}" destId="{CE7B7866-B13D-4964-89CD-66D2937A5387}" srcOrd="0" destOrd="0" presId="urn:microsoft.com/office/officeart/2005/8/layout/list1"/>
    <dgm:cxn modelId="{5FD8FD7A-6D35-4A76-9BBE-B7A01C980303}" type="presOf" srcId="{D9490C2C-FE69-4D9B-9B4E-2EC05B8E818B}" destId="{12848318-BF2B-490C-A8CA-867D9375B7F9}" srcOrd="1" destOrd="0" presId="urn:microsoft.com/office/officeart/2005/8/layout/list1"/>
    <dgm:cxn modelId="{1A811788-BC9F-4A45-9B36-3AB01D775570}" type="presOf" srcId="{4A7F0862-BF07-4CB1-8D7A-C0EAE3C2286B}" destId="{B6516290-42EB-42AE-A511-D15FDF98E574}" srcOrd="0" destOrd="0" presId="urn:microsoft.com/office/officeart/2005/8/layout/list1"/>
    <dgm:cxn modelId="{C82BE792-646E-426F-A680-C63F02EA3A08}" type="presOf" srcId="{4A7F0862-BF07-4CB1-8D7A-C0EAE3C2286B}" destId="{93838463-1AB0-4461-8797-0B6F675C2794}" srcOrd="1" destOrd="0" presId="urn:microsoft.com/office/officeart/2005/8/layout/list1"/>
    <dgm:cxn modelId="{1E9B609B-A299-477D-ABA2-17CCA7DBBA90}" type="presOf" srcId="{A880D3C3-11FD-4724-9705-BF61E773BA48}" destId="{FBE7FC39-7495-498B-81CB-67E6E61E853C}" srcOrd="0" destOrd="0" presId="urn:microsoft.com/office/officeart/2005/8/layout/list1"/>
    <dgm:cxn modelId="{A91BE6C6-B0CB-4E6B-A449-CCAED2748796}" type="presOf" srcId="{5E4C6524-8426-48BD-83E0-6B2AC847A8E1}" destId="{8495FE77-BE0D-4101-A58C-E96625657A27}" srcOrd="0" destOrd="0" presId="urn:microsoft.com/office/officeart/2005/8/layout/list1"/>
    <dgm:cxn modelId="{CA00BBC9-3C9B-4FC7-BC36-FCC1856418FD}" srcId="{A880D3C3-11FD-4724-9705-BF61E773BA48}" destId="{5E4C6524-8426-48BD-83E0-6B2AC847A8E1}" srcOrd="1" destOrd="0" parTransId="{543C2178-0D36-4356-9C0B-CCF78805493D}" sibTransId="{DADD8DCE-9311-4740-BA3D-EB04EE6CBB12}"/>
    <dgm:cxn modelId="{978A83CF-6993-4B78-BF6C-7D53003BC7AD}" srcId="{A880D3C3-11FD-4724-9705-BF61E773BA48}" destId="{6FC93E12-6768-4679-A158-BD271C46E9DD}" srcOrd="0" destOrd="0" parTransId="{2C197022-B1B8-4E62-AF8C-1E7D181561F8}" sibTransId="{6674B646-D564-424A-952E-3C1521E7D8A9}"/>
    <dgm:cxn modelId="{FF4EF5DA-40FE-414A-863F-5582A4E981F6}" srcId="{A880D3C3-11FD-4724-9705-BF61E773BA48}" destId="{4A7F0862-BF07-4CB1-8D7A-C0EAE3C2286B}" srcOrd="4" destOrd="0" parTransId="{766E1BFF-3903-4C40-A419-7E43DBFF76BD}" sibTransId="{D41AED6A-9E36-4DAC-BCB8-77C4D459BD71}"/>
    <dgm:cxn modelId="{7874AFE2-D97E-45E2-8D9C-749F9B3878DD}" type="presOf" srcId="{98E3E309-E30B-4CD2-B7C7-53BEE16ED8FC}" destId="{D923CFC5-5E7E-4253-938A-D216E05133F7}" srcOrd="1" destOrd="0" presId="urn:microsoft.com/office/officeart/2005/8/layout/list1"/>
    <dgm:cxn modelId="{FF1AF6E6-5A02-44B1-8963-F89BF637534A}" type="presOf" srcId="{6FC93E12-6768-4679-A158-BD271C46E9DD}" destId="{AC888852-9B03-4A62-90A1-3B4E12EF4017}" srcOrd="1" destOrd="0" presId="urn:microsoft.com/office/officeart/2005/8/layout/list1"/>
    <dgm:cxn modelId="{9B32A267-D1C7-45FC-8843-1EFE6F5116BF}" type="presParOf" srcId="{FBE7FC39-7495-498B-81CB-67E6E61E853C}" destId="{0E91D0C8-23A8-48C1-A11D-3FEE8F16BD6F}" srcOrd="0" destOrd="0" presId="urn:microsoft.com/office/officeart/2005/8/layout/list1"/>
    <dgm:cxn modelId="{2EAC5BEF-9955-46E5-B5AE-AADCED87FA30}" type="presParOf" srcId="{0E91D0C8-23A8-48C1-A11D-3FEE8F16BD6F}" destId="{245C79A1-3507-4FB1-9C62-E4577F9A8482}" srcOrd="0" destOrd="0" presId="urn:microsoft.com/office/officeart/2005/8/layout/list1"/>
    <dgm:cxn modelId="{A4FBA568-D099-41A3-A961-82C024E8B55A}" type="presParOf" srcId="{0E91D0C8-23A8-48C1-A11D-3FEE8F16BD6F}" destId="{AC888852-9B03-4A62-90A1-3B4E12EF4017}" srcOrd="1" destOrd="0" presId="urn:microsoft.com/office/officeart/2005/8/layout/list1"/>
    <dgm:cxn modelId="{60E6E645-0A27-4D17-AD61-A1D07E5B7454}" type="presParOf" srcId="{FBE7FC39-7495-498B-81CB-67E6E61E853C}" destId="{0F977F00-5E39-4B86-A560-9AD56E889A07}" srcOrd="1" destOrd="0" presId="urn:microsoft.com/office/officeart/2005/8/layout/list1"/>
    <dgm:cxn modelId="{DB61AA0B-A4E6-472B-9DBC-0DD2C94DA487}" type="presParOf" srcId="{FBE7FC39-7495-498B-81CB-67E6E61E853C}" destId="{A90FC4FC-12A1-4DFE-97C7-6152E9CA9A60}" srcOrd="2" destOrd="0" presId="urn:microsoft.com/office/officeart/2005/8/layout/list1"/>
    <dgm:cxn modelId="{4A1FA57C-1C82-4A72-8B9B-3B112132AA23}" type="presParOf" srcId="{FBE7FC39-7495-498B-81CB-67E6E61E853C}" destId="{BF7184BE-B2A8-45D3-B173-6FF403203252}" srcOrd="3" destOrd="0" presId="urn:microsoft.com/office/officeart/2005/8/layout/list1"/>
    <dgm:cxn modelId="{FB303B4F-67F0-44F1-B389-69E3A10175F6}" type="presParOf" srcId="{FBE7FC39-7495-498B-81CB-67E6E61E853C}" destId="{339461A2-4412-4D22-9A41-92CB9B4305A8}" srcOrd="4" destOrd="0" presId="urn:microsoft.com/office/officeart/2005/8/layout/list1"/>
    <dgm:cxn modelId="{586EFD77-1074-4EF7-85CD-48D88242C689}" type="presParOf" srcId="{339461A2-4412-4D22-9A41-92CB9B4305A8}" destId="{8495FE77-BE0D-4101-A58C-E96625657A27}" srcOrd="0" destOrd="0" presId="urn:microsoft.com/office/officeart/2005/8/layout/list1"/>
    <dgm:cxn modelId="{D1CE5B8A-25BC-42E3-916E-6944F29B8F81}" type="presParOf" srcId="{339461A2-4412-4D22-9A41-92CB9B4305A8}" destId="{4D765E2D-12E6-4727-A28F-2EBB9EEF1986}" srcOrd="1" destOrd="0" presId="urn:microsoft.com/office/officeart/2005/8/layout/list1"/>
    <dgm:cxn modelId="{B8A6AD44-5A82-49B4-9CF4-05D7CDE50195}" type="presParOf" srcId="{FBE7FC39-7495-498B-81CB-67E6E61E853C}" destId="{FC8BB290-BF28-487D-B407-7FF7D71B0FE5}" srcOrd="5" destOrd="0" presId="urn:microsoft.com/office/officeart/2005/8/layout/list1"/>
    <dgm:cxn modelId="{E09CBBD1-6A4F-425B-90AA-78539375DBB3}" type="presParOf" srcId="{FBE7FC39-7495-498B-81CB-67E6E61E853C}" destId="{2209B4A3-569C-4E46-AA94-44139EF84440}" srcOrd="6" destOrd="0" presId="urn:microsoft.com/office/officeart/2005/8/layout/list1"/>
    <dgm:cxn modelId="{01E2E0A4-B51E-4D83-ACF7-24751D9B53C0}" type="presParOf" srcId="{FBE7FC39-7495-498B-81CB-67E6E61E853C}" destId="{90E069AA-C274-4D60-A1BB-71155F6F3047}" srcOrd="7" destOrd="0" presId="urn:microsoft.com/office/officeart/2005/8/layout/list1"/>
    <dgm:cxn modelId="{F6A193FE-F6A8-4C4F-B838-BE25222DB67D}" type="presParOf" srcId="{FBE7FC39-7495-498B-81CB-67E6E61E853C}" destId="{8A7B60B8-D7F5-477C-8699-A1DC141BD508}" srcOrd="8" destOrd="0" presId="urn:microsoft.com/office/officeart/2005/8/layout/list1"/>
    <dgm:cxn modelId="{21C45828-0E0D-4829-B18C-F493E00EEF4A}" type="presParOf" srcId="{8A7B60B8-D7F5-477C-8699-A1DC141BD508}" destId="{CE7B7866-B13D-4964-89CD-66D2937A5387}" srcOrd="0" destOrd="0" presId="urn:microsoft.com/office/officeart/2005/8/layout/list1"/>
    <dgm:cxn modelId="{D4ED53CA-0C8B-469A-B1EA-77EFB155B573}" type="presParOf" srcId="{8A7B60B8-D7F5-477C-8699-A1DC141BD508}" destId="{12848318-BF2B-490C-A8CA-867D9375B7F9}" srcOrd="1" destOrd="0" presId="urn:microsoft.com/office/officeart/2005/8/layout/list1"/>
    <dgm:cxn modelId="{069E2679-D13C-460B-9431-81F683221F76}" type="presParOf" srcId="{FBE7FC39-7495-498B-81CB-67E6E61E853C}" destId="{91A11AFA-ABE5-47F5-87D9-D5DC12CD6759}" srcOrd="9" destOrd="0" presId="urn:microsoft.com/office/officeart/2005/8/layout/list1"/>
    <dgm:cxn modelId="{9D506E33-6E75-4C65-B0B2-7685CE1C62FB}" type="presParOf" srcId="{FBE7FC39-7495-498B-81CB-67E6E61E853C}" destId="{9EC73EBF-BC18-4E48-9244-F30685C8C4C5}" srcOrd="10" destOrd="0" presId="urn:microsoft.com/office/officeart/2005/8/layout/list1"/>
    <dgm:cxn modelId="{7C27F271-EE15-486A-92FE-9F6D0531318F}" type="presParOf" srcId="{FBE7FC39-7495-498B-81CB-67E6E61E853C}" destId="{127EF0FA-4E34-4087-969C-1A40EED885A9}" srcOrd="11" destOrd="0" presId="urn:microsoft.com/office/officeart/2005/8/layout/list1"/>
    <dgm:cxn modelId="{C7C59D17-87DF-48B5-A221-50E5E2DC8E7A}" type="presParOf" srcId="{FBE7FC39-7495-498B-81CB-67E6E61E853C}" destId="{2E2E2AF3-6E6D-4A73-84A8-EAE1DBBC2EE4}" srcOrd="12" destOrd="0" presId="urn:microsoft.com/office/officeart/2005/8/layout/list1"/>
    <dgm:cxn modelId="{46886EC5-2C55-4707-9E9C-21693FDB1549}" type="presParOf" srcId="{2E2E2AF3-6E6D-4A73-84A8-EAE1DBBC2EE4}" destId="{6C72F4DB-DF27-4FED-AF79-3354F1459B5C}" srcOrd="0" destOrd="0" presId="urn:microsoft.com/office/officeart/2005/8/layout/list1"/>
    <dgm:cxn modelId="{E9D69A10-0743-48F1-8AF2-A4EB9A52A9B6}" type="presParOf" srcId="{2E2E2AF3-6E6D-4A73-84A8-EAE1DBBC2EE4}" destId="{D923CFC5-5E7E-4253-938A-D216E05133F7}" srcOrd="1" destOrd="0" presId="urn:microsoft.com/office/officeart/2005/8/layout/list1"/>
    <dgm:cxn modelId="{8CA0F1D4-9895-47E6-A341-F0A0C2E22A08}" type="presParOf" srcId="{FBE7FC39-7495-498B-81CB-67E6E61E853C}" destId="{0E525E4F-B1E7-4698-9305-28C959D50124}" srcOrd="13" destOrd="0" presId="urn:microsoft.com/office/officeart/2005/8/layout/list1"/>
    <dgm:cxn modelId="{90A5D0C0-0D2F-4B35-BCE6-69344548EDFE}" type="presParOf" srcId="{FBE7FC39-7495-498B-81CB-67E6E61E853C}" destId="{AE637718-6719-49E3-B79E-96F05D65E0E6}" srcOrd="14" destOrd="0" presId="urn:microsoft.com/office/officeart/2005/8/layout/list1"/>
    <dgm:cxn modelId="{2CF8458D-4337-475B-BCF0-AEE068A9ED43}" type="presParOf" srcId="{FBE7FC39-7495-498B-81CB-67E6E61E853C}" destId="{899D1CC6-E88D-4432-A5B5-A4152697A9FC}" srcOrd="15" destOrd="0" presId="urn:microsoft.com/office/officeart/2005/8/layout/list1"/>
    <dgm:cxn modelId="{B7DA6799-BAC1-4632-8F2D-DD6357E85B40}" type="presParOf" srcId="{FBE7FC39-7495-498B-81CB-67E6E61E853C}" destId="{A23F1AA4-3C7B-425B-B381-58A26E099B85}" srcOrd="16" destOrd="0" presId="urn:microsoft.com/office/officeart/2005/8/layout/list1"/>
    <dgm:cxn modelId="{4C5FB59A-19DE-4475-9738-50D581787484}" type="presParOf" srcId="{A23F1AA4-3C7B-425B-B381-58A26E099B85}" destId="{B6516290-42EB-42AE-A511-D15FDF98E574}" srcOrd="0" destOrd="0" presId="urn:microsoft.com/office/officeart/2005/8/layout/list1"/>
    <dgm:cxn modelId="{9FAC43A3-DCE0-4D5C-8F0D-1436B3FD2A72}" type="presParOf" srcId="{A23F1AA4-3C7B-425B-B381-58A26E099B85}" destId="{93838463-1AB0-4461-8797-0B6F675C2794}" srcOrd="1" destOrd="0" presId="urn:microsoft.com/office/officeart/2005/8/layout/list1"/>
    <dgm:cxn modelId="{F23BB743-D28A-477F-9A65-CAE197513DEF}" type="presParOf" srcId="{FBE7FC39-7495-498B-81CB-67E6E61E853C}" destId="{8FA95110-D52B-4D14-A4C9-8CCC1AD66619}" srcOrd="17" destOrd="0" presId="urn:microsoft.com/office/officeart/2005/8/layout/list1"/>
    <dgm:cxn modelId="{8F848212-6897-4E29-A568-9DE53947B982}" type="presParOf" srcId="{FBE7FC39-7495-498B-81CB-67E6E61E853C}" destId="{2C2E9369-0730-4E3C-91D8-B94752684F5C}"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97260B-3544-40CE-A5A0-BF74B56011D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C5B141F3-4B46-4A9F-9CF2-BBC35DB08971}">
      <dgm:prSet phldrT="[Text]"/>
      <dgm:spPr/>
      <dgm:t>
        <a:bodyPr/>
        <a:lstStyle/>
        <a:p>
          <a:r>
            <a:rPr lang="en-US" dirty="0"/>
            <a:t>Format of the report</a:t>
          </a:r>
        </a:p>
      </dgm:t>
    </dgm:pt>
    <dgm:pt modelId="{77E9B228-92FC-4A92-B472-177A0BCD9F5F}" type="parTrans" cxnId="{6012D1DB-267D-4170-9A3E-1B12390C5991}">
      <dgm:prSet/>
      <dgm:spPr/>
      <dgm:t>
        <a:bodyPr/>
        <a:lstStyle/>
        <a:p>
          <a:endParaRPr lang="en-US"/>
        </a:p>
      </dgm:t>
    </dgm:pt>
    <dgm:pt modelId="{FF3CBF1A-3DE5-4218-9892-F547518427CE}" type="sibTrans" cxnId="{6012D1DB-267D-4170-9A3E-1B12390C5991}">
      <dgm:prSet/>
      <dgm:spPr/>
      <dgm:t>
        <a:bodyPr/>
        <a:lstStyle/>
        <a:p>
          <a:endParaRPr lang="en-US"/>
        </a:p>
      </dgm:t>
    </dgm:pt>
    <dgm:pt modelId="{9A287D5F-E297-40ED-9CF4-9C6C3B0BA392}">
      <dgm:prSet phldrT="[Text]"/>
      <dgm:spPr/>
      <dgm:t>
        <a:bodyPr/>
        <a:lstStyle/>
        <a:p>
          <a:r>
            <a:rPr lang="en-US" dirty="0"/>
            <a:t>Thoroughness</a:t>
          </a:r>
        </a:p>
      </dgm:t>
    </dgm:pt>
    <dgm:pt modelId="{E2900CFD-4815-4EEE-8DB2-41DE867ABBB8}" type="parTrans" cxnId="{8BEC4C8A-E487-466B-B8A8-001259917C7D}">
      <dgm:prSet/>
      <dgm:spPr/>
      <dgm:t>
        <a:bodyPr/>
        <a:lstStyle/>
        <a:p>
          <a:endParaRPr lang="en-US"/>
        </a:p>
      </dgm:t>
    </dgm:pt>
    <dgm:pt modelId="{F7D800D1-897E-4184-A71F-3D33660E174A}" type="sibTrans" cxnId="{8BEC4C8A-E487-466B-B8A8-001259917C7D}">
      <dgm:prSet/>
      <dgm:spPr/>
      <dgm:t>
        <a:bodyPr/>
        <a:lstStyle/>
        <a:p>
          <a:endParaRPr lang="en-US"/>
        </a:p>
      </dgm:t>
    </dgm:pt>
    <dgm:pt modelId="{C59CB658-821A-4731-954F-BC02B0375F01}">
      <dgm:prSet phldrT="[Text]"/>
      <dgm:spPr/>
      <dgm:t>
        <a:bodyPr/>
        <a:lstStyle/>
        <a:p>
          <a:r>
            <a:rPr lang="en-US" dirty="0"/>
            <a:t>Back up everything you say</a:t>
          </a:r>
        </a:p>
      </dgm:t>
    </dgm:pt>
    <dgm:pt modelId="{481CA5F8-42EB-4E4A-AFD7-96F619538A3C}" type="parTrans" cxnId="{277C9992-AFD2-41A1-ABE9-65C27DD42D68}">
      <dgm:prSet/>
      <dgm:spPr/>
      <dgm:t>
        <a:bodyPr/>
        <a:lstStyle/>
        <a:p>
          <a:endParaRPr lang="en-US"/>
        </a:p>
      </dgm:t>
    </dgm:pt>
    <dgm:pt modelId="{B3CC4985-288F-40D3-9A54-E4DA699B49D7}" type="sibTrans" cxnId="{277C9992-AFD2-41A1-ABE9-65C27DD42D68}">
      <dgm:prSet/>
      <dgm:spPr/>
      <dgm:t>
        <a:bodyPr/>
        <a:lstStyle/>
        <a:p>
          <a:endParaRPr lang="en-US"/>
        </a:p>
      </dgm:t>
    </dgm:pt>
    <dgm:pt modelId="{0212CF25-BE83-4F3E-9C70-56B307C2ED9C}" type="pres">
      <dgm:prSet presAssocID="{2E97260B-3544-40CE-A5A0-BF74B56011DB}" presName="diagram" presStyleCnt="0">
        <dgm:presLayoutVars>
          <dgm:dir/>
          <dgm:resizeHandles val="exact"/>
        </dgm:presLayoutVars>
      </dgm:prSet>
      <dgm:spPr/>
    </dgm:pt>
    <dgm:pt modelId="{8D99E861-9493-421D-9F22-A6ADD028B3BF}" type="pres">
      <dgm:prSet presAssocID="{C5B141F3-4B46-4A9F-9CF2-BBC35DB08971}" presName="node" presStyleLbl="node1" presStyleIdx="0" presStyleCnt="3">
        <dgm:presLayoutVars>
          <dgm:bulletEnabled val="1"/>
        </dgm:presLayoutVars>
      </dgm:prSet>
      <dgm:spPr/>
    </dgm:pt>
    <dgm:pt modelId="{A3C80615-E644-44D4-AED9-4DECA00B95B4}" type="pres">
      <dgm:prSet presAssocID="{FF3CBF1A-3DE5-4218-9892-F547518427CE}" presName="sibTrans" presStyleCnt="0"/>
      <dgm:spPr/>
    </dgm:pt>
    <dgm:pt modelId="{6CAADF4B-E4BF-49BF-9D74-EE4C6D63F795}" type="pres">
      <dgm:prSet presAssocID="{9A287D5F-E297-40ED-9CF4-9C6C3B0BA392}" presName="node" presStyleLbl="node1" presStyleIdx="1" presStyleCnt="3">
        <dgm:presLayoutVars>
          <dgm:bulletEnabled val="1"/>
        </dgm:presLayoutVars>
      </dgm:prSet>
      <dgm:spPr/>
    </dgm:pt>
    <dgm:pt modelId="{C29FBE08-BF21-4231-8608-F2F8B939F195}" type="pres">
      <dgm:prSet presAssocID="{F7D800D1-897E-4184-A71F-3D33660E174A}" presName="sibTrans" presStyleCnt="0"/>
      <dgm:spPr/>
    </dgm:pt>
    <dgm:pt modelId="{B3192197-B2DA-4232-BCAF-84DB0451A5A5}" type="pres">
      <dgm:prSet presAssocID="{C59CB658-821A-4731-954F-BC02B0375F01}" presName="node" presStyleLbl="node1" presStyleIdx="2" presStyleCnt="3">
        <dgm:presLayoutVars>
          <dgm:bulletEnabled val="1"/>
        </dgm:presLayoutVars>
      </dgm:prSet>
      <dgm:spPr/>
    </dgm:pt>
  </dgm:ptLst>
  <dgm:cxnLst>
    <dgm:cxn modelId="{7656CD41-1DEA-4AE5-8DAB-0C5F96EC81EF}" type="presOf" srcId="{2E97260B-3544-40CE-A5A0-BF74B56011DB}" destId="{0212CF25-BE83-4F3E-9C70-56B307C2ED9C}" srcOrd="0" destOrd="0" presId="urn:microsoft.com/office/officeart/2005/8/layout/default"/>
    <dgm:cxn modelId="{C137D449-3502-48D9-9928-15F3A6C48BD8}" type="presOf" srcId="{C59CB658-821A-4731-954F-BC02B0375F01}" destId="{B3192197-B2DA-4232-BCAF-84DB0451A5A5}" srcOrd="0" destOrd="0" presId="urn:microsoft.com/office/officeart/2005/8/layout/default"/>
    <dgm:cxn modelId="{8BEC4C8A-E487-466B-B8A8-001259917C7D}" srcId="{2E97260B-3544-40CE-A5A0-BF74B56011DB}" destId="{9A287D5F-E297-40ED-9CF4-9C6C3B0BA392}" srcOrd="1" destOrd="0" parTransId="{E2900CFD-4815-4EEE-8DB2-41DE867ABBB8}" sibTransId="{F7D800D1-897E-4184-A71F-3D33660E174A}"/>
    <dgm:cxn modelId="{277C9992-AFD2-41A1-ABE9-65C27DD42D68}" srcId="{2E97260B-3544-40CE-A5A0-BF74B56011DB}" destId="{C59CB658-821A-4731-954F-BC02B0375F01}" srcOrd="2" destOrd="0" parTransId="{481CA5F8-42EB-4E4A-AFD7-96F619538A3C}" sibTransId="{B3CC4985-288F-40D3-9A54-E4DA699B49D7}"/>
    <dgm:cxn modelId="{A6B07A97-6011-40F6-9E1C-25478D5712F7}" type="presOf" srcId="{C5B141F3-4B46-4A9F-9CF2-BBC35DB08971}" destId="{8D99E861-9493-421D-9F22-A6ADD028B3BF}" srcOrd="0" destOrd="0" presId="urn:microsoft.com/office/officeart/2005/8/layout/default"/>
    <dgm:cxn modelId="{6012D1DB-267D-4170-9A3E-1B12390C5991}" srcId="{2E97260B-3544-40CE-A5A0-BF74B56011DB}" destId="{C5B141F3-4B46-4A9F-9CF2-BBC35DB08971}" srcOrd="0" destOrd="0" parTransId="{77E9B228-92FC-4A92-B472-177A0BCD9F5F}" sibTransId="{FF3CBF1A-3DE5-4218-9892-F547518427CE}"/>
    <dgm:cxn modelId="{A5A4F7DD-05A7-4A0E-BA27-2CB4258CBB0E}" type="presOf" srcId="{9A287D5F-E297-40ED-9CF4-9C6C3B0BA392}" destId="{6CAADF4B-E4BF-49BF-9D74-EE4C6D63F795}" srcOrd="0" destOrd="0" presId="urn:microsoft.com/office/officeart/2005/8/layout/default"/>
    <dgm:cxn modelId="{35D5A49B-B2EE-4F04-A9FA-56668CDA8B76}" type="presParOf" srcId="{0212CF25-BE83-4F3E-9C70-56B307C2ED9C}" destId="{8D99E861-9493-421D-9F22-A6ADD028B3BF}" srcOrd="0" destOrd="0" presId="urn:microsoft.com/office/officeart/2005/8/layout/default"/>
    <dgm:cxn modelId="{27F8111E-F355-46FE-B475-C241CB551E21}" type="presParOf" srcId="{0212CF25-BE83-4F3E-9C70-56B307C2ED9C}" destId="{A3C80615-E644-44D4-AED9-4DECA00B95B4}" srcOrd="1" destOrd="0" presId="urn:microsoft.com/office/officeart/2005/8/layout/default"/>
    <dgm:cxn modelId="{0A217C91-0CFF-4BC9-B300-47510ECE6431}" type="presParOf" srcId="{0212CF25-BE83-4F3E-9C70-56B307C2ED9C}" destId="{6CAADF4B-E4BF-49BF-9D74-EE4C6D63F795}" srcOrd="2" destOrd="0" presId="urn:microsoft.com/office/officeart/2005/8/layout/default"/>
    <dgm:cxn modelId="{953AEE33-41B7-4186-AAEE-4CD57C0DCE99}" type="presParOf" srcId="{0212CF25-BE83-4F3E-9C70-56B307C2ED9C}" destId="{C29FBE08-BF21-4231-8608-F2F8B939F195}" srcOrd="3" destOrd="0" presId="urn:microsoft.com/office/officeart/2005/8/layout/default"/>
    <dgm:cxn modelId="{CFEF47B0-9C83-4D8D-89D7-B71AA54E1558}" type="presParOf" srcId="{0212CF25-BE83-4F3E-9C70-56B307C2ED9C}" destId="{B3192197-B2DA-4232-BCAF-84DB0451A5A5}"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D2CFF0A-5B99-4C6B-BBDA-240DA2158FC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EE5D1BF-F980-468A-AF56-CB9EA9A7BD0C}">
      <dgm:prSet phldrT="[Text]" custT="1"/>
      <dgm:spPr/>
      <dgm:t>
        <a:bodyPr/>
        <a:lstStyle/>
        <a:p>
          <a:r>
            <a:rPr lang="en-US" sz="2400" dirty="0"/>
            <a:t>Identify functions to be performed</a:t>
          </a:r>
        </a:p>
      </dgm:t>
    </dgm:pt>
    <dgm:pt modelId="{ACC1F8D6-E31C-4F81-B657-1E9718568BC5}" type="parTrans" cxnId="{346DEFE0-E9A0-4C2C-BEA6-77E8E72DDA7C}">
      <dgm:prSet/>
      <dgm:spPr/>
      <dgm:t>
        <a:bodyPr/>
        <a:lstStyle/>
        <a:p>
          <a:endParaRPr lang="en-US"/>
        </a:p>
      </dgm:t>
    </dgm:pt>
    <dgm:pt modelId="{B2C0BE0D-14DA-4401-8964-2E86C8EF546F}" type="sibTrans" cxnId="{346DEFE0-E9A0-4C2C-BEA6-77E8E72DDA7C}">
      <dgm:prSet/>
      <dgm:spPr/>
      <dgm:t>
        <a:bodyPr/>
        <a:lstStyle/>
        <a:p>
          <a:endParaRPr lang="en-US"/>
        </a:p>
      </dgm:t>
    </dgm:pt>
    <dgm:pt modelId="{2DD8E2A1-41A3-4188-B5A3-4FEE798680DE}">
      <dgm:prSet phldrT="[Text]" custT="1"/>
      <dgm:spPr/>
      <dgm:t>
        <a:bodyPr/>
        <a:lstStyle/>
        <a:p>
          <a:r>
            <a:rPr lang="en-US" sz="2400" dirty="0"/>
            <a:t>Define activities and estimate workload</a:t>
          </a:r>
        </a:p>
      </dgm:t>
    </dgm:pt>
    <dgm:pt modelId="{2AE5308E-F12F-48F4-B901-F3A1131D5886}" type="parTrans" cxnId="{B381225D-4D01-4DAA-9EEA-39B4277CB38A}">
      <dgm:prSet/>
      <dgm:spPr/>
      <dgm:t>
        <a:bodyPr/>
        <a:lstStyle/>
        <a:p>
          <a:endParaRPr lang="en-US"/>
        </a:p>
      </dgm:t>
    </dgm:pt>
    <dgm:pt modelId="{4F23882E-62FE-4B9B-B0BF-529E11F2536C}" type="sibTrans" cxnId="{B381225D-4D01-4DAA-9EEA-39B4277CB38A}">
      <dgm:prSet/>
      <dgm:spPr/>
      <dgm:t>
        <a:bodyPr/>
        <a:lstStyle/>
        <a:p>
          <a:endParaRPr lang="en-US"/>
        </a:p>
      </dgm:t>
    </dgm:pt>
    <dgm:pt modelId="{01438321-9BE1-4CB0-91C0-7AB3FCD3A0F9}">
      <dgm:prSet phldrT="[Text]" custT="1"/>
      <dgm:spPr/>
      <dgm:t>
        <a:bodyPr/>
        <a:lstStyle/>
        <a:p>
          <a:r>
            <a:rPr lang="en-US" sz="2400" dirty="0"/>
            <a:t>Determine necessary equipment and software</a:t>
          </a:r>
        </a:p>
      </dgm:t>
    </dgm:pt>
    <dgm:pt modelId="{125A8E17-8519-4E31-BA66-9DC17DC7CB77}" type="parTrans" cxnId="{FFD3962D-325E-4CEE-827A-D91AF7B08E53}">
      <dgm:prSet/>
      <dgm:spPr/>
      <dgm:t>
        <a:bodyPr/>
        <a:lstStyle/>
        <a:p>
          <a:endParaRPr lang="en-US"/>
        </a:p>
      </dgm:t>
    </dgm:pt>
    <dgm:pt modelId="{E82CCBDF-0AD7-42E2-BD22-78A0E5FC551F}" type="sibTrans" cxnId="{FFD3962D-325E-4CEE-827A-D91AF7B08E53}">
      <dgm:prSet/>
      <dgm:spPr/>
      <dgm:t>
        <a:bodyPr/>
        <a:lstStyle/>
        <a:p>
          <a:endParaRPr lang="en-US"/>
        </a:p>
      </dgm:t>
    </dgm:pt>
    <dgm:pt modelId="{ABB9AB19-037F-4D99-8C6B-0FED1812BBD3}">
      <dgm:prSet custT="1"/>
      <dgm:spPr/>
      <dgm:t>
        <a:bodyPr/>
        <a:lstStyle/>
        <a:p>
          <a:r>
            <a:rPr lang="en-US" sz="2400" dirty="0"/>
            <a:t>Determine physical space requirements</a:t>
          </a:r>
        </a:p>
      </dgm:t>
    </dgm:pt>
    <dgm:pt modelId="{762A4F68-B662-4D1F-9F37-EA21709DE3B0}" type="parTrans" cxnId="{6548A6D5-B9E9-4A0C-ADCF-89433223F896}">
      <dgm:prSet/>
      <dgm:spPr/>
      <dgm:t>
        <a:bodyPr/>
        <a:lstStyle/>
        <a:p>
          <a:endParaRPr lang="en-US"/>
        </a:p>
      </dgm:t>
    </dgm:pt>
    <dgm:pt modelId="{4E64D8E5-460C-49E6-9992-0AFDA46636A5}" type="sibTrans" cxnId="{6548A6D5-B9E9-4A0C-ADCF-89433223F896}">
      <dgm:prSet/>
      <dgm:spPr/>
      <dgm:t>
        <a:bodyPr/>
        <a:lstStyle/>
        <a:p>
          <a:endParaRPr lang="en-US"/>
        </a:p>
      </dgm:t>
    </dgm:pt>
    <dgm:pt modelId="{1352C9F2-9A93-4550-A21B-9585D379FA8A}">
      <dgm:prSet custT="1"/>
      <dgm:spPr/>
      <dgm:t>
        <a:bodyPr/>
        <a:lstStyle/>
        <a:p>
          <a:r>
            <a:rPr lang="en-US" sz="2400" dirty="0"/>
            <a:t>Plan for security</a:t>
          </a:r>
        </a:p>
      </dgm:t>
    </dgm:pt>
    <dgm:pt modelId="{38B7D842-A951-4D76-8ECC-46CE3686B13A}" type="parTrans" cxnId="{9434D12E-77E3-46C2-B662-8DEAE1706E43}">
      <dgm:prSet/>
      <dgm:spPr/>
      <dgm:t>
        <a:bodyPr/>
        <a:lstStyle/>
        <a:p>
          <a:endParaRPr lang="en-US"/>
        </a:p>
      </dgm:t>
    </dgm:pt>
    <dgm:pt modelId="{172F3CC2-C57C-46D7-ABE5-3F95D6458B95}" type="sibTrans" cxnId="{9434D12E-77E3-46C2-B662-8DEAE1706E43}">
      <dgm:prSet/>
      <dgm:spPr/>
      <dgm:t>
        <a:bodyPr/>
        <a:lstStyle/>
        <a:p>
          <a:endParaRPr lang="en-US"/>
        </a:p>
      </dgm:t>
    </dgm:pt>
    <dgm:pt modelId="{3C7F1EEB-6441-4D28-9CBA-28BC00532B0B}" type="pres">
      <dgm:prSet presAssocID="{1D2CFF0A-5B99-4C6B-BBDA-240DA2158FCF}" presName="linear" presStyleCnt="0">
        <dgm:presLayoutVars>
          <dgm:dir/>
          <dgm:animLvl val="lvl"/>
          <dgm:resizeHandles val="exact"/>
        </dgm:presLayoutVars>
      </dgm:prSet>
      <dgm:spPr/>
    </dgm:pt>
    <dgm:pt modelId="{83141182-3640-4582-93F6-D2666F52CC72}" type="pres">
      <dgm:prSet presAssocID="{5EE5D1BF-F980-468A-AF56-CB9EA9A7BD0C}" presName="parentLin" presStyleCnt="0"/>
      <dgm:spPr/>
    </dgm:pt>
    <dgm:pt modelId="{1AB0FAA8-BA85-4480-8F73-7AC4DCCACC5E}" type="pres">
      <dgm:prSet presAssocID="{5EE5D1BF-F980-468A-AF56-CB9EA9A7BD0C}" presName="parentLeftMargin" presStyleLbl="node1" presStyleIdx="0" presStyleCnt="5"/>
      <dgm:spPr/>
    </dgm:pt>
    <dgm:pt modelId="{7B9D5E65-119D-461A-AA65-703ED394594E}" type="pres">
      <dgm:prSet presAssocID="{5EE5D1BF-F980-468A-AF56-CB9EA9A7BD0C}" presName="parentText" presStyleLbl="node1" presStyleIdx="0" presStyleCnt="5" custScaleX="118046">
        <dgm:presLayoutVars>
          <dgm:chMax val="0"/>
          <dgm:bulletEnabled val="1"/>
        </dgm:presLayoutVars>
      </dgm:prSet>
      <dgm:spPr/>
    </dgm:pt>
    <dgm:pt modelId="{E213AB68-2479-4414-ACEF-D965BA1737A5}" type="pres">
      <dgm:prSet presAssocID="{5EE5D1BF-F980-468A-AF56-CB9EA9A7BD0C}" presName="negativeSpace" presStyleCnt="0"/>
      <dgm:spPr/>
    </dgm:pt>
    <dgm:pt modelId="{A309E12C-1021-47F8-85A9-A7CD7F230716}" type="pres">
      <dgm:prSet presAssocID="{5EE5D1BF-F980-468A-AF56-CB9EA9A7BD0C}" presName="childText" presStyleLbl="conFgAcc1" presStyleIdx="0" presStyleCnt="5">
        <dgm:presLayoutVars>
          <dgm:bulletEnabled val="1"/>
        </dgm:presLayoutVars>
      </dgm:prSet>
      <dgm:spPr/>
    </dgm:pt>
    <dgm:pt modelId="{0C603DA8-8E54-4AF0-BCF2-A8119D7A0631}" type="pres">
      <dgm:prSet presAssocID="{B2C0BE0D-14DA-4401-8964-2E86C8EF546F}" presName="spaceBetweenRectangles" presStyleCnt="0"/>
      <dgm:spPr/>
    </dgm:pt>
    <dgm:pt modelId="{63ED0D68-8470-4550-88EF-302C77A583D8}" type="pres">
      <dgm:prSet presAssocID="{2DD8E2A1-41A3-4188-B5A3-4FEE798680DE}" presName="parentLin" presStyleCnt="0"/>
      <dgm:spPr/>
    </dgm:pt>
    <dgm:pt modelId="{324730D7-6349-43A3-9A27-215DF6F68910}" type="pres">
      <dgm:prSet presAssocID="{2DD8E2A1-41A3-4188-B5A3-4FEE798680DE}" presName="parentLeftMargin" presStyleLbl="node1" presStyleIdx="0" presStyleCnt="5"/>
      <dgm:spPr/>
    </dgm:pt>
    <dgm:pt modelId="{B92D2C16-78FE-4AFA-A8BB-C0CEA157B443}" type="pres">
      <dgm:prSet presAssocID="{2DD8E2A1-41A3-4188-B5A3-4FEE798680DE}" presName="parentText" presStyleLbl="node1" presStyleIdx="1" presStyleCnt="5" custScaleX="118046">
        <dgm:presLayoutVars>
          <dgm:chMax val="0"/>
          <dgm:bulletEnabled val="1"/>
        </dgm:presLayoutVars>
      </dgm:prSet>
      <dgm:spPr/>
    </dgm:pt>
    <dgm:pt modelId="{F9AA744C-1EC7-4FFB-944A-E2FCA477AA1B}" type="pres">
      <dgm:prSet presAssocID="{2DD8E2A1-41A3-4188-B5A3-4FEE798680DE}" presName="negativeSpace" presStyleCnt="0"/>
      <dgm:spPr/>
    </dgm:pt>
    <dgm:pt modelId="{F5B910C9-FFDC-4C50-80E8-A5C75FED14F4}" type="pres">
      <dgm:prSet presAssocID="{2DD8E2A1-41A3-4188-B5A3-4FEE798680DE}" presName="childText" presStyleLbl="conFgAcc1" presStyleIdx="1" presStyleCnt="5">
        <dgm:presLayoutVars>
          <dgm:bulletEnabled val="1"/>
        </dgm:presLayoutVars>
      </dgm:prSet>
      <dgm:spPr/>
    </dgm:pt>
    <dgm:pt modelId="{78A66678-8D27-4332-BCC3-8E870F26AC41}" type="pres">
      <dgm:prSet presAssocID="{4F23882E-62FE-4B9B-B0BF-529E11F2536C}" presName="spaceBetweenRectangles" presStyleCnt="0"/>
      <dgm:spPr/>
    </dgm:pt>
    <dgm:pt modelId="{AEE521EC-7FA7-4E91-99B4-6C3A591A3C75}" type="pres">
      <dgm:prSet presAssocID="{01438321-9BE1-4CB0-91C0-7AB3FCD3A0F9}" presName="parentLin" presStyleCnt="0"/>
      <dgm:spPr/>
    </dgm:pt>
    <dgm:pt modelId="{8FF62E4E-F17D-4D14-BAB7-C18DC73FEFAA}" type="pres">
      <dgm:prSet presAssocID="{01438321-9BE1-4CB0-91C0-7AB3FCD3A0F9}" presName="parentLeftMargin" presStyleLbl="node1" presStyleIdx="1" presStyleCnt="5"/>
      <dgm:spPr/>
    </dgm:pt>
    <dgm:pt modelId="{E8D7755E-A66C-4C83-85CB-73D9E8B158C0}" type="pres">
      <dgm:prSet presAssocID="{01438321-9BE1-4CB0-91C0-7AB3FCD3A0F9}" presName="parentText" presStyleLbl="node1" presStyleIdx="2" presStyleCnt="5" custScaleX="118046">
        <dgm:presLayoutVars>
          <dgm:chMax val="0"/>
          <dgm:bulletEnabled val="1"/>
        </dgm:presLayoutVars>
      </dgm:prSet>
      <dgm:spPr/>
    </dgm:pt>
    <dgm:pt modelId="{2FB093BA-B718-4E9F-87E3-ED0031D2CC2C}" type="pres">
      <dgm:prSet presAssocID="{01438321-9BE1-4CB0-91C0-7AB3FCD3A0F9}" presName="negativeSpace" presStyleCnt="0"/>
      <dgm:spPr/>
    </dgm:pt>
    <dgm:pt modelId="{B66F4FDC-33A2-4E4D-8979-FA65F9745CDB}" type="pres">
      <dgm:prSet presAssocID="{01438321-9BE1-4CB0-91C0-7AB3FCD3A0F9}" presName="childText" presStyleLbl="conFgAcc1" presStyleIdx="2" presStyleCnt="5">
        <dgm:presLayoutVars>
          <dgm:bulletEnabled val="1"/>
        </dgm:presLayoutVars>
      </dgm:prSet>
      <dgm:spPr/>
    </dgm:pt>
    <dgm:pt modelId="{08D6E01F-16E6-4A8F-A136-7CF3C5C78C9E}" type="pres">
      <dgm:prSet presAssocID="{E82CCBDF-0AD7-42E2-BD22-78A0E5FC551F}" presName="spaceBetweenRectangles" presStyleCnt="0"/>
      <dgm:spPr/>
    </dgm:pt>
    <dgm:pt modelId="{55EE195D-E1C4-4BB6-955A-EDEC0CFF4127}" type="pres">
      <dgm:prSet presAssocID="{ABB9AB19-037F-4D99-8C6B-0FED1812BBD3}" presName="parentLin" presStyleCnt="0"/>
      <dgm:spPr/>
    </dgm:pt>
    <dgm:pt modelId="{CB7B6F5F-75EC-414F-BCDE-B5AA77F69D78}" type="pres">
      <dgm:prSet presAssocID="{ABB9AB19-037F-4D99-8C6B-0FED1812BBD3}" presName="parentLeftMargin" presStyleLbl="node1" presStyleIdx="2" presStyleCnt="5"/>
      <dgm:spPr/>
    </dgm:pt>
    <dgm:pt modelId="{EF4B8A28-840F-43AB-A4BD-A2DC97348D1D}" type="pres">
      <dgm:prSet presAssocID="{ABB9AB19-037F-4D99-8C6B-0FED1812BBD3}" presName="parentText" presStyleLbl="node1" presStyleIdx="3" presStyleCnt="5" custScaleX="118046">
        <dgm:presLayoutVars>
          <dgm:chMax val="0"/>
          <dgm:bulletEnabled val="1"/>
        </dgm:presLayoutVars>
      </dgm:prSet>
      <dgm:spPr/>
    </dgm:pt>
    <dgm:pt modelId="{3559BCF9-F453-4D89-9234-4BC0A9B0570B}" type="pres">
      <dgm:prSet presAssocID="{ABB9AB19-037F-4D99-8C6B-0FED1812BBD3}" presName="negativeSpace" presStyleCnt="0"/>
      <dgm:spPr/>
    </dgm:pt>
    <dgm:pt modelId="{A2434C7B-406F-4997-98FB-7D43AD80BECD}" type="pres">
      <dgm:prSet presAssocID="{ABB9AB19-037F-4D99-8C6B-0FED1812BBD3}" presName="childText" presStyleLbl="conFgAcc1" presStyleIdx="3" presStyleCnt="5">
        <dgm:presLayoutVars>
          <dgm:bulletEnabled val="1"/>
        </dgm:presLayoutVars>
      </dgm:prSet>
      <dgm:spPr/>
    </dgm:pt>
    <dgm:pt modelId="{E83C0FD0-DDBC-46FE-9AED-50FC3A1585E6}" type="pres">
      <dgm:prSet presAssocID="{4E64D8E5-460C-49E6-9992-0AFDA46636A5}" presName="spaceBetweenRectangles" presStyleCnt="0"/>
      <dgm:spPr/>
    </dgm:pt>
    <dgm:pt modelId="{39C04F1C-E568-4357-81B7-B2B5A11D7279}" type="pres">
      <dgm:prSet presAssocID="{1352C9F2-9A93-4550-A21B-9585D379FA8A}" presName="parentLin" presStyleCnt="0"/>
      <dgm:spPr/>
    </dgm:pt>
    <dgm:pt modelId="{8F2F57A2-F26A-46D5-BB86-9202C4ECF022}" type="pres">
      <dgm:prSet presAssocID="{1352C9F2-9A93-4550-A21B-9585D379FA8A}" presName="parentLeftMargin" presStyleLbl="node1" presStyleIdx="3" presStyleCnt="5"/>
      <dgm:spPr/>
    </dgm:pt>
    <dgm:pt modelId="{2A4F6E26-1F1C-467B-9A61-766842D2EB28}" type="pres">
      <dgm:prSet presAssocID="{1352C9F2-9A93-4550-A21B-9585D379FA8A}" presName="parentText" presStyleLbl="node1" presStyleIdx="4" presStyleCnt="5" custScaleX="118046">
        <dgm:presLayoutVars>
          <dgm:chMax val="0"/>
          <dgm:bulletEnabled val="1"/>
        </dgm:presLayoutVars>
      </dgm:prSet>
      <dgm:spPr/>
    </dgm:pt>
    <dgm:pt modelId="{88045220-29D0-4DC6-B03F-4F56865BFE29}" type="pres">
      <dgm:prSet presAssocID="{1352C9F2-9A93-4550-A21B-9585D379FA8A}" presName="negativeSpace" presStyleCnt="0"/>
      <dgm:spPr/>
    </dgm:pt>
    <dgm:pt modelId="{1F9CE022-E899-4096-AA54-27EB315B5EC9}" type="pres">
      <dgm:prSet presAssocID="{1352C9F2-9A93-4550-A21B-9585D379FA8A}" presName="childText" presStyleLbl="conFgAcc1" presStyleIdx="4" presStyleCnt="5">
        <dgm:presLayoutVars>
          <dgm:bulletEnabled val="1"/>
        </dgm:presLayoutVars>
      </dgm:prSet>
      <dgm:spPr/>
    </dgm:pt>
  </dgm:ptLst>
  <dgm:cxnLst>
    <dgm:cxn modelId="{5DA39403-F3F5-4EB5-9F27-2046E4ED2689}" type="presOf" srcId="{5EE5D1BF-F980-468A-AF56-CB9EA9A7BD0C}" destId="{1AB0FAA8-BA85-4480-8F73-7AC4DCCACC5E}" srcOrd="0" destOrd="0" presId="urn:microsoft.com/office/officeart/2005/8/layout/list1"/>
    <dgm:cxn modelId="{DFE3EA20-0A19-425E-B121-AE94D3371E14}" type="presOf" srcId="{ABB9AB19-037F-4D99-8C6B-0FED1812BBD3}" destId="{CB7B6F5F-75EC-414F-BCDE-B5AA77F69D78}" srcOrd="0" destOrd="0" presId="urn:microsoft.com/office/officeart/2005/8/layout/list1"/>
    <dgm:cxn modelId="{FFD3962D-325E-4CEE-827A-D91AF7B08E53}" srcId="{1D2CFF0A-5B99-4C6B-BBDA-240DA2158FCF}" destId="{01438321-9BE1-4CB0-91C0-7AB3FCD3A0F9}" srcOrd="2" destOrd="0" parTransId="{125A8E17-8519-4E31-BA66-9DC17DC7CB77}" sibTransId="{E82CCBDF-0AD7-42E2-BD22-78A0E5FC551F}"/>
    <dgm:cxn modelId="{9434D12E-77E3-46C2-B662-8DEAE1706E43}" srcId="{1D2CFF0A-5B99-4C6B-BBDA-240DA2158FCF}" destId="{1352C9F2-9A93-4550-A21B-9585D379FA8A}" srcOrd="4" destOrd="0" parTransId="{38B7D842-A951-4D76-8ECC-46CE3686B13A}" sibTransId="{172F3CC2-C57C-46D7-ABE5-3F95D6458B95}"/>
    <dgm:cxn modelId="{B381225D-4D01-4DAA-9EEA-39B4277CB38A}" srcId="{1D2CFF0A-5B99-4C6B-BBDA-240DA2158FCF}" destId="{2DD8E2A1-41A3-4188-B5A3-4FEE798680DE}" srcOrd="1" destOrd="0" parTransId="{2AE5308E-F12F-48F4-B901-F3A1131D5886}" sibTransId="{4F23882E-62FE-4B9B-B0BF-529E11F2536C}"/>
    <dgm:cxn modelId="{5C52025F-A1A0-4A0E-B79A-9FA26F7FB827}" type="presOf" srcId="{01438321-9BE1-4CB0-91C0-7AB3FCD3A0F9}" destId="{8FF62E4E-F17D-4D14-BAB7-C18DC73FEFAA}" srcOrd="0" destOrd="0" presId="urn:microsoft.com/office/officeart/2005/8/layout/list1"/>
    <dgm:cxn modelId="{72144767-AFDE-44E0-8CB1-E42FDBB0EE30}" type="presOf" srcId="{01438321-9BE1-4CB0-91C0-7AB3FCD3A0F9}" destId="{E8D7755E-A66C-4C83-85CB-73D9E8B158C0}" srcOrd="1" destOrd="0" presId="urn:microsoft.com/office/officeart/2005/8/layout/list1"/>
    <dgm:cxn modelId="{4F906F48-076C-43B0-8E14-459F1C759A9A}" type="presOf" srcId="{2DD8E2A1-41A3-4188-B5A3-4FEE798680DE}" destId="{324730D7-6349-43A3-9A27-215DF6F68910}" srcOrd="0" destOrd="0" presId="urn:microsoft.com/office/officeart/2005/8/layout/list1"/>
    <dgm:cxn modelId="{77330B71-89C2-4BD4-B2F8-AFCA86C7352E}" type="presOf" srcId="{1352C9F2-9A93-4550-A21B-9585D379FA8A}" destId="{8F2F57A2-F26A-46D5-BB86-9202C4ECF022}" srcOrd="0" destOrd="0" presId="urn:microsoft.com/office/officeart/2005/8/layout/list1"/>
    <dgm:cxn modelId="{58EE9551-3356-4543-8B97-D3A8C7257858}" type="presOf" srcId="{ABB9AB19-037F-4D99-8C6B-0FED1812BBD3}" destId="{EF4B8A28-840F-43AB-A4BD-A2DC97348D1D}" srcOrd="1" destOrd="0" presId="urn:microsoft.com/office/officeart/2005/8/layout/list1"/>
    <dgm:cxn modelId="{168A117B-52FA-419D-A76F-8EBFA9ECF766}" type="presOf" srcId="{1352C9F2-9A93-4550-A21B-9585D379FA8A}" destId="{2A4F6E26-1F1C-467B-9A61-766842D2EB28}" srcOrd="1" destOrd="0" presId="urn:microsoft.com/office/officeart/2005/8/layout/list1"/>
    <dgm:cxn modelId="{C8B1A47D-117F-46B6-802D-F7265747F39E}" type="presOf" srcId="{2DD8E2A1-41A3-4188-B5A3-4FEE798680DE}" destId="{B92D2C16-78FE-4AFA-A8BB-C0CEA157B443}" srcOrd="1" destOrd="0" presId="urn:microsoft.com/office/officeart/2005/8/layout/list1"/>
    <dgm:cxn modelId="{6548A6D5-B9E9-4A0C-ADCF-89433223F896}" srcId="{1D2CFF0A-5B99-4C6B-BBDA-240DA2158FCF}" destId="{ABB9AB19-037F-4D99-8C6B-0FED1812BBD3}" srcOrd="3" destOrd="0" parTransId="{762A4F68-B662-4D1F-9F37-EA21709DE3B0}" sibTransId="{4E64D8E5-460C-49E6-9992-0AFDA46636A5}"/>
    <dgm:cxn modelId="{B6A7D7DA-6B41-4C48-8684-CEAA0E35C3D4}" type="presOf" srcId="{1D2CFF0A-5B99-4C6B-BBDA-240DA2158FCF}" destId="{3C7F1EEB-6441-4D28-9CBA-28BC00532B0B}" srcOrd="0" destOrd="0" presId="urn:microsoft.com/office/officeart/2005/8/layout/list1"/>
    <dgm:cxn modelId="{346DEFE0-E9A0-4C2C-BEA6-77E8E72DDA7C}" srcId="{1D2CFF0A-5B99-4C6B-BBDA-240DA2158FCF}" destId="{5EE5D1BF-F980-468A-AF56-CB9EA9A7BD0C}" srcOrd="0" destOrd="0" parTransId="{ACC1F8D6-E31C-4F81-B657-1E9718568BC5}" sibTransId="{B2C0BE0D-14DA-4401-8964-2E86C8EF546F}"/>
    <dgm:cxn modelId="{B4713EEA-A4C6-48D8-867F-43CF6B149566}" type="presOf" srcId="{5EE5D1BF-F980-468A-AF56-CB9EA9A7BD0C}" destId="{7B9D5E65-119D-461A-AA65-703ED394594E}" srcOrd="1" destOrd="0" presId="urn:microsoft.com/office/officeart/2005/8/layout/list1"/>
    <dgm:cxn modelId="{D613686B-1F11-4F78-9108-8704F4C78A36}" type="presParOf" srcId="{3C7F1EEB-6441-4D28-9CBA-28BC00532B0B}" destId="{83141182-3640-4582-93F6-D2666F52CC72}" srcOrd="0" destOrd="0" presId="urn:microsoft.com/office/officeart/2005/8/layout/list1"/>
    <dgm:cxn modelId="{9B8A3CB7-D77B-4CC0-A3A0-9F95F103C25E}" type="presParOf" srcId="{83141182-3640-4582-93F6-D2666F52CC72}" destId="{1AB0FAA8-BA85-4480-8F73-7AC4DCCACC5E}" srcOrd="0" destOrd="0" presId="urn:microsoft.com/office/officeart/2005/8/layout/list1"/>
    <dgm:cxn modelId="{5578BDBE-4B14-4A26-AA9B-C6FB72C40D9B}" type="presParOf" srcId="{83141182-3640-4582-93F6-D2666F52CC72}" destId="{7B9D5E65-119D-461A-AA65-703ED394594E}" srcOrd="1" destOrd="0" presId="urn:microsoft.com/office/officeart/2005/8/layout/list1"/>
    <dgm:cxn modelId="{24E5C918-AC7B-44A5-8CF8-3C081E40D658}" type="presParOf" srcId="{3C7F1EEB-6441-4D28-9CBA-28BC00532B0B}" destId="{E213AB68-2479-4414-ACEF-D965BA1737A5}" srcOrd="1" destOrd="0" presId="urn:microsoft.com/office/officeart/2005/8/layout/list1"/>
    <dgm:cxn modelId="{448CA749-06F5-4ECB-A704-5E91DAC95487}" type="presParOf" srcId="{3C7F1EEB-6441-4D28-9CBA-28BC00532B0B}" destId="{A309E12C-1021-47F8-85A9-A7CD7F230716}" srcOrd="2" destOrd="0" presId="urn:microsoft.com/office/officeart/2005/8/layout/list1"/>
    <dgm:cxn modelId="{E889751E-D125-483D-BFB3-F7347928FC17}" type="presParOf" srcId="{3C7F1EEB-6441-4D28-9CBA-28BC00532B0B}" destId="{0C603DA8-8E54-4AF0-BCF2-A8119D7A0631}" srcOrd="3" destOrd="0" presId="urn:microsoft.com/office/officeart/2005/8/layout/list1"/>
    <dgm:cxn modelId="{F6F448EB-52BC-4319-992C-539BC81609DB}" type="presParOf" srcId="{3C7F1EEB-6441-4D28-9CBA-28BC00532B0B}" destId="{63ED0D68-8470-4550-88EF-302C77A583D8}" srcOrd="4" destOrd="0" presId="urn:microsoft.com/office/officeart/2005/8/layout/list1"/>
    <dgm:cxn modelId="{60F805F1-2606-45A1-AD94-91A026BEDF3F}" type="presParOf" srcId="{63ED0D68-8470-4550-88EF-302C77A583D8}" destId="{324730D7-6349-43A3-9A27-215DF6F68910}" srcOrd="0" destOrd="0" presId="urn:microsoft.com/office/officeart/2005/8/layout/list1"/>
    <dgm:cxn modelId="{0BAC1CD3-55CF-48BD-BA9C-28B7E1FC0E43}" type="presParOf" srcId="{63ED0D68-8470-4550-88EF-302C77A583D8}" destId="{B92D2C16-78FE-4AFA-A8BB-C0CEA157B443}" srcOrd="1" destOrd="0" presId="urn:microsoft.com/office/officeart/2005/8/layout/list1"/>
    <dgm:cxn modelId="{F3671116-8AAD-44D3-BCC6-1CFE62AB4F50}" type="presParOf" srcId="{3C7F1EEB-6441-4D28-9CBA-28BC00532B0B}" destId="{F9AA744C-1EC7-4FFB-944A-E2FCA477AA1B}" srcOrd="5" destOrd="0" presId="urn:microsoft.com/office/officeart/2005/8/layout/list1"/>
    <dgm:cxn modelId="{1C243F62-DE58-4736-8694-F9C8B9EDF0BF}" type="presParOf" srcId="{3C7F1EEB-6441-4D28-9CBA-28BC00532B0B}" destId="{F5B910C9-FFDC-4C50-80E8-A5C75FED14F4}" srcOrd="6" destOrd="0" presId="urn:microsoft.com/office/officeart/2005/8/layout/list1"/>
    <dgm:cxn modelId="{83C1F8EA-2654-44D9-AFA5-4F2FFC60DCCC}" type="presParOf" srcId="{3C7F1EEB-6441-4D28-9CBA-28BC00532B0B}" destId="{78A66678-8D27-4332-BCC3-8E870F26AC41}" srcOrd="7" destOrd="0" presId="urn:microsoft.com/office/officeart/2005/8/layout/list1"/>
    <dgm:cxn modelId="{7BC9A078-62F4-4019-AD09-C937D8A26420}" type="presParOf" srcId="{3C7F1EEB-6441-4D28-9CBA-28BC00532B0B}" destId="{AEE521EC-7FA7-4E91-99B4-6C3A591A3C75}" srcOrd="8" destOrd="0" presId="urn:microsoft.com/office/officeart/2005/8/layout/list1"/>
    <dgm:cxn modelId="{5723B392-4FDD-45E4-B5E8-066052F467C1}" type="presParOf" srcId="{AEE521EC-7FA7-4E91-99B4-6C3A591A3C75}" destId="{8FF62E4E-F17D-4D14-BAB7-C18DC73FEFAA}" srcOrd="0" destOrd="0" presId="urn:microsoft.com/office/officeart/2005/8/layout/list1"/>
    <dgm:cxn modelId="{ECCC3907-CAA1-43A3-80DA-4194B506BA27}" type="presParOf" srcId="{AEE521EC-7FA7-4E91-99B4-6C3A591A3C75}" destId="{E8D7755E-A66C-4C83-85CB-73D9E8B158C0}" srcOrd="1" destOrd="0" presId="urn:microsoft.com/office/officeart/2005/8/layout/list1"/>
    <dgm:cxn modelId="{BAE7A9B8-2B48-45A4-95C3-43DED0832467}" type="presParOf" srcId="{3C7F1EEB-6441-4D28-9CBA-28BC00532B0B}" destId="{2FB093BA-B718-4E9F-87E3-ED0031D2CC2C}" srcOrd="9" destOrd="0" presId="urn:microsoft.com/office/officeart/2005/8/layout/list1"/>
    <dgm:cxn modelId="{0CF4E069-4694-4B9B-954A-DCBCBE571A59}" type="presParOf" srcId="{3C7F1EEB-6441-4D28-9CBA-28BC00532B0B}" destId="{B66F4FDC-33A2-4E4D-8979-FA65F9745CDB}" srcOrd="10" destOrd="0" presId="urn:microsoft.com/office/officeart/2005/8/layout/list1"/>
    <dgm:cxn modelId="{0D4651EF-E17C-4340-B5D6-1B879BE5C794}" type="presParOf" srcId="{3C7F1EEB-6441-4D28-9CBA-28BC00532B0B}" destId="{08D6E01F-16E6-4A8F-A136-7CF3C5C78C9E}" srcOrd="11" destOrd="0" presId="urn:microsoft.com/office/officeart/2005/8/layout/list1"/>
    <dgm:cxn modelId="{57B727FA-9114-4CBB-B625-535A37BEFF45}" type="presParOf" srcId="{3C7F1EEB-6441-4D28-9CBA-28BC00532B0B}" destId="{55EE195D-E1C4-4BB6-955A-EDEC0CFF4127}" srcOrd="12" destOrd="0" presId="urn:microsoft.com/office/officeart/2005/8/layout/list1"/>
    <dgm:cxn modelId="{87FAD6F3-E4D0-4DC4-81A7-CD8E1E14E712}" type="presParOf" srcId="{55EE195D-E1C4-4BB6-955A-EDEC0CFF4127}" destId="{CB7B6F5F-75EC-414F-BCDE-B5AA77F69D78}" srcOrd="0" destOrd="0" presId="urn:microsoft.com/office/officeart/2005/8/layout/list1"/>
    <dgm:cxn modelId="{339A4164-7B0B-433F-85AE-C19E45324489}" type="presParOf" srcId="{55EE195D-E1C4-4BB6-955A-EDEC0CFF4127}" destId="{EF4B8A28-840F-43AB-A4BD-A2DC97348D1D}" srcOrd="1" destOrd="0" presId="urn:microsoft.com/office/officeart/2005/8/layout/list1"/>
    <dgm:cxn modelId="{A9614C6A-4757-490A-97CD-3F7F934F5899}" type="presParOf" srcId="{3C7F1EEB-6441-4D28-9CBA-28BC00532B0B}" destId="{3559BCF9-F453-4D89-9234-4BC0A9B0570B}" srcOrd="13" destOrd="0" presId="urn:microsoft.com/office/officeart/2005/8/layout/list1"/>
    <dgm:cxn modelId="{AF8D0E7F-DEE2-42E4-BC57-CB8767542983}" type="presParOf" srcId="{3C7F1EEB-6441-4D28-9CBA-28BC00532B0B}" destId="{A2434C7B-406F-4997-98FB-7D43AD80BECD}" srcOrd="14" destOrd="0" presId="urn:microsoft.com/office/officeart/2005/8/layout/list1"/>
    <dgm:cxn modelId="{FAEEDC37-3119-48FB-B99C-46A9CD137C28}" type="presParOf" srcId="{3C7F1EEB-6441-4D28-9CBA-28BC00532B0B}" destId="{E83C0FD0-DDBC-46FE-9AED-50FC3A1585E6}" srcOrd="15" destOrd="0" presId="urn:microsoft.com/office/officeart/2005/8/layout/list1"/>
    <dgm:cxn modelId="{00A1E319-BFCD-48E2-9EC4-CAC8E90BEBFF}" type="presParOf" srcId="{3C7F1EEB-6441-4D28-9CBA-28BC00532B0B}" destId="{39C04F1C-E568-4357-81B7-B2B5A11D7279}" srcOrd="16" destOrd="0" presId="urn:microsoft.com/office/officeart/2005/8/layout/list1"/>
    <dgm:cxn modelId="{E2FC445D-CE65-42AF-B84C-C58ACF8889F5}" type="presParOf" srcId="{39C04F1C-E568-4357-81B7-B2B5A11D7279}" destId="{8F2F57A2-F26A-46D5-BB86-9202C4ECF022}" srcOrd="0" destOrd="0" presId="urn:microsoft.com/office/officeart/2005/8/layout/list1"/>
    <dgm:cxn modelId="{BCF27856-AA97-4FAC-98FF-22FD2274F124}" type="presParOf" srcId="{39C04F1C-E568-4357-81B7-B2B5A11D7279}" destId="{2A4F6E26-1F1C-467B-9A61-766842D2EB28}" srcOrd="1" destOrd="0" presId="urn:microsoft.com/office/officeart/2005/8/layout/list1"/>
    <dgm:cxn modelId="{DF551955-35BC-46FE-90BC-C14274DEA685}" type="presParOf" srcId="{3C7F1EEB-6441-4D28-9CBA-28BC00532B0B}" destId="{88045220-29D0-4DC6-B03F-4F56865BFE29}" srcOrd="17" destOrd="0" presId="urn:microsoft.com/office/officeart/2005/8/layout/list1"/>
    <dgm:cxn modelId="{775F5B43-52C8-443F-8AD8-23D02C2CDA8D}" type="presParOf" srcId="{3C7F1EEB-6441-4D28-9CBA-28BC00532B0B}" destId="{1F9CE022-E899-4096-AA54-27EB315B5EC9}"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C3D85FF-8CE3-4FD9-A009-79A8C81DB24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A12A27-53A7-4806-9884-B1310A228433}">
      <dgm:prSet phldrT="[Text]" custT="1"/>
      <dgm:spPr/>
      <dgm:t>
        <a:bodyPr/>
        <a:lstStyle/>
        <a:p>
          <a:r>
            <a:rPr lang="en-US" sz="3400" dirty="0"/>
            <a:t>PC hardware</a:t>
          </a:r>
        </a:p>
      </dgm:t>
    </dgm:pt>
    <dgm:pt modelId="{A8E6E158-3C45-415B-9455-799EFA8AC653}" type="parTrans" cxnId="{E314A674-94E9-49E3-8B58-CE41661949B9}">
      <dgm:prSet/>
      <dgm:spPr/>
      <dgm:t>
        <a:bodyPr/>
        <a:lstStyle/>
        <a:p>
          <a:endParaRPr lang="en-US"/>
        </a:p>
      </dgm:t>
    </dgm:pt>
    <dgm:pt modelId="{8D284F17-C670-4491-8815-18C6CABEB9BF}" type="sibTrans" cxnId="{E314A674-94E9-49E3-8B58-CE41661949B9}">
      <dgm:prSet/>
      <dgm:spPr/>
      <dgm:t>
        <a:bodyPr/>
        <a:lstStyle/>
        <a:p>
          <a:endParaRPr lang="en-US"/>
        </a:p>
      </dgm:t>
    </dgm:pt>
    <dgm:pt modelId="{E9D3DAF2-329A-4517-B025-8BE86DB3AA53}">
      <dgm:prSet phldrT="[Text]" custT="1"/>
      <dgm:spPr/>
      <dgm:t>
        <a:bodyPr/>
        <a:lstStyle/>
        <a:p>
          <a:r>
            <a:rPr lang="en-US" sz="3000" dirty="0"/>
            <a:t>CompTIA A+</a:t>
          </a:r>
        </a:p>
      </dgm:t>
    </dgm:pt>
    <dgm:pt modelId="{31820F56-F123-45DA-B60B-72038BE75F3D}" type="parTrans" cxnId="{0F4AF167-412C-404D-A3A3-EBCFE50CDD13}">
      <dgm:prSet/>
      <dgm:spPr/>
      <dgm:t>
        <a:bodyPr/>
        <a:lstStyle/>
        <a:p>
          <a:endParaRPr lang="en-US"/>
        </a:p>
      </dgm:t>
    </dgm:pt>
    <dgm:pt modelId="{8ACF4238-AAEC-4747-89B4-599C21D73604}" type="sibTrans" cxnId="{0F4AF167-412C-404D-A3A3-EBCFE50CDD13}">
      <dgm:prSet/>
      <dgm:spPr/>
      <dgm:t>
        <a:bodyPr/>
        <a:lstStyle/>
        <a:p>
          <a:endParaRPr lang="en-US"/>
        </a:p>
      </dgm:t>
    </dgm:pt>
    <dgm:pt modelId="{7BFFD066-748A-491D-B9D3-EAAFA4B0FABF}">
      <dgm:prSet phldrT="[Text]" custT="1"/>
      <dgm:spPr/>
      <dgm:t>
        <a:bodyPr/>
        <a:lstStyle/>
        <a:p>
          <a:r>
            <a:rPr lang="en-US" sz="3400" dirty="0"/>
            <a:t>Basic networking</a:t>
          </a:r>
        </a:p>
      </dgm:t>
    </dgm:pt>
    <dgm:pt modelId="{221DEFF9-3DF7-483C-BA28-91C2D159426B}" type="parTrans" cxnId="{04ECEC0E-CF0C-41D6-BF05-F34CFE80B669}">
      <dgm:prSet/>
      <dgm:spPr/>
      <dgm:t>
        <a:bodyPr/>
        <a:lstStyle/>
        <a:p>
          <a:endParaRPr lang="en-US"/>
        </a:p>
      </dgm:t>
    </dgm:pt>
    <dgm:pt modelId="{496B5FC1-D8FE-4EA0-9EDF-0C5D0290D060}" type="sibTrans" cxnId="{04ECEC0E-CF0C-41D6-BF05-F34CFE80B669}">
      <dgm:prSet/>
      <dgm:spPr/>
      <dgm:t>
        <a:bodyPr/>
        <a:lstStyle/>
        <a:p>
          <a:endParaRPr lang="en-US"/>
        </a:p>
      </dgm:t>
    </dgm:pt>
    <dgm:pt modelId="{58F84D25-05A0-4E9B-89EB-53753DB82489}">
      <dgm:prSet phldrT="[Text]" custT="1"/>
      <dgm:spPr/>
      <dgm:t>
        <a:bodyPr/>
        <a:lstStyle/>
        <a:p>
          <a:r>
            <a:rPr lang="en-US" sz="3000" dirty="0"/>
            <a:t>CompTIA Network+ or the Cisco Certified Network Associate (CCNA)</a:t>
          </a:r>
        </a:p>
      </dgm:t>
    </dgm:pt>
    <dgm:pt modelId="{F980ECF2-727A-40BE-8121-D640C98E7358}" type="parTrans" cxnId="{D06EFD6F-C642-4871-B494-56C1D2BB046A}">
      <dgm:prSet/>
      <dgm:spPr/>
      <dgm:t>
        <a:bodyPr/>
        <a:lstStyle/>
        <a:p>
          <a:endParaRPr lang="en-US"/>
        </a:p>
      </dgm:t>
    </dgm:pt>
    <dgm:pt modelId="{3C4F1FCC-7A50-413E-A7CE-9C07DC3DF3D3}" type="sibTrans" cxnId="{D06EFD6F-C642-4871-B494-56C1D2BB046A}">
      <dgm:prSet/>
      <dgm:spPr/>
      <dgm:t>
        <a:bodyPr/>
        <a:lstStyle/>
        <a:p>
          <a:endParaRPr lang="en-US"/>
        </a:p>
      </dgm:t>
    </dgm:pt>
    <dgm:pt modelId="{34C0AC37-145F-4E4D-870C-0785EE1A34AA}" type="pres">
      <dgm:prSet presAssocID="{EC3D85FF-8CE3-4FD9-A009-79A8C81DB241}" presName="linear" presStyleCnt="0">
        <dgm:presLayoutVars>
          <dgm:animLvl val="lvl"/>
          <dgm:resizeHandles val="exact"/>
        </dgm:presLayoutVars>
      </dgm:prSet>
      <dgm:spPr/>
    </dgm:pt>
    <dgm:pt modelId="{692D0176-1366-4C00-B248-84B776621CC8}" type="pres">
      <dgm:prSet presAssocID="{7FA12A27-53A7-4806-9884-B1310A228433}" presName="parentText" presStyleLbl="node1" presStyleIdx="0" presStyleCnt="2">
        <dgm:presLayoutVars>
          <dgm:chMax val="0"/>
          <dgm:bulletEnabled val="1"/>
        </dgm:presLayoutVars>
      </dgm:prSet>
      <dgm:spPr/>
    </dgm:pt>
    <dgm:pt modelId="{0685A3BE-AEAE-4775-9C20-E79B1FF45E9D}" type="pres">
      <dgm:prSet presAssocID="{7FA12A27-53A7-4806-9884-B1310A228433}" presName="childText" presStyleLbl="revTx" presStyleIdx="0" presStyleCnt="2">
        <dgm:presLayoutVars>
          <dgm:bulletEnabled val="1"/>
        </dgm:presLayoutVars>
      </dgm:prSet>
      <dgm:spPr/>
    </dgm:pt>
    <dgm:pt modelId="{AF6BB55D-D2A5-4F17-A956-AECD7CB0B428}" type="pres">
      <dgm:prSet presAssocID="{7BFFD066-748A-491D-B9D3-EAAFA4B0FABF}" presName="parentText" presStyleLbl="node1" presStyleIdx="1" presStyleCnt="2">
        <dgm:presLayoutVars>
          <dgm:chMax val="0"/>
          <dgm:bulletEnabled val="1"/>
        </dgm:presLayoutVars>
      </dgm:prSet>
      <dgm:spPr/>
    </dgm:pt>
    <dgm:pt modelId="{52AF6AC3-44D3-48F6-8D07-94A873887B8A}" type="pres">
      <dgm:prSet presAssocID="{7BFFD066-748A-491D-B9D3-EAAFA4B0FABF}" presName="childText" presStyleLbl="revTx" presStyleIdx="1" presStyleCnt="2">
        <dgm:presLayoutVars>
          <dgm:bulletEnabled val="1"/>
        </dgm:presLayoutVars>
      </dgm:prSet>
      <dgm:spPr/>
    </dgm:pt>
  </dgm:ptLst>
  <dgm:cxnLst>
    <dgm:cxn modelId="{04ECEC0E-CF0C-41D6-BF05-F34CFE80B669}" srcId="{EC3D85FF-8CE3-4FD9-A009-79A8C81DB241}" destId="{7BFFD066-748A-491D-B9D3-EAAFA4B0FABF}" srcOrd="1" destOrd="0" parTransId="{221DEFF9-3DF7-483C-BA28-91C2D159426B}" sibTransId="{496B5FC1-D8FE-4EA0-9EDF-0C5D0290D060}"/>
    <dgm:cxn modelId="{69F2AA41-C3C1-42C2-B62F-460E74B882CA}" type="presOf" srcId="{7FA12A27-53A7-4806-9884-B1310A228433}" destId="{692D0176-1366-4C00-B248-84B776621CC8}" srcOrd="0" destOrd="0" presId="urn:microsoft.com/office/officeart/2005/8/layout/vList2"/>
    <dgm:cxn modelId="{0F4AF167-412C-404D-A3A3-EBCFE50CDD13}" srcId="{7FA12A27-53A7-4806-9884-B1310A228433}" destId="{E9D3DAF2-329A-4517-B025-8BE86DB3AA53}" srcOrd="0" destOrd="0" parTransId="{31820F56-F123-45DA-B60B-72038BE75F3D}" sibTransId="{8ACF4238-AAEC-4747-89B4-599C21D73604}"/>
    <dgm:cxn modelId="{D06EFD6F-C642-4871-B494-56C1D2BB046A}" srcId="{7BFFD066-748A-491D-B9D3-EAAFA4B0FABF}" destId="{58F84D25-05A0-4E9B-89EB-53753DB82489}" srcOrd="0" destOrd="0" parTransId="{F980ECF2-727A-40BE-8121-D640C98E7358}" sibTransId="{3C4F1FCC-7A50-413E-A7CE-9C07DC3DF3D3}"/>
    <dgm:cxn modelId="{E314A674-94E9-49E3-8B58-CE41661949B9}" srcId="{EC3D85FF-8CE3-4FD9-A009-79A8C81DB241}" destId="{7FA12A27-53A7-4806-9884-B1310A228433}" srcOrd="0" destOrd="0" parTransId="{A8E6E158-3C45-415B-9455-799EFA8AC653}" sibTransId="{8D284F17-C670-4491-8815-18C6CABEB9BF}"/>
    <dgm:cxn modelId="{E6D1388A-B0EB-4DDA-AA62-6B44F5FC796F}" type="presOf" srcId="{58F84D25-05A0-4E9B-89EB-53753DB82489}" destId="{52AF6AC3-44D3-48F6-8D07-94A873887B8A}" srcOrd="0" destOrd="0" presId="urn:microsoft.com/office/officeart/2005/8/layout/vList2"/>
    <dgm:cxn modelId="{6BC6B28F-6FF0-4A29-A4AC-0C6A3E66330B}" type="presOf" srcId="{E9D3DAF2-329A-4517-B025-8BE86DB3AA53}" destId="{0685A3BE-AEAE-4775-9C20-E79B1FF45E9D}" srcOrd="0" destOrd="0" presId="urn:microsoft.com/office/officeart/2005/8/layout/vList2"/>
    <dgm:cxn modelId="{D7CB48A3-C1F8-4040-ACC7-6D2204991EC5}" type="presOf" srcId="{7BFFD066-748A-491D-B9D3-EAAFA4B0FABF}" destId="{AF6BB55D-D2A5-4F17-A956-AECD7CB0B428}" srcOrd="0" destOrd="0" presId="urn:microsoft.com/office/officeart/2005/8/layout/vList2"/>
    <dgm:cxn modelId="{A798DDF5-32AC-40FA-AADB-33D7C0F23822}" type="presOf" srcId="{EC3D85FF-8CE3-4FD9-A009-79A8C81DB241}" destId="{34C0AC37-145F-4E4D-870C-0785EE1A34AA}" srcOrd="0" destOrd="0" presId="urn:microsoft.com/office/officeart/2005/8/layout/vList2"/>
    <dgm:cxn modelId="{6F8FF954-8343-4D02-99E7-555A2BC49788}" type="presParOf" srcId="{34C0AC37-145F-4E4D-870C-0785EE1A34AA}" destId="{692D0176-1366-4C00-B248-84B776621CC8}" srcOrd="0" destOrd="0" presId="urn:microsoft.com/office/officeart/2005/8/layout/vList2"/>
    <dgm:cxn modelId="{A7518392-F776-494B-8C2D-DA6B16A58258}" type="presParOf" srcId="{34C0AC37-145F-4E4D-870C-0785EE1A34AA}" destId="{0685A3BE-AEAE-4775-9C20-E79B1FF45E9D}" srcOrd="1" destOrd="0" presId="urn:microsoft.com/office/officeart/2005/8/layout/vList2"/>
    <dgm:cxn modelId="{5EB3E5F3-945F-4E4E-9397-27EF1CF4301D}" type="presParOf" srcId="{34C0AC37-145F-4E4D-870C-0785EE1A34AA}" destId="{AF6BB55D-D2A5-4F17-A956-AECD7CB0B428}" srcOrd="2" destOrd="0" presId="urn:microsoft.com/office/officeart/2005/8/layout/vList2"/>
    <dgm:cxn modelId="{110DF657-AF52-4A6E-8B39-68F2934F52CE}" type="presParOf" srcId="{34C0AC37-145F-4E4D-870C-0785EE1A34AA}" destId="{52AF6AC3-44D3-48F6-8D07-94A873887B8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C3D85FF-8CE3-4FD9-A009-79A8C81DB24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A12A27-53A7-4806-9884-B1310A228433}">
      <dgm:prSet phldrT="[Text]" custT="1"/>
      <dgm:spPr/>
      <dgm:t>
        <a:bodyPr/>
        <a:lstStyle/>
        <a:p>
          <a:r>
            <a:rPr lang="en-US" sz="3400" dirty="0"/>
            <a:t>Security</a:t>
          </a:r>
        </a:p>
      </dgm:t>
    </dgm:pt>
    <dgm:pt modelId="{A8E6E158-3C45-415B-9455-799EFA8AC653}" type="parTrans" cxnId="{E314A674-94E9-49E3-8B58-CE41661949B9}">
      <dgm:prSet/>
      <dgm:spPr/>
      <dgm:t>
        <a:bodyPr/>
        <a:lstStyle/>
        <a:p>
          <a:endParaRPr lang="en-US"/>
        </a:p>
      </dgm:t>
    </dgm:pt>
    <dgm:pt modelId="{8D284F17-C670-4491-8815-18C6CABEB9BF}" type="sibTrans" cxnId="{E314A674-94E9-49E3-8B58-CE41661949B9}">
      <dgm:prSet/>
      <dgm:spPr/>
      <dgm:t>
        <a:bodyPr/>
        <a:lstStyle/>
        <a:p>
          <a:endParaRPr lang="en-US"/>
        </a:p>
      </dgm:t>
    </dgm:pt>
    <dgm:pt modelId="{E9D3DAF2-329A-4517-B025-8BE86DB3AA53}">
      <dgm:prSet phldrT="[Text]" custT="1"/>
      <dgm:spPr/>
      <dgm:t>
        <a:bodyPr/>
        <a:lstStyle/>
        <a:p>
          <a:r>
            <a:rPr lang="en-US" sz="3000" dirty="0"/>
            <a:t>CompTIA Security+ and/or (ISC)2 CISSP certification</a:t>
          </a:r>
        </a:p>
      </dgm:t>
    </dgm:pt>
    <dgm:pt modelId="{31820F56-F123-45DA-B60B-72038BE75F3D}" type="parTrans" cxnId="{0F4AF167-412C-404D-A3A3-EBCFE50CDD13}">
      <dgm:prSet/>
      <dgm:spPr/>
      <dgm:t>
        <a:bodyPr/>
        <a:lstStyle/>
        <a:p>
          <a:endParaRPr lang="en-US"/>
        </a:p>
      </dgm:t>
    </dgm:pt>
    <dgm:pt modelId="{8ACF4238-AAEC-4747-89B4-599C21D73604}" type="sibTrans" cxnId="{0F4AF167-412C-404D-A3A3-EBCFE50CDD13}">
      <dgm:prSet/>
      <dgm:spPr/>
      <dgm:t>
        <a:bodyPr/>
        <a:lstStyle/>
        <a:p>
          <a:endParaRPr lang="en-US"/>
        </a:p>
      </dgm:t>
    </dgm:pt>
    <dgm:pt modelId="{7BFFD066-748A-491D-B9D3-EAAFA4B0FABF}">
      <dgm:prSet phldrT="[Text]" custT="1"/>
      <dgm:spPr/>
      <dgm:t>
        <a:bodyPr/>
        <a:lstStyle/>
        <a:p>
          <a:r>
            <a:rPr lang="en-US" sz="3000" dirty="0"/>
            <a:t>Hacking</a:t>
          </a:r>
        </a:p>
      </dgm:t>
    </dgm:pt>
    <dgm:pt modelId="{221DEFF9-3DF7-483C-BA28-91C2D159426B}" type="parTrans" cxnId="{04ECEC0E-CF0C-41D6-BF05-F34CFE80B669}">
      <dgm:prSet/>
      <dgm:spPr/>
      <dgm:t>
        <a:bodyPr/>
        <a:lstStyle/>
        <a:p>
          <a:endParaRPr lang="en-US"/>
        </a:p>
      </dgm:t>
    </dgm:pt>
    <dgm:pt modelId="{496B5FC1-D8FE-4EA0-9EDF-0C5D0290D060}" type="sibTrans" cxnId="{04ECEC0E-CF0C-41D6-BF05-F34CFE80B669}">
      <dgm:prSet/>
      <dgm:spPr/>
      <dgm:t>
        <a:bodyPr/>
        <a:lstStyle/>
        <a:p>
          <a:endParaRPr lang="en-US"/>
        </a:p>
      </dgm:t>
    </dgm:pt>
    <dgm:pt modelId="{58F84D25-05A0-4E9B-89EB-53753DB82489}">
      <dgm:prSet phldrT="[Text]" custT="1"/>
      <dgm:spPr/>
      <dgm:t>
        <a:bodyPr/>
        <a:lstStyle/>
        <a:p>
          <a:r>
            <a:rPr lang="en-US" sz="3000" dirty="0"/>
            <a:t>EC-Council Certified Ethical Hacker</a:t>
          </a:r>
        </a:p>
      </dgm:t>
    </dgm:pt>
    <dgm:pt modelId="{F980ECF2-727A-40BE-8121-D640C98E7358}" type="parTrans" cxnId="{D06EFD6F-C642-4871-B494-56C1D2BB046A}">
      <dgm:prSet/>
      <dgm:spPr/>
      <dgm:t>
        <a:bodyPr/>
        <a:lstStyle/>
        <a:p>
          <a:endParaRPr lang="en-US"/>
        </a:p>
      </dgm:t>
    </dgm:pt>
    <dgm:pt modelId="{3C4F1FCC-7A50-413E-A7CE-9C07DC3DF3D3}" type="sibTrans" cxnId="{D06EFD6F-C642-4871-B494-56C1D2BB046A}">
      <dgm:prSet/>
      <dgm:spPr/>
      <dgm:t>
        <a:bodyPr/>
        <a:lstStyle/>
        <a:p>
          <a:endParaRPr lang="en-US"/>
        </a:p>
      </dgm:t>
    </dgm:pt>
    <dgm:pt modelId="{34C0AC37-145F-4E4D-870C-0785EE1A34AA}" type="pres">
      <dgm:prSet presAssocID="{EC3D85FF-8CE3-4FD9-A009-79A8C81DB241}" presName="linear" presStyleCnt="0">
        <dgm:presLayoutVars>
          <dgm:animLvl val="lvl"/>
          <dgm:resizeHandles val="exact"/>
        </dgm:presLayoutVars>
      </dgm:prSet>
      <dgm:spPr/>
    </dgm:pt>
    <dgm:pt modelId="{692D0176-1366-4C00-B248-84B776621CC8}" type="pres">
      <dgm:prSet presAssocID="{7FA12A27-53A7-4806-9884-B1310A228433}" presName="parentText" presStyleLbl="node1" presStyleIdx="0" presStyleCnt="2">
        <dgm:presLayoutVars>
          <dgm:chMax val="0"/>
          <dgm:bulletEnabled val="1"/>
        </dgm:presLayoutVars>
      </dgm:prSet>
      <dgm:spPr/>
    </dgm:pt>
    <dgm:pt modelId="{0685A3BE-AEAE-4775-9C20-E79B1FF45E9D}" type="pres">
      <dgm:prSet presAssocID="{7FA12A27-53A7-4806-9884-B1310A228433}" presName="childText" presStyleLbl="revTx" presStyleIdx="0" presStyleCnt="2">
        <dgm:presLayoutVars>
          <dgm:bulletEnabled val="1"/>
        </dgm:presLayoutVars>
      </dgm:prSet>
      <dgm:spPr/>
    </dgm:pt>
    <dgm:pt modelId="{AF6BB55D-D2A5-4F17-A956-AECD7CB0B428}" type="pres">
      <dgm:prSet presAssocID="{7BFFD066-748A-491D-B9D3-EAAFA4B0FABF}" presName="parentText" presStyleLbl="node1" presStyleIdx="1" presStyleCnt="2">
        <dgm:presLayoutVars>
          <dgm:chMax val="0"/>
          <dgm:bulletEnabled val="1"/>
        </dgm:presLayoutVars>
      </dgm:prSet>
      <dgm:spPr/>
    </dgm:pt>
    <dgm:pt modelId="{52AF6AC3-44D3-48F6-8D07-94A873887B8A}" type="pres">
      <dgm:prSet presAssocID="{7BFFD066-748A-491D-B9D3-EAAFA4B0FABF}" presName="childText" presStyleLbl="revTx" presStyleIdx="1" presStyleCnt="2">
        <dgm:presLayoutVars>
          <dgm:bulletEnabled val="1"/>
        </dgm:presLayoutVars>
      </dgm:prSet>
      <dgm:spPr/>
    </dgm:pt>
  </dgm:ptLst>
  <dgm:cxnLst>
    <dgm:cxn modelId="{04ECEC0E-CF0C-41D6-BF05-F34CFE80B669}" srcId="{EC3D85FF-8CE3-4FD9-A009-79A8C81DB241}" destId="{7BFFD066-748A-491D-B9D3-EAAFA4B0FABF}" srcOrd="1" destOrd="0" parTransId="{221DEFF9-3DF7-483C-BA28-91C2D159426B}" sibTransId="{496B5FC1-D8FE-4EA0-9EDF-0C5D0290D060}"/>
    <dgm:cxn modelId="{C6AC1B3E-22C5-4FF2-8F47-E5DFD1179091}" type="presOf" srcId="{7FA12A27-53A7-4806-9884-B1310A228433}" destId="{692D0176-1366-4C00-B248-84B776621CC8}" srcOrd="0" destOrd="0" presId="urn:microsoft.com/office/officeart/2005/8/layout/vList2"/>
    <dgm:cxn modelId="{0F4AF167-412C-404D-A3A3-EBCFE50CDD13}" srcId="{7FA12A27-53A7-4806-9884-B1310A228433}" destId="{E9D3DAF2-329A-4517-B025-8BE86DB3AA53}" srcOrd="0" destOrd="0" parTransId="{31820F56-F123-45DA-B60B-72038BE75F3D}" sibTransId="{8ACF4238-AAEC-4747-89B4-599C21D73604}"/>
    <dgm:cxn modelId="{D06EFD6F-C642-4871-B494-56C1D2BB046A}" srcId="{7BFFD066-748A-491D-B9D3-EAAFA4B0FABF}" destId="{58F84D25-05A0-4E9B-89EB-53753DB82489}" srcOrd="0" destOrd="0" parTransId="{F980ECF2-727A-40BE-8121-D640C98E7358}" sibTransId="{3C4F1FCC-7A50-413E-A7CE-9C07DC3DF3D3}"/>
    <dgm:cxn modelId="{5F6B6C54-CEE8-4C99-A404-D392C92CA620}" type="presOf" srcId="{EC3D85FF-8CE3-4FD9-A009-79A8C81DB241}" destId="{34C0AC37-145F-4E4D-870C-0785EE1A34AA}" srcOrd="0" destOrd="0" presId="urn:microsoft.com/office/officeart/2005/8/layout/vList2"/>
    <dgm:cxn modelId="{E314A674-94E9-49E3-8B58-CE41661949B9}" srcId="{EC3D85FF-8CE3-4FD9-A009-79A8C81DB241}" destId="{7FA12A27-53A7-4806-9884-B1310A228433}" srcOrd="0" destOrd="0" parTransId="{A8E6E158-3C45-415B-9455-799EFA8AC653}" sibTransId="{8D284F17-C670-4491-8815-18C6CABEB9BF}"/>
    <dgm:cxn modelId="{C05D2379-E16C-4317-919D-C48A1A783334}" type="presOf" srcId="{7BFFD066-748A-491D-B9D3-EAAFA4B0FABF}" destId="{AF6BB55D-D2A5-4F17-A956-AECD7CB0B428}" srcOrd="0" destOrd="0" presId="urn:microsoft.com/office/officeart/2005/8/layout/vList2"/>
    <dgm:cxn modelId="{CC348CAE-99FA-4CB4-8E18-16CF67DC3E61}" type="presOf" srcId="{58F84D25-05A0-4E9B-89EB-53753DB82489}" destId="{52AF6AC3-44D3-48F6-8D07-94A873887B8A}" srcOrd="0" destOrd="0" presId="urn:microsoft.com/office/officeart/2005/8/layout/vList2"/>
    <dgm:cxn modelId="{FC02FCC0-5F30-4A67-805D-F53DE921650E}" type="presOf" srcId="{E9D3DAF2-329A-4517-B025-8BE86DB3AA53}" destId="{0685A3BE-AEAE-4775-9C20-E79B1FF45E9D}" srcOrd="0" destOrd="0" presId="urn:microsoft.com/office/officeart/2005/8/layout/vList2"/>
    <dgm:cxn modelId="{70B78F72-4CD8-4B81-8E1C-BB20116BB115}" type="presParOf" srcId="{34C0AC37-145F-4E4D-870C-0785EE1A34AA}" destId="{692D0176-1366-4C00-B248-84B776621CC8}" srcOrd="0" destOrd="0" presId="urn:microsoft.com/office/officeart/2005/8/layout/vList2"/>
    <dgm:cxn modelId="{4CD6BF13-BE4F-466C-A890-472A5DB060A6}" type="presParOf" srcId="{34C0AC37-145F-4E4D-870C-0785EE1A34AA}" destId="{0685A3BE-AEAE-4775-9C20-E79B1FF45E9D}" srcOrd="1" destOrd="0" presId="urn:microsoft.com/office/officeart/2005/8/layout/vList2"/>
    <dgm:cxn modelId="{E71FA662-56A0-4516-9C50-5F42E299D7C0}" type="presParOf" srcId="{34C0AC37-145F-4E4D-870C-0785EE1A34AA}" destId="{AF6BB55D-D2A5-4F17-A956-AECD7CB0B428}" srcOrd="2" destOrd="0" presId="urn:microsoft.com/office/officeart/2005/8/layout/vList2"/>
    <dgm:cxn modelId="{93FF0BB8-D89D-4137-A47E-A442925B168C}" type="presParOf" srcId="{34C0AC37-145F-4E4D-870C-0785EE1A34AA}" destId="{52AF6AC3-44D3-48F6-8D07-94A873887B8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C040A6B-4572-4C83-8166-029A18D1BD5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007DF098-4561-4591-BC45-18F91F2F8DCB}">
      <dgm:prSet phldrT="[Text]"/>
      <dgm:spPr/>
      <dgm:t>
        <a:bodyPr/>
        <a:lstStyle/>
        <a:p>
          <a:r>
            <a:rPr lang="en-US" dirty="0"/>
            <a:t>EnCase Certified Examiner Certification</a:t>
          </a:r>
        </a:p>
      </dgm:t>
    </dgm:pt>
    <dgm:pt modelId="{AEA26DF6-F3AB-4CCC-A973-F1ABEC4C7DCB}" type="parTrans" cxnId="{0928DFDD-9F45-4E37-94B8-BCCB370C3AB9}">
      <dgm:prSet/>
      <dgm:spPr/>
      <dgm:t>
        <a:bodyPr/>
        <a:lstStyle/>
        <a:p>
          <a:endParaRPr lang="en-US"/>
        </a:p>
      </dgm:t>
    </dgm:pt>
    <dgm:pt modelId="{A7A156A0-2D02-4AD7-8809-3F309DC4B5BF}" type="sibTrans" cxnId="{0928DFDD-9F45-4E37-94B8-BCCB370C3AB9}">
      <dgm:prSet/>
      <dgm:spPr/>
      <dgm:t>
        <a:bodyPr/>
        <a:lstStyle/>
        <a:p>
          <a:endParaRPr lang="en-US"/>
        </a:p>
      </dgm:t>
    </dgm:pt>
    <dgm:pt modelId="{D73AC8CB-1BBD-42B2-BCD5-BC98C0A07EAB}">
      <dgm:prSet phldrT="[Text]"/>
      <dgm:spPr/>
      <dgm:t>
        <a:bodyPr/>
        <a:lstStyle/>
        <a:p>
          <a:r>
            <a:rPr lang="en-US" dirty="0"/>
            <a:t>AccessData Certified Examiner</a:t>
          </a:r>
        </a:p>
      </dgm:t>
    </dgm:pt>
    <dgm:pt modelId="{945A57B6-7031-426F-B8E2-B768FBF606FA}" type="parTrans" cxnId="{37C47FC9-9C77-45AD-825D-F8417B51DF5B}">
      <dgm:prSet/>
      <dgm:spPr/>
      <dgm:t>
        <a:bodyPr/>
        <a:lstStyle/>
        <a:p>
          <a:endParaRPr lang="en-US"/>
        </a:p>
      </dgm:t>
    </dgm:pt>
    <dgm:pt modelId="{A505C73B-5696-400F-B855-130141EBBAA8}" type="sibTrans" cxnId="{37C47FC9-9C77-45AD-825D-F8417B51DF5B}">
      <dgm:prSet/>
      <dgm:spPr/>
      <dgm:t>
        <a:bodyPr/>
        <a:lstStyle/>
        <a:p>
          <a:endParaRPr lang="en-US"/>
        </a:p>
      </dgm:t>
    </dgm:pt>
    <dgm:pt modelId="{3C4D6CF7-3CA1-4E53-A77F-740453F8731E}">
      <dgm:prSet phldrT="[Text]"/>
      <dgm:spPr/>
      <dgm:t>
        <a:bodyPr/>
        <a:lstStyle/>
        <a:p>
          <a:r>
            <a:rPr lang="en-US" dirty="0"/>
            <a:t>OSForensics</a:t>
          </a:r>
        </a:p>
      </dgm:t>
    </dgm:pt>
    <dgm:pt modelId="{C5823B10-EAC2-471B-A051-D61141163BFC}" type="parTrans" cxnId="{57CFD3E5-EAF1-402E-8C2B-F7EC141F063E}">
      <dgm:prSet/>
      <dgm:spPr/>
      <dgm:t>
        <a:bodyPr/>
        <a:lstStyle/>
        <a:p>
          <a:endParaRPr lang="en-US"/>
        </a:p>
      </dgm:t>
    </dgm:pt>
    <dgm:pt modelId="{8F28149F-F7BD-4E9E-B887-08BCE52264F7}" type="sibTrans" cxnId="{57CFD3E5-EAF1-402E-8C2B-F7EC141F063E}">
      <dgm:prSet/>
      <dgm:spPr/>
      <dgm:t>
        <a:bodyPr/>
        <a:lstStyle/>
        <a:p>
          <a:endParaRPr lang="en-US"/>
        </a:p>
      </dgm:t>
    </dgm:pt>
    <dgm:pt modelId="{760E9F42-FB27-4833-84CE-90C3BA5C9B12}">
      <dgm:prSet/>
      <dgm:spPr/>
      <dgm:t>
        <a:bodyPr/>
        <a:lstStyle/>
        <a:p>
          <a:r>
            <a:rPr lang="en-US" dirty="0"/>
            <a:t>(ISC)2 Certified Cyber Forensics Professional (CCFP)</a:t>
          </a:r>
        </a:p>
      </dgm:t>
    </dgm:pt>
    <dgm:pt modelId="{E2154EBF-4650-4022-8B56-BB7FA663AFB5}" type="parTrans" cxnId="{7BA3A3A2-E1F0-4E5D-BB03-42B99B524D48}">
      <dgm:prSet/>
      <dgm:spPr/>
      <dgm:t>
        <a:bodyPr/>
        <a:lstStyle/>
        <a:p>
          <a:endParaRPr lang="en-US"/>
        </a:p>
      </dgm:t>
    </dgm:pt>
    <dgm:pt modelId="{65470FD0-0B9E-4806-974B-D3CC356998BE}" type="sibTrans" cxnId="{7BA3A3A2-E1F0-4E5D-BB03-42B99B524D48}">
      <dgm:prSet/>
      <dgm:spPr/>
      <dgm:t>
        <a:bodyPr/>
        <a:lstStyle/>
        <a:p>
          <a:endParaRPr lang="en-US"/>
        </a:p>
      </dgm:t>
    </dgm:pt>
    <dgm:pt modelId="{A5ABDC30-23E2-4356-B632-307ADDB5C597}" type="pres">
      <dgm:prSet presAssocID="{7C040A6B-4572-4C83-8166-029A18D1BD57}" presName="Name0" presStyleCnt="0">
        <dgm:presLayoutVars>
          <dgm:chMax val="7"/>
          <dgm:chPref val="7"/>
          <dgm:dir/>
        </dgm:presLayoutVars>
      </dgm:prSet>
      <dgm:spPr/>
    </dgm:pt>
    <dgm:pt modelId="{9BDAA2AF-C5FB-4802-A98B-597ABBC80ACF}" type="pres">
      <dgm:prSet presAssocID="{7C040A6B-4572-4C83-8166-029A18D1BD57}" presName="Name1" presStyleCnt="0"/>
      <dgm:spPr/>
    </dgm:pt>
    <dgm:pt modelId="{FE0793A7-BC3C-4BBC-A22D-887023DFF394}" type="pres">
      <dgm:prSet presAssocID="{7C040A6B-4572-4C83-8166-029A18D1BD57}" presName="cycle" presStyleCnt="0"/>
      <dgm:spPr/>
    </dgm:pt>
    <dgm:pt modelId="{C1217A65-6B8D-4EA7-BE50-255D6335D9C1}" type="pres">
      <dgm:prSet presAssocID="{7C040A6B-4572-4C83-8166-029A18D1BD57}" presName="srcNode" presStyleLbl="node1" presStyleIdx="0" presStyleCnt="4"/>
      <dgm:spPr/>
    </dgm:pt>
    <dgm:pt modelId="{5685CF3B-402D-4538-8F5F-562635E21498}" type="pres">
      <dgm:prSet presAssocID="{7C040A6B-4572-4C83-8166-029A18D1BD57}" presName="conn" presStyleLbl="parChTrans1D2" presStyleIdx="0" presStyleCnt="1"/>
      <dgm:spPr/>
    </dgm:pt>
    <dgm:pt modelId="{D3175725-5F97-40A9-AB30-364E876E854B}" type="pres">
      <dgm:prSet presAssocID="{7C040A6B-4572-4C83-8166-029A18D1BD57}" presName="extraNode" presStyleLbl="node1" presStyleIdx="0" presStyleCnt="4"/>
      <dgm:spPr/>
    </dgm:pt>
    <dgm:pt modelId="{5014ED47-5E79-4BDC-819D-8A1BDDCF652E}" type="pres">
      <dgm:prSet presAssocID="{7C040A6B-4572-4C83-8166-029A18D1BD57}" presName="dstNode" presStyleLbl="node1" presStyleIdx="0" presStyleCnt="4"/>
      <dgm:spPr/>
    </dgm:pt>
    <dgm:pt modelId="{1F964995-6353-4665-9E2B-A255140B1C95}" type="pres">
      <dgm:prSet presAssocID="{007DF098-4561-4591-BC45-18F91F2F8DCB}" presName="text_1" presStyleLbl="node1" presStyleIdx="0" presStyleCnt="4">
        <dgm:presLayoutVars>
          <dgm:bulletEnabled val="1"/>
        </dgm:presLayoutVars>
      </dgm:prSet>
      <dgm:spPr/>
    </dgm:pt>
    <dgm:pt modelId="{6A6AB79E-5CA4-41A8-B5AF-FC4B6ECAD8C4}" type="pres">
      <dgm:prSet presAssocID="{007DF098-4561-4591-BC45-18F91F2F8DCB}" presName="accent_1" presStyleCnt="0"/>
      <dgm:spPr/>
    </dgm:pt>
    <dgm:pt modelId="{EA9EC7F8-6AF8-4B6E-B9DE-2BD28A8D71FE}" type="pres">
      <dgm:prSet presAssocID="{007DF098-4561-4591-BC45-18F91F2F8DCB}" presName="accentRepeatNode" presStyleLbl="solidFgAcc1" presStyleIdx="0" presStyleCnt="4"/>
      <dgm:spPr/>
    </dgm:pt>
    <dgm:pt modelId="{929D66D8-1070-4528-A860-AAFAF12BC319}" type="pres">
      <dgm:prSet presAssocID="{D73AC8CB-1BBD-42B2-BCD5-BC98C0A07EAB}" presName="text_2" presStyleLbl="node1" presStyleIdx="1" presStyleCnt="4">
        <dgm:presLayoutVars>
          <dgm:bulletEnabled val="1"/>
        </dgm:presLayoutVars>
      </dgm:prSet>
      <dgm:spPr/>
    </dgm:pt>
    <dgm:pt modelId="{ADFF4709-FA0F-44DF-AAF5-6613D072121D}" type="pres">
      <dgm:prSet presAssocID="{D73AC8CB-1BBD-42B2-BCD5-BC98C0A07EAB}" presName="accent_2" presStyleCnt="0"/>
      <dgm:spPr/>
    </dgm:pt>
    <dgm:pt modelId="{76EAEA22-880D-48B7-9DF2-41D8457D7809}" type="pres">
      <dgm:prSet presAssocID="{D73AC8CB-1BBD-42B2-BCD5-BC98C0A07EAB}" presName="accentRepeatNode" presStyleLbl="solidFgAcc1" presStyleIdx="1" presStyleCnt="4"/>
      <dgm:spPr/>
    </dgm:pt>
    <dgm:pt modelId="{A126FA65-CFB0-45EF-A35E-BE2E9295AD86}" type="pres">
      <dgm:prSet presAssocID="{3C4D6CF7-3CA1-4E53-A77F-740453F8731E}" presName="text_3" presStyleLbl="node1" presStyleIdx="2" presStyleCnt="4">
        <dgm:presLayoutVars>
          <dgm:bulletEnabled val="1"/>
        </dgm:presLayoutVars>
      </dgm:prSet>
      <dgm:spPr/>
    </dgm:pt>
    <dgm:pt modelId="{6CAC9924-603E-4C59-B10F-3C22A57E8764}" type="pres">
      <dgm:prSet presAssocID="{3C4D6CF7-3CA1-4E53-A77F-740453F8731E}" presName="accent_3" presStyleCnt="0"/>
      <dgm:spPr/>
    </dgm:pt>
    <dgm:pt modelId="{06C016B1-22CB-4F4A-A11C-51E8ABA8B283}" type="pres">
      <dgm:prSet presAssocID="{3C4D6CF7-3CA1-4E53-A77F-740453F8731E}" presName="accentRepeatNode" presStyleLbl="solidFgAcc1" presStyleIdx="2" presStyleCnt="4"/>
      <dgm:spPr/>
    </dgm:pt>
    <dgm:pt modelId="{30DE7E04-0F11-4F1F-AC61-F7A828932D4B}" type="pres">
      <dgm:prSet presAssocID="{760E9F42-FB27-4833-84CE-90C3BA5C9B12}" presName="text_4" presStyleLbl="node1" presStyleIdx="3" presStyleCnt="4">
        <dgm:presLayoutVars>
          <dgm:bulletEnabled val="1"/>
        </dgm:presLayoutVars>
      </dgm:prSet>
      <dgm:spPr/>
    </dgm:pt>
    <dgm:pt modelId="{E1666488-D3AC-4714-B530-2A3B4338943C}" type="pres">
      <dgm:prSet presAssocID="{760E9F42-FB27-4833-84CE-90C3BA5C9B12}" presName="accent_4" presStyleCnt="0"/>
      <dgm:spPr/>
    </dgm:pt>
    <dgm:pt modelId="{45694E68-AD13-4BE2-AE1C-BF09F733170C}" type="pres">
      <dgm:prSet presAssocID="{760E9F42-FB27-4833-84CE-90C3BA5C9B12}" presName="accentRepeatNode" presStyleLbl="solidFgAcc1" presStyleIdx="3" presStyleCnt="4"/>
      <dgm:spPr/>
    </dgm:pt>
  </dgm:ptLst>
  <dgm:cxnLst>
    <dgm:cxn modelId="{24EF7911-E7FA-4B87-8874-9C9EE3A3454E}" type="presOf" srcId="{A7A156A0-2D02-4AD7-8809-3F309DC4B5BF}" destId="{5685CF3B-402D-4538-8F5F-562635E21498}" srcOrd="0" destOrd="0" presId="urn:microsoft.com/office/officeart/2008/layout/VerticalCurvedList"/>
    <dgm:cxn modelId="{CD4F385B-73C9-43EC-B54A-42ED246E8E19}" type="presOf" srcId="{007DF098-4561-4591-BC45-18F91F2F8DCB}" destId="{1F964995-6353-4665-9E2B-A255140B1C95}" srcOrd="0" destOrd="0" presId="urn:microsoft.com/office/officeart/2008/layout/VerticalCurvedList"/>
    <dgm:cxn modelId="{7BA3A3A2-E1F0-4E5D-BB03-42B99B524D48}" srcId="{7C040A6B-4572-4C83-8166-029A18D1BD57}" destId="{760E9F42-FB27-4833-84CE-90C3BA5C9B12}" srcOrd="3" destOrd="0" parTransId="{E2154EBF-4650-4022-8B56-BB7FA663AFB5}" sibTransId="{65470FD0-0B9E-4806-974B-D3CC356998BE}"/>
    <dgm:cxn modelId="{37C47FC9-9C77-45AD-825D-F8417B51DF5B}" srcId="{7C040A6B-4572-4C83-8166-029A18D1BD57}" destId="{D73AC8CB-1BBD-42B2-BCD5-BC98C0A07EAB}" srcOrd="1" destOrd="0" parTransId="{945A57B6-7031-426F-B8E2-B768FBF606FA}" sibTransId="{A505C73B-5696-400F-B855-130141EBBAA8}"/>
    <dgm:cxn modelId="{0928DFDD-9F45-4E37-94B8-BCCB370C3AB9}" srcId="{7C040A6B-4572-4C83-8166-029A18D1BD57}" destId="{007DF098-4561-4591-BC45-18F91F2F8DCB}" srcOrd="0" destOrd="0" parTransId="{AEA26DF6-F3AB-4CCC-A973-F1ABEC4C7DCB}" sibTransId="{A7A156A0-2D02-4AD7-8809-3F309DC4B5BF}"/>
    <dgm:cxn modelId="{7291D9E3-19AF-42B1-A458-B8650750EF68}" type="presOf" srcId="{760E9F42-FB27-4833-84CE-90C3BA5C9B12}" destId="{30DE7E04-0F11-4F1F-AC61-F7A828932D4B}" srcOrd="0" destOrd="0" presId="urn:microsoft.com/office/officeart/2008/layout/VerticalCurvedList"/>
    <dgm:cxn modelId="{57CFD3E5-EAF1-402E-8C2B-F7EC141F063E}" srcId="{7C040A6B-4572-4C83-8166-029A18D1BD57}" destId="{3C4D6CF7-3CA1-4E53-A77F-740453F8731E}" srcOrd="2" destOrd="0" parTransId="{C5823B10-EAC2-471B-A051-D61141163BFC}" sibTransId="{8F28149F-F7BD-4E9E-B887-08BCE52264F7}"/>
    <dgm:cxn modelId="{304D85F5-38AF-42AC-ABF0-1474733F9F99}" type="presOf" srcId="{7C040A6B-4572-4C83-8166-029A18D1BD57}" destId="{A5ABDC30-23E2-4356-B632-307ADDB5C597}" srcOrd="0" destOrd="0" presId="urn:microsoft.com/office/officeart/2008/layout/VerticalCurvedList"/>
    <dgm:cxn modelId="{35BBB9FD-3CC3-458D-84DE-86C113D4B7F4}" type="presOf" srcId="{3C4D6CF7-3CA1-4E53-A77F-740453F8731E}" destId="{A126FA65-CFB0-45EF-A35E-BE2E9295AD86}" srcOrd="0" destOrd="0" presId="urn:microsoft.com/office/officeart/2008/layout/VerticalCurvedList"/>
    <dgm:cxn modelId="{E71C02FE-B449-4A49-8CD0-BB5366317F8D}" type="presOf" srcId="{D73AC8CB-1BBD-42B2-BCD5-BC98C0A07EAB}" destId="{929D66D8-1070-4528-A860-AAFAF12BC319}" srcOrd="0" destOrd="0" presId="urn:microsoft.com/office/officeart/2008/layout/VerticalCurvedList"/>
    <dgm:cxn modelId="{9E157F0E-1E29-4228-A4E9-DCA017A8A54A}" type="presParOf" srcId="{A5ABDC30-23E2-4356-B632-307ADDB5C597}" destId="{9BDAA2AF-C5FB-4802-A98B-597ABBC80ACF}" srcOrd="0" destOrd="0" presId="urn:microsoft.com/office/officeart/2008/layout/VerticalCurvedList"/>
    <dgm:cxn modelId="{81F34FF2-0EA6-4837-B139-6629C4C22F83}" type="presParOf" srcId="{9BDAA2AF-C5FB-4802-A98B-597ABBC80ACF}" destId="{FE0793A7-BC3C-4BBC-A22D-887023DFF394}" srcOrd="0" destOrd="0" presId="urn:microsoft.com/office/officeart/2008/layout/VerticalCurvedList"/>
    <dgm:cxn modelId="{05B95097-4EEE-4D56-98E5-B80AA9B6C01D}" type="presParOf" srcId="{FE0793A7-BC3C-4BBC-A22D-887023DFF394}" destId="{C1217A65-6B8D-4EA7-BE50-255D6335D9C1}" srcOrd="0" destOrd="0" presId="urn:microsoft.com/office/officeart/2008/layout/VerticalCurvedList"/>
    <dgm:cxn modelId="{63208023-9BE6-4BEB-AA36-6CFBE166F05B}" type="presParOf" srcId="{FE0793A7-BC3C-4BBC-A22D-887023DFF394}" destId="{5685CF3B-402D-4538-8F5F-562635E21498}" srcOrd="1" destOrd="0" presId="urn:microsoft.com/office/officeart/2008/layout/VerticalCurvedList"/>
    <dgm:cxn modelId="{909496BC-6FC0-4F0F-B6E7-D37F4DDD38E9}" type="presParOf" srcId="{FE0793A7-BC3C-4BBC-A22D-887023DFF394}" destId="{D3175725-5F97-40A9-AB30-364E876E854B}" srcOrd="2" destOrd="0" presId="urn:microsoft.com/office/officeart/2008/layout/VerticalCurvedList"/>
    <dgm:cxn modelId="{BC7D0EB4-EA7D-4865-8B2E-CD72617CD405}" type="presParOf" srcId="{FE0793A7-BC3C-4BBC-A22D-887023DFF394}" destId="{5014ED47-5E79-4BDC-819D-8A1BDDCF652E}" srcOrd="3" destOrd="0" presId="urn:microsoft.com/office/officeart/2008/layout/VerticalCurvedList"/>
    <dgm:cxn modelId="{D110547F-1E94-47A4-ADE2-005690E98DDD}" type="presParOf" srcId="{9BDAA2AF-C5FB-4802-A98B-597ABBC80ACF}" destId="{1F964995-6353-4665-9E2B-A255140B1C95}" srcOrd="1" destOrd="0" presId="urn:microsoft.com/office/officeart/2008/layout/VerticalCurvedList"/>
    <dgm:cxn modelId="{05B89A80-8173-4E09-A660-9C5F1373F9CC}" type="presParOf" srcId="{9BDAA2AF-C5FB-4802-A98B-597ABBC80ACF}" destId="{6A6AB79E-5CA4-41A8-B5AF-FC4B6ECAD8C4}" srcOrd="2" destOrd="0" presId="urn:microsoft.com/office/officeart/2008/layout/VerticalCurvedList"/>
    <dgm:cxn modelId="{93E3CA7D-B582-472C-B1F2-AEB80BE09227}" type="presParOf" srcId="{6A6AB79E-5CA4-41A8-B5AF-FC4B6ECAD8C4}" destId="{EA9EC7F8-6AF8-4B6E-B9DE-2BD28A8D71FE}" srcOrd="0" destOrd="0" presId="urn:microsoft.com/office/officeart/2008/layout/VerticalCurvedList"/>
    <dgm:cxn modelId="{29226700-46D2-45AF-B10B-166F9E47AE41}" type="presParOf" srcId="{9BDAA2AF-C5FB-4802-A98B-597ABBC80ACF}" destId="{929D66D8-1070-4528-A860-AAFAF12BC319}" srcOrd="3" destOrd="0" presId="urn:microsoft.com/office/officeart/2008/layout/VerticalCurvedList"/>
    <dgm:cxn modelId="{AD752DAC-1D5E-4DDB-890B-EB6DDF8DDD1D}" type="presParOf" srcId="{9BDAA2AF-C5FB-4802-A98B-597ABBC80ACF}" destId="{ADFF4709-FA0F-44DF-AAF5-6613D072121D}" srcOrd="4" destOrd="0" presId="urn:microsoft.com/office/officeart/2008/layout/VerticalCurvedList"/>
    <dgm:cxn modelId="{15A0B74E-7477-41CA-9DD5-89F91FB273EA}" type="presParOf" srcId="{ADFF4709-FA0F-44DF-AAF5-6613D072121D}" destId="{76EAEA22-880D-48B7-9DF2-41D8457D7809}" srcOrd="0" destOrd="0" presId="urn:microsoft.com/office/officeart/2008/layout/VerticalCurvedList"/>
    <dgm:cxn modelId="{D0C4E9E0-7262-41FD-9805-7FB66051C999}" type="presParOf" srcId="{9BDAA2AF-C5FB-4802-A98B-597ABBC80ACF}" destId="{A126FA65-CFB0-45EF-A35E-BE2E9295AD86}" srcOrd="5" destOrd="0" presId="urn:microsoft.com/office/officeart/2008/layout/VerticalCurvedList"/>
    <dgm:cxn modelId="{745EB7E0-85F4-4A1F-A638-48ED3300CDAF}" type="presParOf" srcId="{9BDAA2AF-C5FB-4802-A98B-597ABBC80ACF}" destId="{6CAC9924-603E-4C59-B10F-3C22A57E8764}" srcOrd="6" destOrd="0" presId="urn:microsoft.com/office/officeart/2008/layout/VerticalCurvedList"/>
    <dgm:cxn modelId="{0704BDD9-79C7-4A04-94CA-8E665A940CFB}" type="presParOf" srcId="{6CAC9924-603E-4C59-B10F-3C22A57E8764}" destId="{06C016B1-22CB-4F4A-A11C-51E8ABA8B283}" srcOrd="0" destOrd="0" presId="urn:microsoft.com/office/officeart/2008/layout/VerticalCurvedList"/>
    <dgm:cxn modelId="{67EAB544-5665-4C42-AEEB-F83D16A987B1}" type="presParOf" srcId="{9BDAA2AF-C5FB-4802-A98B-597ABBC80ACF}" destId="{30DE7E04-0F11-4F1F-AC61-F7A828932D4B}" srcOrd="7" destOrd="0" presId="urn:microsoft.com/office/officeart/2008/layout/VerticalCurvedList"/>
    <dgm:cxn modelId="{396F16D0-9D25-4B94-A083-DFD63E018525}" type="presParOf" srcId="{9BDAA2AF-C5FB-4802-A98B-597ABBC80ACF}" destId="{E1666488-D3AC-4714-B530-2A3B4338943C}" srcOrd="8" destOrd="0" presId="urn:microsoft.com/office/officeart/2008/layout/VerticalCurvedList"/>
    <dgm:cxn modelId="{8D6E261E-0842-4BDB-9DB9-FC2232FC6343}" type="presParOf" srcId="{E1666488-D3AC-4714-B530-2A3B4338943C}" destId="{45694E68-AD13-4BE2-AE1C-BF09F733170C}"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C040A6B-4572-4C83-8166-029A18D1BD5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007DF098-4561-4591-BC45-18F91F2F8DCB}">
      <dgm:prSet phldrT="[Text]" custT="1"/>
      <dgm:spPr/>
      <dgm:t>
        <a:bodyPr/>
        <a:lstStyle/>
        <a:p>
          <a:r>
            <a:rPr lang="en-US" sz="2300" dirty="0"/>
            <a:t>EC-Council Certified Hacking Forensic Investigator (CHFI)</a:t>
          </a:r>
        </a:p>
      </dgm:t>
    </dgm:pt>
    <dgm:pt modelId="{AEA26DF6-F3AB-4CCC-A973-F1ABEC4C7DCB}" type="parTrans" cxnId="{0928DFDD-9F45-4E37-94B8-BCCB370C3AB9}">
      <dgm:prSet/>
      <dgm:spPr/>
      <dgm:t>
        <a:bodyPr/>
        <a:lstStyle/>
        <a:p>
          <a:endParaRPr lang="en-US"/>
        </a:p>
      </dgm:t>
    </dgm:pt>
    <dgm:pt modelId="{A7A156A0-2D02-4AD7-8809-3F309DC4B5BF}" type="sibTrans" cxnId="{0928DFDD-9F45-4E37-94B8-BCCB370C3AB9}">
      <dgm:prSet/>
      <dgm:spPr/>
      <dgm:t>
        <a:bodyPr/>
        <a:lstStyle/>
        <a:p>
          <a:endParaRPr lang="en-US"/>
        </a:p>
      </dgm:t>
    </dgm:pt>
    <dgm:pt modelId="{D73AC8CB-1BBD-42B2-BCD5-BC98C0A07EAB}">
      <dgm:prSet phldrT="[Text]" custT="1"/>
      <dgm:spPr/>
      <dgm:t>
        <a:bodyPr/>
        <a:lstStyle/>
        <a:p>
          <a:r>
            <a:rPr lang="en-US" sz="2300" dirty="0"/>
            <a:t>High Tech Crime Network certifications</a:t>
          </a:r>
        </a:p>
      </dgm:t>
    </dgm:pt>
    <dgm:pt modelId="{945A57B6-7031-426F-B8E2-B768FBF606FA}" type="parTrans" cxnId="{37C47FC9-9C77-45AD-825D-F8417B51DF5B}">
      <dgm:prSet/>
      <dgm:spPr/>
      <dgm:t>
        <a:bodyPr/>
        <a:lstStyle/>
        <a:p>
          <a:endParaRPr lang="en-US"/>
        </a:p>
      </dgm:t>
    </dgm:pt>
    <dgm:pt modelId="{A505C73B-5696-400F-B855-130141EBBAA8}" type="sibTrans" cxnId="{37C47FC9-9C77-45AD-825D-F8417B51DF5B}">
      <dgm:prSet/>
      <dgm:spPr/>
      <dgm:t>
        <a:bodyPr/>
        <a:lstStyle/>
        <a:p>
          <a:endParaRPr lang="en-US"/>
        </a:p>
      </dgm:t>
    </dgm:pt>
    <dgm:pt modelId="{3C4D6CF7-3CA1-4E53-A77F-740453F8731E}">
      <dgm:prSet phldrT="[Text]" custT="1"/>
      <dgm:spPr/>
      <dgm:t>
        <a:bodyPr/>
        <a:lstStyle/>
        <a:p>
          <a:r>
            <a:rPr lang="fr-FR" sz="2300" dirty="0"/>
            <a:t>SANS Global Information Assurance Certification (GIAC) certifications</a:t>
          </a:r>
          <a:endParaRPr lang="en-US" sz="2300" dirty="0"/>
        </a:p>
      </dgm:t>
    </dgm:pt>
    <dgm:pt modelId="{C5823B10-EAC2-471B-A051-D61141163BFC}" type="parTrans" cxnId="{57CFD3E5-EAF1-402E-8C2B-F7EC141F063E}">
      <dgm:prSet/>
      <dgm:spPr/>
      <dgm:t>
        <a:bodyPr/>
        <a:lstStyle/>
        <a:p>
          <a:endParaRPr lang="en-US"/>
        </a:p>
      </dgm:t>
    </dgm:pt>
    <dgm:pt modelId="{8F28149F-F7BD-4E9E-B887-08BCE52264F7}" type="sibTrans" cxnId="{57CFD3E5-EAF1-402E-8C2B-F7EC141F063E}">
      <dgm:prSet/>
      <dgm:spPr/>
      <dgm:t>
        <a:bodyPr/>
        <a:lstStyle/>
        <a:p>
          <a:endParaRPr lang="en-US"/>
        </a:p>
      </dgm:t>
    </dgm:pt>
    <dgm:pt modelId="{A5ABDC30-23E2-4356-B632-307ADDB5C597}" type="pres">
      <dgm:prSet presAssocID="{7C040A6B-4572-4C83-8166-029A18D1BD57}" presName="Name0" presStyleCnt="0">
        <dgm:presLayoutVars>
          <dgm:chMax val="7"/>
          <dgm:chPref val="7"/>
          <dgm:dir/>
        </dgm:presLayoutVars>
      </dgm:prSet>
      <dgm:spPr/>
    </dgm:pt>
    <dgm:pt modelId="{9BDAA2AF-C5FB-4802-A98B-597ABBC80ACF}" type="pres">
      <dgm:prSet presAssocID="{7C040A6B-4572-4C83-8166-029A18D1BD57}" presName="Name1" presStyleCnt="0"/>
      <dgm:spPr/>
    </dgm:pt>
    <dgm:pt modelId="{FE0793A7-BC3C-4BBC-A22D-887023DFF394}" type="pres">
      <dgm:prSet presAssocID="{7C040A6B-4572-4C83-8166-029A18D1BD57}" presName="cycle" presStyleCnt="0"/>
      <dgm:spPr/>
    </dgm:pt>
    <dgm:pt modelId="{C1217A65-6B8D-4EA7-BE50-255D6335D9C1}" type="pres">
      <dgm:prSet presAssocID="{7C040A6B-4572-4C83-8166-029A18D1BD57}" presName="srcNode" presStyleLbl="node1" presStyleIdx="0" presStyleCnt="3"/>
      <dgm:spPr/>
    </dgm:pt>
    <dgm:pt modelId="{5685CF3B-402D-4538-8F5F-562635E21498}" type="pres">
      <dgm:prSet presAssocID="{7C040A6B-4572-4C83-8166-029A18D1BD57}" presName="conn" presStyleLbl="parChTrans1D2" presStyleIdx="0" presStyleCnt="1"/>
      <dgm:spPr/>
    </dgm:pt>
    <dgm:pt modelId="{D3175725-5F97-40A9-AB30-364E876E854B}" type="pres">
      <dgm:prSet presAssocID="{7C040A6B-4572-4C83-8166-029A18D1BD57}" presName="extraNode" presStyleLbl="node1" presStyleIdx="0" presStyleCnt="3"/>
      <dgm:spPr/>
    </dgm:pt>
    <dgm:pt modelId="{5014ED47-5E79-4BDC-819D-8A1BDDCF652E}" type="pres">
      <dgm:prSet presAssocID="{7C040A6B-4572-4C83-8166-029A18D1BD57}" presName="dstNode" presStyleLbl="node1" presStyleIdx="0" presStyleCnt="3"/>
      <dgm:spPr/>
    </dgm:pt>
    <dgm:pt modelId="{1F964995-6353-4665-9E2B-A255140B1C95}" type="pres">
      <dgm:prSet presAssocID="{007DF098-4561-4591-BC45-18F91F2F8DCB}" presName="text_1" presStyleLbl="node1" presStyleIdx="0" presStyleCnt="3">
        <dgm:presLayoutVars>
          <dgm:bulletEnabled val="1"/>
        </dgm:presLayoutVars>
      </dgm:prSet>
      <dgm:spPr/>
    </dgm:pt>
    <dgm:pt modelId="{6A6AB79E-5CA4-41A8-B5AF-FC4B6ECAD8C4}" type="pres">
      <dgm:prSet presAssocID="{007DF098-4561-4591-BC45-18F91F2F8DCB}" presName="accent_1" presStyleCnt="0"/>
      <dgm:spPr/>
    </dgm:pt>
    <dgm:pt modelId="{EA9EC7F8-6AF8-4B6E-B9DE-2BD28A8D71FE}" type="pres">
      <dgm:prSet presAssocID="{007DF098-4561-4591-BC45-18F91F2F8DCB}" presName="accentRepeatNode" presStyleLbl="solidFgAcc1" presStyleIdx="0" presStyleCnt="3"/>
      <dgm:spPr/>
    </dgm:pt>
    <dgm:pt modelId="{929D66D8-1070-4528-A860-AAFAF12BC319}" type="pres">
      <dgm:prSet presAssocID="{D73AC8CB-1BBD-42B2-BCD5-BC98C0A07EAB}" presName="text_2" presStyleLbl="node1" presStyleIdx="1" presStyleCnt="3">
        <dgm:presLayoutVars>
          <dgm:bulletEnabled val="1"/>
        </dgm:presLayoutVars>
      </dgm:prSet>
      <dgm:spPr/>
    </dgm:pt>
    <dgm:pt modelId="{ADFF4709-FA0F-44DF-AAF5-6613D072121D}" type="pres">
      <dgm:prSet presAssocID="{D73AC8CB-1BBD-42B2-BCD5-BC98C0A07EAB}" presName="accent_2" presStyleCnt="0"/>
      <dgm:spPr/>
    </dgm:pt>
    <dgm:pt modelId="{76EAEA22-880D-48B7-9DF2-41D8457D7809}" type="pres">
      <dgm:prSet presAssocID="{D73AC8CB-1BBD-42B2-BCD5-BC98C0A07EAB}" presName="accentRepeatNode" presStyleLbl="solidFgAcc1" presStyleIdx="1" presStyleCnt="3"/>
      <dgm:spPr/>
    </dgm:pt>
    <dgm:pt modelId="{A126FA65-CFB0-45EF-A35E-BE2E9295AD86}" type="pres">
      <dgm:prSet presAssocID="{3C4D6CF7-3CA1-4E53-A77F-740453F8731E}" presName="text_3" presStyleLbl="node1" presStyleIdx="2" presStyleCnt="3">
        <dgm:presLayoutVars>
          <dgm:bulletEnabled val="1"/>
        </dgm:presLayoutVars>
      </dgm:prSet>
      <dgm:spPr/>
    </dgm:pt>
    <dgm:pt modelId="{6CAC9924-603E-4C59-B10F-3C22A57E8764}" type="pres">
      <dgm:prSet presAssocID="{3C4D6CF7-3CA1-4E53-A77F-740453F8731E}" presName="accent_3" presStyleCnt="0"/>
      <dgm:spPr/>
    </dgm:pt>
    <dgm:pt modelId="{06C016B1-22CB-4F4A-A11C-51E8ABA8B283}" type="pres">
      <dgm:prSet presAssocID="{3C4D6CF7-3CA1-4E53-A77F-740453F8731E}" presName="accentRepeatNode" presStyleLbl="solidFgAcc1" presStyleIdx="2" presStyleCnt="3"/>
      <dgm:spPr/>
    </dgm:pt>
  </dgm:ptLst>
  <dgm:cxnLst>
    <dgm:cxn modelId="{24EF7911-E7FA-4B87-8874-9C9EE3A3454E}" type="presOf" srcId="{A7A156A0-2D02-4AD7-8809-3F309DC4B5BF}" destId="{5685CF3B-402D-4538-8F5F-562635E21498}" srcOrd="0" destOrd="0" presId="urn:microsoft.com/office/officeart/2008/layout/VerticalCurvedList"/>
    <dgm:cxn modelId="{CD4F385B-73C9-43EC-B54A-42ED246E8E19}" type="presOf" srcId="{007DF098-4561-4591-BC45-18F91F2F8DCB}" destId="{1F964995-6353-4665-9E2B-A255140B1C95}" srcOrd="0" destOrd="0" presId="urn:microsoft.com/office/officeart/2008/layout/VerticalCurvedList"/>
    <dgm:cxn modelId="{37C47FC9-9C77-45AD-825D-F8417B51DF5B}" srcId="{7C040A6B-4572-4C83-8166-029A18D1BD57}" destId="{D73AC8CB-1BBD-42B2-BCD5-BC98C0A07EAB}" srcOrd="1" destOrd="0" parTransId="{945A57B6-7031-426F-B8E2-B768FBF606FA}" sibTransId="{A505C73B-5696-400F-B855-130141EBBAA8}"/>
    <dgm:cxn modelId="{0928DFDD-9F45-4E37-94B8-BCCB370C3AB9}" srcId="{7C040A6B-4572-4C83-8166-029A18D1BD57}" destId="{007DF098-4561-4591-BC45-18F91F2F8DCB}" srcOrd="0" destOrd="0" parTransId="{AEA26DF6-F3AB-4CCC-A973-F1ABEC4C7DCB}" sibTransId="{A7A156A0-2D02-4AD7-8809-3F309DC4B5BF}"/>
    <dgm:cxn modelId="{57CFD3E5-EAF1-402E-8C2B-F7EC141F063E}" srcId="{7C040A6B-4572-4C83-8166-029A18D1BD57}" destId="{3C4D6CF7-3CA1-4E53-A77F-740453F8731E}" srcOrd="2" destOrd="0" parTransId="{C5823B10-EAC2-471B-A051-D61141163BFC}" sibTransId="{8F28149F-F7BD-4E9E-B887-08BCE52264F7}"/>
    <dgm:cxn modelId="{304D85F5-38AF-42AC-ABF0-1474733F9F99}" type="presOf" srcId="{7C040A6B-4572-4C83-8166-029A18D1BD57}" destId="{A5ABDC30-23E2-4356-B632-307ADDB5C597}" srcOrd="0" destOrd="0" presId="urn:microsoft.com/office/officeart/2008/layout/VerticalCurvedList"/>
    <dgm:cxn modelId="{35BBB9FD-3CC3-458D-84DE-86C113D4B7F4}" type="presOf" srcId="{3C4D6CF7-3CA1-4E53-A77F-740453F8731E}" destId="{A126FA65-CFB0-45EF-A35E-BE2E9295AD86}" srcOrd="0" destOrd="0" presId="urn:microsoft.com/office/officeart/2008/layout/VerticalCurvedList"/>
    <dgm:cxn modelId="{E71C02FE-B449-4A49-8CD0-BB5366317F8D}" type="presOf" srcId="{D73AC8CB-1BBD-42B2-BCD5-BC98C0A07EAB}" destId="{929D66D8-1070-4528-A860-AAFAF12BC319}" srcOrd="0" destOrd="0" presId="urn:microsoft.com/office/officeart/2008/layout/VerticalCurvedList"/>
    <dgm:cxn modelId="{9E157F0E-1E29-4228-A4E9-DCA017A8A54A}" type="presParOf" srcId="{A5ABDC30-23E2-4356-B632-307ADDB5C597}" destId="{9BDAA2AF-C5FB-4802-A98B-597ABBC80ACF}" srcOrd="0" destOrd="0" presId="urn:microsoft.com/office/officeart/2008/layout/VerticalCurvedList"/>
    <dgm:cxn modelId="{81F34FF2-0EA6-4837-B139-6629C4C22F83}" type="presParOf" srcId="{9BDAA2AF-C5FB-4802-A98B-597ABBC80ACF}" destId="{FE0793A7-BC3C-4BBC-A22D-887023DFF394}" srcOrd="0" destOrd="0" presId="urn:microsoft.com/office/officeart/2008/layout/VerticalCurvedList"/>
    <dgm:cxn modelId="{05B95097-4EEE-4D56-98E5-B80AA9B6C01D}" type="presParOf" srcId="{FE0793A7-BC3C-4BBC-A22D-887023DFF394}" destId="{C1217A65-6B8D-4EA7-BE50-255D6335D9C1}" srcOrd="0" destOrd="0" presId="urn:microsoft.com/office/officeart/2008/layout/VerticalCurvedList"/>
    <dgm:cxn modelId="{63208023-9BE6-4BEB-AA36-6CFBE166F05B}" type="presParOf" srcId="{FE0793A7-BC3C-4BBC-A22D-887023DFF394}" destId="{5685CF3B-402D-4538-8F5F-562635E21498}" srcOrd="1" destOrd="0" presId="urn:microsoft.com/office/officeart/2008/layout/VerticalCurvedList"/>
    <dgm:cxn modelId="{909496BC-6FC0-4F0F-B6E7-D37F4DDD38E9}" type="presParOf" srcId="{FE0793A7-BC3C-4BBC-A22D-887023DFF394}" destId="{D3175725-5F97-40A9-AB30-364E876E854B}" srcOrd="2" destOrd="0" presId="urn:microsoft.com/office/officeart/2008/layout/VerticalCurvedList"/>
    <dgm:cxn modelId="{BC7D0EB4-EA7D-4865-8B2E-CD72617CD405}" type="presParOf" srcId="{FE0793A7-BC3C-4BBC-A22D-887023DFF394}" destId="{5014ED47-5E79-4BDC-819D-8A1BDDCF652E}" srcOrd="3" destOrd="0" presId="urn:microsoft.com/office/officeart/2008/layout/VerticalCurvedList"/>
    <dgm:cxn modelId="{D110547F-1E94-47A4-ADE2-005690E98DDD}" type="presParOf" srcId="{9BDAA2AF-C5FB-4802-A98B-597ABBC80ACF}" destId="{1F964995-6353-4665-9E2B-A255140B1C95}" srcOrd="1" destOrd="0" presId="urn:microsoft.com/office/officeart/2008/layout/VerticalCurvedList"/>
    <dgm:cxn modelId="{05B89A80-8173-4E09-A660-9C5F1373F9CC}" type="presParOf" srcId="{9BDAA2AF-C5FB-4802-A98B-597ABBC80ACF}" destId="{6A6AB79E-5CA4-41A8-B5AF-FC4B6ECAD8C4}" srcOrd="2" destOrd="0" presId="urn:microsoft.com/office/officeart/2008/layout/VerticalCurvedList"/>
    <dgm:cxn modelId="{93E3CA7D-B582-472C-B1F2-AEB80BE09227}" type="presParOf" srcId="{6A6AB79E-5CA4-41A8-B5AF-FC4B6ECAD8C4}" destId="{EA9EC7F8-6AF8-4B6E-B9DE-2BD28A8D71FE}" srcOrd="0" destOrd="0" presId="urn:microsoft.com/office/officeart/2008/layout/VerticalCurvedList"/>
    <dgm:cxn modelId="{29226700-46D2-45AF-B10B-166F9E47AE41}" type="presParOf" srcId="{9BDAA2AF-C5FB-4802-A98B-597ABBC80ACF}" destId="{929D66D8-1070-4528-A860-AAFAF12BC319}" srcOrd="3" destOrd="0" presId="urn:microsoft.com/office/officeart/2008/layout/VerticalCurvedList"/>
    <dgm:cxn modelId="{AD752DAC-1D5E-4DDB-890B-EB6DDF8DDD1D}" type="presParOf" srcId="{9BDAA2AF-C5FB-4802-A98B-597ABBC80ACF}" destId="{ADFF4709-FA0F-44DF-AAF5-6613D072121D}" srcOrd="4" destOrd="0" presId="urn:microsoft.com/office/officeart/2008/layout/VerticalCurvedList"/>
    <dgm:cxn modelId="{15A0B74E-7477-41CA-9DD5-89F91FB273EA}" type="presParOf" srcId="{ADFF4709-FA0F-44DF-AAF5-6613D072121D}" destId="{76EAEA22-880D-48B7-9DF2-41D8457D7809}" srcOrd="0" destOrd="0" presId="urn:microsoft.com/office/officeart/2008/layout/VerticalCurvedList"/>
    <dgm:cxn modelId="{D0C4E9E0-7262-41FD-9805-7FB66051C999}" type="presParOf" srcId="{9BDAA2AF-C5FB-4802-A98B-597ABBC80ACF}" destId="{A126FA65-CFB0-45EF-A35E-BE2E9295AD86}" srcOrd="5" destOrd="0" presId="urn:microsoft.com/office/officeart/2008/layout/VerticalCurvedList"/>
    <dgm:cxn modelId="{745EB7E0-85F4-4A1F-A638-48ED3300CDAF}" type="presParOf" srcId="{9BDAA2AF-C5FB-4802-A98B-597ABBC80ACF}" destId="{6CAC9924-603E-4C59-B10F-3C22A57E8764}" srcOrd="6" destOrd="0" presId="urn:microsoft.com/office/officeart/2008/layout/VerticalCurvedList"/>
    <dgm:cxn modelId="{0704BDD9-79C7-4A04-94CA-8E665A940CFB}" type="presParOf" srcId="{6CAC9924-603E-4C59-B10F-3C22A57E8764}" destId="{06C016B1-22CB-4F4A-A11C-51E8ABA8B283}"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75F92F-B4AD-4F1F-86B2-1210585962F6}">
      <dsp:nvSpPr>
        <dsp:cNvPr id="0" name=""/>
        <dsp:cNvSpPr/>
      </dsp:nvSpPr>
      <dsp:spPr>
        <a:xfrm>
          <a:off x="-4597361" y="-704867"/>
          <a:ext cx="5476409" cy="5476409"/>
        </a:xfrm>
        <a:prstGeom prst="blockArc">
          <a:avLst>
            <a:gd name="adj1" fmla="val 18900000"/>
            <a:gd name="adj2" fmla="val 2700000"/>
            <a:gd name="adj3" fmla="val 394"/>
          </a:avLst>
        </a:prstGeom>
        <a:noFill/>
        <a:ln w="25400" cap="flat" cmpd="sng" algn="ctr">
          <a:solidFill>
            <a:schemeClr val="accent1">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DABBC-0CD6-497B-9648-7ACC3EA18467}">
      <dsp:nvSpPr>
        <dsp:cNvPr id="0" name=""/>
        <dsp:cNvSpPr/>
      </dsp:nvSpPr>
      <dsp:spPr>
        <a:xfrm>
          <a:off x="460425" y="312645"/>
          <a:ext cx="6440269" cy="625617"/>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584"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Handle original data as little as possible</a:t>
          </a:r>
        </a:p>
      </dsp:txBody>
      <dsp:txXfrm>
        <a:off x="460425" y="312645"/>
        <a:ext cx="6440269" cy="625617"/>
      </dsp:txXfrm>
    </dsp:sp>
    <dsp:sp modelId="{6E9EF13B-9BEC-46A1-90B0-D01E3861A80E}">
      <dsp:nvSpPr>
        <dsp:cNvPr id="0" name=""/>
        <dsp:cNvSpPr/>
      </dsp:nvSpPr>
      <dsp:spPr>
        <a:xfrm>
          <a:off x="69414" y="234443"/>
          <a:ext cx="782021" cy="782021"/>
        </a:xfrm>
        <a:prstGeom prst="ellipse">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B70B27-B851-4990-9C91-DD8B6F503AA9}">
      <dsp:nvSpPr>
        <dsp:cNvPr id="0" name=""/>
        <dsp:cNvSpPr/>
      </dsp:nvSpPr>
      <dsp:spPr>
        <a:xfrm>
          <a:off x="819106" y="1251234"/>
          <a:ext cx="6081589" cy="625617"/>
        </a:xfrm>
        <a:prstGeom prst="rect">
          <a:avLst/>
        </a:prstGeom>
        <a:solidFill>
          <a:schemeClr val="accent1">
            <a:shade val="80000"/>
            <a:hueOff val="129417"/>
            <a:satOff val="-8129"/>
            <a:lumOff val="10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584"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Comply with the rules of evidence</a:t>
          </a:r>
        </a:p>
      </dsp:txBody>
      <dsp:txXfrm>
        <a:off x="819106" y="1251234"/>
        <a:ext cx="6081589" cy="625617"/>
      </dsp:txXfrm>
    </dsp:sp>
    <dsp:sp modelId="{B6941B18-44B2-4ECD-AEC8-49D6CCF1BA35}">
      <dsp:nvSpPr>
        <dsp:cNvPr id="0" name=""/>
        <dsp:cNvSpPr/>
      </dsp:nvSpPr>
      <dsp:spPr>
        <a:xfrm>
          <a:off x="428095" y="1173032"/>
          <a:ext cx="782021" cy="782021"/>
        </a:xfrm>
        <a:prstGeom prst="ellipse">
          <a:avLst/>
        </a:prstGeom>
        <a:solidFill>
          <a:schemeClr val="lt1">
            <a:hueOff val="0"/>
            <a:satOff val="0"/>
            <a:lumOff val="0"/>
            <a:alphaOff val="0"/>
          </a:schemeClr>
        </a:solidFill>
        <a:ln w="25400" cap="flat" cmpd="sng" algn="ctr">
          <a:solidFill>
            <a:schemeClr val="accent1">
              <a:shade val="80000"/>
              <a:hueOff val="129417"/>
              <a:satOff val="-8129"/>
              <a:lumOff val="10275"/>
              <a:alphaOff val="0"/>
            </a:schemeClr>
          </a:solidFill>
          <a:prstDash val="solid"/>
        </a:ln>
        <a:effectLst/>
      </dsp:spPr>
      <dsp:style>
        <a:lnRef idx="2">
          <a:scrgbClr r="0" g="0" b="0"/>
        </a:lnRef>
        <a:fillRef idx="1">
          <a:scrgbClr r="0" g="0" b="0"/>
        </a:fillRef>
        <a:effectRef idx="0">
          <a:scrgbClr r="0" g="0" b="0"/>
        </a:effectRef>
        <a:fontRef idx="minor"/>
      </dsp:style>
    </dsp:sp>
    <dsp:sp modelId="{021402C5-91DC-4786-A307-88CD6B6FA66E}">
      <dsp:nvSpPr>
        <dsp:cNvPr id="0" name=""/>
        <dsp:cNvSpPr/>
      </dsp:nvSpPr>
      <dsp:spPr>
        <a:xfrm>
          <a:off x="819106" y="2189822"/>
          <a:ext cx="6081589" cy="625617"/>
        </a:xfrm>
        <a:prstGeom prst="rect">
          <a:avLst/>
        </a:prstGeom>
        <a:solidFill>
          <a:schemeClr val="accent1">
            <a:shade val="80000"/>
            <a:hueOff val="258834"/>
            <a:satOff val="-16257"/>
            <a:lumOff val="20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584"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Avoid exceeding one’s knowledge</a:t>
          </a:r>
        </a:p>
      </dsp:txBody>
      <dsp:txXfrm>
        <a:off x="819106" y="2189822"/>
        <a:ext cx="6081589" cy="625617"/>
      </dsp:txXfrm>
    </dsp:sp>
    <dsp:sp modelId="{547ADEAD-1D97-4927-AD76-BDA28536694A}">
      <dsp:nvSpPr>
        <dsp:cNvPr id="0" name=""/>
        <dsp:cNvSpPr/>
      </dsp:nvSpPr>
      <dsp:spPr>
        <a:xfrm>
          <a:off x="428095" y="2111620"/>
          <a:ext cx="782021" cy="782021"/>
        </a:xfrm>
        <a:prstGeom prst="ellipse">
          <a:avLst/>
        </a:prstGeom>
        <a:solidFill>
          <a:schemeClr val="lt1">
            <a:hueOff val="0"/>
            <a:satOff val="0"/>
            <a:lumOff val="0"/>
            <a:alphaOff val="0"/>
          </a:schemeClr>
        </a:solidFill>
        <a:ln w="25400" cap="flat" cmpd="sng" algn="ctr">
          <a:solidFill>
            <a:schemeClr val="accent1">
              <a:shade val="80000"/>
              <a:hueOff val="258834"/>
              <a:satOff val="-16257"/>
              <a:lumOff val="20549"/>
              <a:alphaOff val="0"/>
            </a:schemeClr>
          </a:solidFill>
          <a:prstDash val="solid"/>
        </a:ln>
        <a:effectLst/>
      </dsp:spPr>
      <dsp:style>
        <a:lnRef idx="2">
          <a:scrgbClr r="0" g="0" b="0"/>
        </a:lnRef>
        <a:fillRef idx="1">
          <a:scrgbClr r="0" g="0" b="0"/>
        </a:fillRef>
        <a:effectRef idx="0">
          <a:scrgbClr r="0" g="0" b="0"/>
        </a:effectRef>
        <a:fontRef idx="minor"/>
      </dsp:style>
    </dsp:sp>
    <dsp:sp modelId="{D31B9649-0751-4479-9B41-E7F66CB46E8B}">
      <dsp:nvSpPr>
        <dsp:cNvPr id="0" name=""/>
        <dsp:cNvSpPr/>
      </dsp:nvSpPr>
      <dsp:spPr>
        <a:xfrm>
          <a:off x="460425" y="3128410"/>
          <a:ext cx="6440269" cy="625617"/>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6584"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Create an analysis plan</a:t>
          </a:r>
        </a:p>
      </dsp:txBody>
      <dsp:txXfrm>
        <a:off x="460425" y="3128410"/>
        <a:ext cx="6440269" cy="625617"/>
      </dsp:txXfrm>
    </dsp:sp>
    <dsp:sp modelId="{43E334CC-CCB5-4801-8E6E-0651238C7CBA}">
      <dsp:nvSpPr>
        <dsp:cNvPr id="0" name=""/>
        <dsp:cNvSpPr/>
      </dsp:nvSpPr>
      <dsp:spPr>
        <a:xfrm>
          <a:off x="69414" y="3050208"/>
          <a:ext cx="782021" cy="782021"/>
        </a:xfrm>
        <a:prstGeom prst="ellipse">
          <a:avLst/>
        </a:prstGeom>
        <a:solidFill>
          <a:schemeClr val="lt1">
            <a:hueOff val="0"/>
            <a:satOff val="0"/>
            <a:lumOff val="0"/>
            <a:alphaOff val="0"/>
          </a:schemeClr>
        </a:solidFill>
        <a:ln w="25400" cap="flat" cmpd="sng" algn="ctr">
          <a:solidFill>
            <a:schemeClr val="accent1">
              <a:shade val="80000"/>
              <a:hueOff val="388250"/>
              <a:satOff val="-24386"/>
              <a:lumOff val="30824"/>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FE2493-1E28-49B6-BA38-4CA87E1EB167}">
      <dsp:nvSpPr>
        <dsp:cNvPr id="0" name=""/>
        <dsp:cNvSpPr/>
      </dsp:nvSpPr>
      <dsp:spPr>
        <a:xfrm>
          <a:off x="-5255288" y="-804890"/>
          <a:ext cx="6257980" cy="6257980"/>
        </a:xfrm>
        <a:prstGeom prst="blockArc">
          <a:avLst>
            <a:gd name="adj1" fmla="val 18900000"/>
            <a:gd name="adj2" fmla="val 2700000"/>
            <a:gd name="adj3" fmla="val 34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379AA8-9A56-4D5D-B0E5-2C57ADFE5101}">
      <dsp:nvSpPr>
        <dsp:cNvPr id="0" name=""/>
        <dsp:cNvSpPr/>
      </dsp:nvSpPr>
      <dsp:spPr>
        <a:xfrm>
          <a:off x="524978" y="357353"/>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DoD Cyber Crime Center (DC3) forensic standards</a:t>
          </a:r>
        </a:p>
      </dsp:txBody>
      <dsp:txXfrm>
        <a:off x="524978" y="357353"/>
        <a:ext cx="7710058" cy="715079"/>
      </dsp:txXfrm>
    </dsp:sp>
    <dsp:sp modelId="{88F9B878-7B33-46F8-9C8D-454D0A596B5A}">
      <dsp:nvSpPr>
        <dsp:cNvPr id="0" name=""/>
        <dsp:cNvSpPr/>
      </dsp:nvSpPr>
      <dsp:spPr>
        <a:xfrm>
          <a:off x="78053" y="267968"/>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704F91-6BC5-403A-9047-FDADC559E40D}">
      <dsp:nvSpPr>
        <dsp:cNvPr id="0" name=""/>
        <dsp:cNvSpPr/>
      </dsp:nvSpPr>
      <dsp:spPr>
        <a:xfrm>
          <a:off x="934949" y="1430158"/>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The Digital Forensic Research Workshop (DFRWS) framework</a:t>
          </a:r>
        </a:p>
      </dsp:txBody>
      <dsp:txXfrm>
        <a:off x="934949" y="1430158"/>
        <a:ext cx="7300087" cy="715079"/>
      </dsp:txXfrm>
    </dsp:sp>
    <dsp:sp modelId="{04092704-271A-4F0D-9322-C14DEC83CBDD}">
      <dsp:nvSpPr>
        <dsp:cNvPr id="0" name=""/>
        <dsp:cNvSpPr/>
      </dsp:nvSpPr>
      <dsp:spPr>
        <a:xfrm>
          <a:off x="488025" y="1340773"/>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ECEBE6-A686-4574-AD10-3B9AD27F7493}">
      <dsp:nvSpPr>
        <dsp:cNvPr id="0" name=""/>
        <dsp:cNvSpPr/>
      </dsp:nvSpPr>
      <dsp:spPr>
        <a:xfrm>
          <a:off x="934949" y="2502962"/>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Scientific Working Group on Digital Evidence (SWGDE) framework</a:t>
          </a:r>
        </a:p>
      </dsp:txBody>
      <dsp:txXfrm>
        <a:off x="934949" y="2502962"/>
        <a:ext cx="7300087" cy="715079"/>
      </dsp:txXfrm>
    </dsp:sp>
    <dsp:sp modelId="{7FF9495A-6221-4E5D-84CC-B9F92E930266}">
      <dsp:nvSpPr>
        <dsp:cNvPr id="0" name=""/>
        <dsp:cNvSpPr/>
      </dsp:nvSpPr>
      <dsp:spPr>
        <a:xfrm>
          <a:off x="488025" y="2413577"/>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0C8795-29A9-4440-B31D-C570DBF1286A}">
      <dsp:nvSpPr>
        <dsp:cNvPr id="0" name=""/>
        <dsp:cNvSpPr/>
      </dsp:nvSpPr>
      <dsp:spPr>
        <a:xfrm>
          <a:off x="524978" y="3575767"/>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Event-based digital forensic investigation framework</a:t>
          </a:r>
        </a:p>
      </dsp:txBody>
      <dsp:txXfrm>
        <a:off x="524978" y="3575767"/>
        <a:ext cx="7710058" cy="715079"/>
      </dsp:txXfrm>
    </dsp:sp>
    <dsp:sp modelId="{7AA2F7C5-03C9-4D37-AB5F-8F63C34EE6D5}">
      <dsp:nvSpPr>
        <dsp:cNvPr id="0" name=""/>
        <dsp:cNvSpPr/>
      </dsp:nvSpPr>
      <dsp:spPr>
        <a:xfrm>
          <a:off x="78053" y="3486382"/>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C0358F-9787-40C1-9804-0428715D2FAE}">
      <dsp:nvSpPr>
        <dsp:cNvPr id="0" name=""/>
        <dsp:cNvSpPr/>
      </dsp:nvSpPr>
      <dsp:spPr>
        <a:xfrm>
          <a:off x="3119253" y="0"/>
          <a:ext cx="4678880" cy="122947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Gather evidence</a:t>
          </a:r>
        </a:p>
      </dsp:txBody>
      <dsp:txXfrm>
        <a:off x="3119253" y="153685"/>
        <a:ext cx="4217827" cy="922107"/>
      </dsp:txXfrm>
    </dsp:sp>
    <dsp:sp modelId="{7A892DC9-0B08-4EA7-8F43-F93BFC302199}">
      <dsp:nvSpPr>
        <dsp:cNvPr id="0" name=""/>
        <dsp:cNvSpPr/>
      </dsp:nvSpPr>
      <dsp:spPr>
        <a:xfrm>
          <a:off x="0" y="0"/>
          <a:ext cx="3119253" cy="12294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Find</a:t>
          </a:r>
        </a:p>
      </dsp:txBody>
      <dsp:txXfrm>
        <a:off x="60018" y="60018"/>
        <a:ext cx="2999217" cy="1109440"/>
      </dsp:txXfrm>
    </dsp:sp>
    <dsp:sp modelId="{C91B50EB-3F3C-4E8A-8D4E-77CBD27ABDD0}">
      <dsp:nvSpPr>
        <dsp:cNvPr id="0" name=""/>
        <dsp:cNvSpPr/>
      </dsp:nvSpPr>
      <dsp:spPr>
        <a:xfrm>
          <a:off x="3119253" y="1352424"/>
          <a:ext cx="4678880" cy="122947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Handle computers and storage media with caution</a:t>
          </a:r>
        </a:p>
      </dsp:txBody>
      <dsp:txXfrm>
        <a:off x="3119253" y="1506109"/>
        <a:ext cx="4217827" cy="922107"/>
      </dsp:txXfrm>
    </dsp:sp>
    <dsp:sp modelId="{49A590EE-63C3-429D-A15E-E7F8C4716D34}">
      <dsp:nvSpPr>
        <dsp:cNvPr id="0" name=""/>
        <dsp:cNvSpPr/>
      </dsp:nvSpPr>
      <dsp:spPr>
        <a:xfrm>
          <a:off x="0" y="1352424"/>
          <a:ext cx="3119253" cy="12294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Preserve</a:t>
          </a:r>
        </a:p>
      </dsp:txBody>
      <dsp:txXfrm>
        <a:off x="60018" y="1412442"/>
        <a:ext cx="2999217" cy="1109440"/>
      </dsp:txXfrm>
    </dsp:sp>
    <dsp:sp modelId="{051686A0-5A7C-4627-AE90-72A738E10202}">
      <dsp:nvSpPr>
        <dsp:cNvPr id="0" name=""/>
        <dsp:cNvSpPr/>
      </dsp:nvSpPr>
      <dsp:spPr>
        <a:xfrm>
          <a:off x="3119253" y="2704849"/>
          <a:ext cx="4678880" cy="122947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Document evidence source and ensure evidence has not changed</a:t>
          </a:r>
        </a:p>
      </dsp:txBody>
      <dsp:txXfrm>
        <a:off x="3119253" y="2858534"/>
        <a:ext cx="4217827" cy="922107"/>
      </dsp:txXfrm>
    </dsp:sp>
    <dsp:sp modelId="{E059355D-C4F5-4DC8-AC60-E7C8317E12CF}">
      <dsp:nvSpPr>
        <dsp:cNvPr id="0" name=""/>
        <dsp:cNvSpPr/>
      </dsp:nvSpPr>
      <dsp:spPr>
        <a:xfrm>
          <a:off x="0" y="2704849"/>
          <a:ext cx="3119253" cy="12294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Prepare</a:t>
          </a:r>
        </a:p>
      </dsp:txBody>
      <dsp:txXfrm>
        <a:off x="60018" y="2764867"/>
        <a:ext cx="2999217" cy="11094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0FC4FC-12A1-4DFE-97C7-6152E9CA9A60}">
      <dsp:nvSpPr>
        <dsp:cNvPr id="0" name=""/>
        <dsp:cNvSpPr/>
      </dsp:nvSpPr>
      <dsp:spPr>
        <a:xfrm>
          <a:off x="0" y="405299"/>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888852-9B03-4A62-90A1-3B4E12EF4017}">
      <dsp:nvSpPr>
        <dsp:cNvPr id="0" name=""/>
        <dsp:cNvSpPr/>
      </dsp:nvSpPr>
      <dsp:spPr>
        <a:xfrm>
          <a:off x="414972" y="110099"/>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Avoid changing evidence</a:t>
          </a:r>
        </a:p>
      </dsp:txBody>
      <dsp:txXfrm>
        <a:off x="443793" y="138920"/>
        <a:ext cx="5751973" cy="532758"/>
      </dsp:txXfrm>
    </dsp:sp>
    <dsp:sp modelId="{2209B4A3-569C-4E46-AA94-44139EF84440}">
      <dsp:nvSpPr>
        <dsp:cNvPr id="0" name=""/>
        <dsp:cNvSpPr/>
      </dsp:nvSpPr>
      <dsp:spPr>
        <a:xfrm>
          <a:off x="0" y="13125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765E2D-12E6-4727-A28F-2EBB9EEF1986}">
      <dsp:nvSpPr>
        <dsp:cNvPr id="0" name=""/>
        <dsp:cNvSpPr/>
      </dsp:nvSpPr>
      <dsp:spPr>
        <a:xfrm>
          <a:off x="414972" y="10173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Determine when evidence was created</a:t>
          </a:r>
        </a:p>
      </dsp:txBody>
      <dsp:txXfrm>
        <a:off x="443793" y="1046121"/>
        <a:ext cx="5751973" cy="532758"/>
      </dsp:txXfrm>
    </dsp:sp>
    <dsp:sp modelId="{9EC73EBF-BC18-4E48-9244-F30685C8C4C5}">
      <dsp:nvSpPr>
        <dsp:cNvPr id="0" name=""/>
        <dsp:cNvSpPr/>
      </dsp:nvSpPr>
      <dsp:spPr>
        <a:xfrm>
          <a:off x="0" y="22197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848318-BF2B-490C-A8CA-867D9375B7F9}">
      <dsp:nvSpPr>
        <dsp:cNvPr id="0" name=""/>
        <dsp:cNvSpPr/>
      </dsp:nvSpPr>
      <dsp:spPr>
        <a:xfrm>
          <a:off x="414972" y="19245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Trust only physical evidence</a:t>
          </a:r>
        </a:p>
      </dsp:txBody>
      <dsp:txXfrm>
        <a:off x="443793" y="1953321"/>
        <a:ext cx="5751973" cy="532758"/>
      </dsp:txXfrm>
    </dsp:sp>
    <dsp:sp modelId="{AE637718-6719-49E3-B79E-96F05D65E0E6}">
      <dsp:nvSpPr>
        <dsp:cNvPr id="0" name=""/>
        <dsp:cNvSpPr/>
      </dsp:nvSpPr>
      <dsp:spPr>
        <a:xfrm>
          <a:off x="0" y="31269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23CFC5-5E7E-4253-938A-D216E05133F7}">
      <dsp:nvSpPr>
        <dsp:cNvPr id="0" name=""/>
        <dsp:cNvSpPr/>
      </dsp:nvSpPr>
      <dsp:spPr>
        <a:xfrm>
          <a:off x="414972" y="28317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Search throughout a device</a:t>
          </a:r>
        </a:p>
      </dsp:txBody>
      <dsp:txXfrm>
        <a:off x="443793" y="2860521"/>
        <a:ext cx="5751973" cy="532758"/>
      </dsp:txXfrm>
    </dsp:sp>
    <dsp:sp modelId="{2C2E9369-0730-4E3C-91D8-B94752684F5C}">
      <dsp:nvSpPr>
        <dsp:cNvPr id="0" name=""/>
        <dsp:cNvSpPr/>
      </dsp:nvSpPr>
      <dsp:spPr>
        <a:xfrm>
          <a:off x="0" y="40341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838463-1AB0-4461-8797-0B6F675C2794}">
      <dsp:nvSpPr>
        <dsp:cNvPr id="0" name=""/>
        <dsp:cNvSpPr/>
      </dsp:nvSpPr>
      <dsp:spPr>
        <a:xfrm>
          <a:off x="414972" y="37389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Present evidence well</a:t>
          </a:r>
        </a:p>
      </dsp:txBody>
      <dsp:txXfrm>
        <a:off x="443793" y="3767721"/>
        <a:ext cx="5751973"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9E861-9493-421D-9F22-A6ADD028B3BF}">
      <dsp:nvSpPr>
        <dsp:cNvPr id="0" name=""/>
        <dsp:cNvSpPr/>
      </dsp:nvSpPr>
      <dsp:spPr>
        <a:xfrm>
          <a:off x="0" y="490109"/>
          <a:ext cx="2573581" cy="15441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Format of the report</a:t>
          </a:r>
        </a:p>
      </dsp:txBody>
      <dsp:txXfrm>
        <a:off x="0" y="490109"/>
        <a:ext cx="2573581" cy="1544149"/>
      </dsp:txXfrm>
    </dsp:sp>
    <dsp:sp modelId="{6CAADF4B-E4BF-49BF-9D74-EE4C6D63F795}">
      <dsp:nvSpPr>
        <dsp:cNvPr id="0" name=""/>
        <dsp:cNvSpPr/>
      </dsp:nvSpPr>
      <dsp:spPr>
        <a:xfrm>
          <a:off x="2830940" y="490109"/>
          <a:ext cx="2573581" cy="15441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Thoroughness</a:t>
          </a:r>
        </a:p>
      </dsp:txBody>
      <dsp:txXfrm>
        <a:off x="2830940" y="490109"/>
        <a:ext cx="2573581" cy="1544149"/>
      </dsp:txXfrm>
    </dsp:sp>
    <dsp:sp modelId="{B3192197-B2DA-4232-BCAF-84DB0451A5A5}">
      <dsp:nvSpPr>
        <dsp:cNvPr id="0" name=""/>
        <dsp:cNvSpPr/>
      </dsp:nvSpPr>
      <dsp:spPr>
        <a:xfrm>
          <a:off x="5661880" y="490109"/>
          <a:ext cx="2573581" cy="15441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Back up everything you say</a:t>
          </a:r>
        </a:p>
      </dsp:txBody>
      <dsp:txXfrm>
        <a:off x="5661880" y="490109"/>
        <a:ext cx="2573581" cy="15441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9E12C-1021-47F8-85A9-A7CD7F230716}">
      <dsp:nvSpPr>
        <dsp:cNvPr id="0" name=""/>
        <dsp:cNvSpPr/>
      </dsp:nvSpPr>
      <dsp:spPr>
        <a:xfrm>
          <a:off x="0" y="393580"/>
          <a:ext cx="829945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9D5E65-119D-461A-AA65-703ED394594E}">
      <dsp:nvSpPr>
        <dsp:cNvPr id="0" name=""/>
        <dsp:cNvSpPr/>
      </dsp:nvSpPr>
      <dsp:spPr>
        <a:xfrm>
          <a:off x="414972" y="83620"/>
          <a:ext cx="6858018"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Identify functions to be performed</a:t>
          </a:r>
        </a:p>
      </dsp:txBody>
      <dsp:txXfrm>
        <a:off x="445234" y="113882"/>
        <a:ext cx="6797494" cy="559396"/>
      </dsp:txXfrm>
    </dsp:sp>
    <dsp:sp modelId="{F5B910C9-FFDC-4C50-80E8-A5C75FED14F4}">
      <dsp:nvSpPr>
        <dsp:cNvPr id="0" name=""/>
        <dsp:cNvSpPr/>
      </dsp:nvSpPr>
      <dsp:spPr>
        <a:xfrm>
          <a:off x="0" y="1346140"/>
          <a:ext cx="829945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2D2C16-78FE-4AFA-A8BB-C0CEA157B443}">
      <dsp:nvSpPr>
        <dsp:cNvPr id="0" name=""/>
        <dsp:cNvSpPr/>
      </dsp:nvSpPr>
      <dsp:spPr>
        <a:xfrm>
          <a:off x="414972" y="1036180"/>
          <a:ext cx="6858018"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Define activities and estimate workload</a:t>
          </a:r>
        </a:p>
      </dsp:txBody>
      <dsp:txXfrm>
        <a:off x="445234" y="1066442"/>
        <a:ext cx="6797494" cy="559396"/>
      </dsp:txXfrm>
    </dsp:sp>
    <dsp:sp modelId="{B66F4FDC-33A2-4E4D-8979-FA65F9745CDB}">
      <dsp:nvSpPr>
        <dsp:cNvPr id="0" name=""/>
        <dsp:cNvSpPr/>
      </dsp:nvSpPr>
      <dsp:spPr>
        <a:xfrm>
          <a:off x="0" y="2298700"/>
          <a:ext cx="829945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D7755E-A66C-4C83-85CB-73D9E8B158C0}">
      <dsp:nvSpPr>
        <dsp:cNvPr id="0" name=""/>
        <dsp:cNvSpPr/>
      </dsp:nvSpPr>
      <dsp:spPr>
        <a:xfrm>
          <a:off x="414972" y="1988740"/>
          <a:ext cx="6858018"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Determine necessary equipment and software</a:t>
          </a:r>
        </a:p>
      </dsp:txBody>
      <dsp:txXfrm>
        <a:off x="445234" y="2019002"/>
        <a:ext cx="6797494" cy="559396"/>
      </dsp:txXfrm>
    </dsp:sp>
    <dsp:sp modelId="{A2434C7B-406F-4997-98FB-7D43AD80BECD}">
      <dsp:nvSpPr>
        <dsp:cNvPr id="0" name=""/>
        <dsp:cNvSpPr/>
      </dsp:nvSpPr>
      <dsp:spPr>
        <a:xfrm>
          <a:off x="0" y="3251261"/>
          <a:ext cx="829945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F4B8A28-840F-43AB-A4BD-A2DC97348D1D}">
      <dsp:nvSpPr>
        <dsp:cNvPr id="0" name=""/>
        <dsp:cNvSpPr/>
      </dsp:nvSpPr>
      <dsp:spPr>
        <a:xfrm>
          <a:off x="414972" y="2941301"/>
          <a:ext cx="6858018"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Determine physical space requirements</a:t>
          </a:r>
        </a:p>
      </dsp:txBody>
      <dsp:txXfrm>
        <a:off x="445234" y="2971563"/>
        <a:ext cx="6797494" cy="559396"/>
      </dsp:txXfrm>
    </dsp:sp>
    <dsp:sp modelId="{1F9CE022-E899-4096-AA54-27EB315B5EC9}">
      <dsp:nvSpPr>
        <dsp:cNvPr id="0" name=""/>
        <dsp:cNvSpPr/>
      </dsp:nvSpPr>
      <dsp:spPr>
        <a:xfrm>
          <a:off x="0" y="4203821"/>
          <a:ext cx="8299450"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4F6E26-1F1C-467B-9A61-766842D2EB28}">
      <dsp:nvSpPr>
        <dsp:cNvPr id="0" name=""/>
        <dsp:cNvSpPr/>
      </dsp:nvSpPr>
      <dsp:spPr>
        <a:xfrm>
          <a:off x="414972" y="3893861"/>
          <a:ext cx="6858018"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066800">
            <a:lnSpc>
              <a:spcPct val="90000"/>
            </a:lnSpc>
            <a:spcBef>
              <a:spcPct val="0"/>
            </a:spcBef>
            <a:spcAft>
              <a:spcPct val="35000"/>
            </a:spcAft>
            <a:buNone/>
          </a:pPr>
          <a:r>
            <a:rPr lang="en-US" sz="2400" kern="1200" dirty="0"/>
            <a:t>Plan for security</a:t>
          </a:r>
        </a:p>
      </dsp:txBody>
      <dsp:txXfrm>
        <a:off x="445234" y="3924123"/>
        <a:ext cx="6797494" cy="5593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D0176-1366-4C00-B248-84B776621CC8}">
      <dsp:nvSpPr>
        <dsp:cNvPr id="0" name=""/>
        <dsp:cNvSpPr/>
      </dsp:nvSpPr>
      <dsp:spPr>
        <a:xfrm>
          <a:off x="0" y="25968"/>
          <a:ext cx="7105934" cy="106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PC hardware</a:t>
          </a:r>
        </a:p>
      </dsp:txBody>
      <dsp:txXfrm>
        <a:off x="52089" y="78057"/>
        <a:ext cx="7001756" cy="962862"/>
      </dsp:txXfrm>
    </dsp:sp>
    <dsp:sp modelId="{0685A3BE-AEAE-4775-9C20-E79B1FF45E9D}">
      <dsp:nvSpPr>
        <dsp:cNvPr id="0" name=""/>
        <dsp:cNvSpPr/>
      </dsp:nvSpPr>
      <dsp:spPr>
        <a:xfrm>
          <a:off x="0" y="1093008"/>
          <a:ext cx="7105934"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613" tIns="38100" rIns="213360" bIns="38100" numCol="1" spcCol="1270" anchor="t" anchorCtr="0">
          <a:noAutofit/>
        </a:bodyPr>
        <a:lstStyle/>
        <a:p>
          <a:pPr marL="285750" lvl="1" indent="-285750" algn="l" defTabSz="1333500">
            <a:lnSpc>
              <a:spcPct val="90000"/>
            </a:lnSpc>
            <a:spcBef>
              <a:spcPct val="0"/>
            </a:spcBef>
            <a:spcAft>
              <a:spcPct val="20000"/>
            </a:spcAft>
            <a:buChar char="•"/>
          </a:pPr>
          <a:r>
            <a:rPr lang="en-US" sz="3000" kern="1200" dirty="0"/>
            <a:t>CompTIA A+</a:t>
          </a:r>
        </a:p>
      </dsp:txBody>
      <dsp:txXfrm>
        <a:off x="0" y="1093008"/>
        <a:ext cx="7105934" cy="943920"/>
      </dsp:txXfrm>
    </dsp:sp>
    <dsp:sp modelId="{AF6BB55D-D2A5-4F17-A956-AECD7CB0B428}">
      <dsp:nvSpPr>
        <dsp:cNvPr id="0" name=""/>
        <dsp:cNvSpPr/>
      </dsp:nvSpPr>
      <dsp:spPr>
        <a:xfrm>
          <a:off x="0" y="2036928"/>
          <a:ext cx="7105934" cy="106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Basic networking</a:t>
          </a:r>
        </a:p>
      </dsp:txBody>
      <dsp:txXfrm>
        <a:off x="52089" y="2089017"/>
        <a:ext cx="7001756" cy="962862"/>
      </dsp:txXfrm>
    </dsp:sp>
    <dsp:sp modelId="{52AF6AC3-44D3-48F6-8D07-94A873887B8A}">
      <dsp:nvSpPr>
        <dsp:cNvPr id="0" name=""/>
        <dsp:cNvSpPr/>
      </dsp:nvSpPr>
      <dsp:spPr>
        <a:xfrm>
          <a:off x="0" y="3103968"/>
          <a:ext cx="7105934"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613" tIns="38100" rIns="213360" bIns="38100" numCol="1" spcCol="1270" anchor="t" anchorCtr="0">
          <a:noAutofit/>
        </a:bodyPr>
        <a:lstStyle/>
        <a:p>
          <a:pPr marL="285750" lvl="1" indent="-285750" algn="l" defTabSz="1333500">
            <a:lnSpc>
              <a:spcPct val="90000"/>
            </a:lnSpc>
            <a:spcBef>
              <a:spcPct val="0"/>
            </a:spcBef>
            <a:spcAft>
              <a:spcPct val="20000"/>
            </a:spcAft>
            <a:buChar char="•"/>
          </a:pPr>
          <a:r>
            <a:rPr lang="en-US" sz="3000" kern="1200" dirty="0"/>
            <a:t>CompTIA Network+ or the Cisco Certified Network Associate (CCNA)</a:t>
          </a:r>
        </a:p>
      </dsp:txBody>
      <dsp:txXfrm>
        <a:off x="0" y="3103968"/>
        <a:ext cx="7105934" cy="9439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D0176-1366-4C00-B248-84B776621CC8}">
      <dsp:nvSpPr>
        <dsp:cNvPr id="0" name=""/>
        <dsp:cNvSpPr/>
      </dsp:nvSpPr>
      <dsp:spPr>
        <a:xfrm>
          <a:off x="0" y="33953"/>
          <a:ext cx="7092287" cy="1048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Security</a:t>
          </a:r>
        </a:p>
      </dsp:txBody>
      <dsp:txXfrm>
        <a:off x="51175" y="85128"/>
        <a:ext cx="6989937" cy="945970"/>
      </dsp:txXfrm>
    </dsp:sp>
    <dsp:sp modelId="{0685A3BE-AEAE-4775-9C20-E79B1FF45E9D}">
      <dsp:nvSpPr>
        <dsp:cNvPr id="0" name=""/>
        <dsp:cNvSpPr/>
      </dsp:nvSpPr>
      <dsp:spPr>
        <a:xfrm>
          <a:off x="0" y="1082273"/>
          <a:ext cx="7092287"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180" tIns="38100" rIns="213360" bIns="38100" numCol="1" spcCol="1270" anchor="t" anchorCtr="0">
          <a:noAutofit/>
        </a:bodyPr>
        <a:lstStyle/>
        <a:p>
          <a:pPr marL="285750" lvl="1" indent="-285750" algn="l" defTabSz="1333500">
            <a:lnSpc>
              <a:spcPct val="90000"/>
            </a:lnSpc>
            <a:spcBef>
              <a:spcPct val="0"/>
            </a:spcBef>
            <a:spcAft>
              <a:spcPct val="20000"/>
            </a:spcAft>
            <a:buChar char="•"/>
          </a:pPr>
          <a:r>
            <a:rPr lang="en-US" sz="3000" kern="1200" dirty="0"/>
            <a:t>CompTIA Security+ and/or (ISC)2 CISSP certification</a:t>
          </a:r>
        </a:p>
      </dsp:txBody>
      <dsp:txXfrm>
        <a:off x="0" y="1082273"/>
        <a:ext cx="7092287" cy="927360"/>
      </dsp:txXfrm>
    </dsp:sp>
    <dsp:sp modelId="{AF6BB55D-D2A5-4F17-A956-AECD7CB0B428}">
      <dsp:nvSpPr>
        <dsp:cNvPr id="0" name=""/>
        <dsp:cNvSpPr/>
      </dsp:nvSpPr>
      <dsp:spPr>
        <a:xfrm>
          <a:off x="0" y="2009633"/>
          <a:ext cx="7092287" cy="1048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Hacking</a:t>
          </a:r>
        </a:p>
      </dsp:txBody>
      <dsp:txXfrm>
        <a:off x="51175" y="2060808"/>
        <a:ext cx="6989937" cy="945970"/>
      </dsp:txXfrm>
    </dsp:sp>
    <dsp:sp modelId="{52AF6AC3-44D3-48F6-8D07-94A873887B8A}">
      <dsp:nvSpPr>
        <dsp:cNvPr id="0" name=""/>
        <dsp:cNvSpPr/>
      </dsp:nvSpPr>
      <dsp:spPr>
        <a:xfrm>
          <a:off x="0" y="3057952"/>
          <a:ext cx="7092287"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5180" tIns="38100" rIns="213360" bIns="38100" numCol="1" spcCol="1270" anchor="t" anchorCtr="0">
          <a:noAutofit/>
        </a:bodyPr>
        <a:lstStyle/>
        <a:p>
          <a:pPr marL="285750" lvl="1" indent="-285750" algn="l" defTabSz="1333500">
            <a:lnSpc>
              <a:spcPct val="90000"/>
            </a:lnSpc>
            <a:spcBef>
              <a:spcPct val="0"/>
            </a:spcBef>
            <a:spcAft>
              <a:spcPct val="20000"/>
            </a:spcAft>
            <a:buChar char="•"/>
          </a:pPr>
          <a:r>
            <a:rPr lang="en-US" sz="3000" kern="1200" dirty="0"/>
            <a:t>EC-Council Certified Ethical Hacker</a:t>
          </a:r>
        </a:p>
      </dsp:txBody>
      <dsp:txXfrm>
        <a:off x="0" y="3057952"/>
        <a:ext cx="7092287" cy="9273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85CF3B-402D-4538-8F5F-562635E21498}">
      <dsp:nvSpPr>
        <dsp:cNvPr id="0" name=""/>
        <dsp:cNvSpPr/>
      </dsp:nvSpPr>
      <dsp:spPr>
        <a:xfrm>
          <a:off x="-5255288" y="-804890"/>
          <a:ext cx="6257980" cy="6257980"/>
        </a:xfrm>
        <a:prstGeom prst="blockArc">
          <a:avLst>
            <a:gd name="adj1" fmla="val 18900000"/>
            <a:gd name="adj2" fmla="val 2700000"/>
            <a:gd name="adj3" fmla="val 34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964995-6353-4665-9E2B-A255140B1C95}">
      <dsp:nvSpPr>
        <dsp:cNvPr id="0" name=""/>
        <dsp:cNvSpPr/>
      </dsp:nvSpPr>
      <dsp:spPr>
        <a:xfrm>
          <a:off x="524978" y="357353"/>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EnCase Certified Examiner Certification</a:t>
          </a:r>
        </a:p>
      </dsp:txBody>
      <dsp:txXfrm>
        <a:off x="524978" y="357353"/>
        <a:ext cx="7710058" cy="715079"/>
      </dsp:txXfrm>
    </dsp:sp>
    <dsp:sp modelId="{EA9EC7F8-6AF8-4B6E-B9DE-2BD28A8D71FE}">
      <dsp:nvSpPr>
        <dsp:cNvPr id="0" name=""/>
        <dsp:cNvSpPr/>
      </dsp:nvSpPr>
      <dsp:spPr>
        <a:xfrm>
          <a:off x="78053" y="267968"/>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9D66D8-1070-4528-A860-AAFAF12BC319}">
      <dsp:nvSpPr>
        <dsp:cNvPr id="0" name=""/>
        <dsp:cNvSpPr/>
      </dsp:nvSpPr>
      <dsp:spPr>
        <a:xfrm>
          <a:off x="934949" y="1430158"/>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AccessData Certified Examiner</a:t>
          </a:r>
        </a:p>
      </dsp:txBody>
      <dsp:txXfrm>
        <a:off x="934949" y="1430158"/>
        <a:ext cx="7300087" cy="715079"/>
      </dsp:txXfrm>
    </dsp:sp>
    <dsp:sp modelId="{76EAEA22-880D-48B7-9DF2-41D8457D7809}">
      <dsp:nvSpPr>
        <dsp:cNvPr id="0" name=""/>
        <dsp:cNvSpPr/>
      </dsp:nvSpPr>
      <dsp:spPr>
        <a:xfrm>
          <a:off x="488025" y="1340773"/>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26FA65-CFB0-45EF-A35E-BE2E9295AD86}">
      <dsp:nvSpPr>
        <dsp:cNvPr id="0" name=""/>
        <dsp:cNvSpPr/>
      </dsp:nvSpPr>
      <dsp:spPr>
        <a:xfrm>
          <a:off x="934949" y="2502962"/>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OSForensics</a:t>
          </a:r>
        </a:p>
      </dsp:txBody>
      <dsp:txXfrm>
        <a:off x="934949" y="2502962"/>
        <a:ext cx="7300087" cy="715079"/>
      </dsp:txXfrm>
    </dsp:sp>
    <dsp:sp modelId="{06C016B1-22CB-4F4A-A11C-51E8ABA8B283}">
      <dsp:nvSpPr>
        <dsp:cNvPr id="0" name=""/>
        <dsp:cNvSpPr/>
      </dsp:nvSpPr>
      <dsp:spPr>
        <a:xfrm>
          <a:off x="488025" y="2413577"/>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DE7E04-0F11-4F1F-AC61-F7A828932D4B}">
      <dsp:nvSpPr>
        <dsp:cNvPr id="0" name=""/>
        <dsp:cNvSpPr/>
      </dsp:nvSpPr>
      <dsp:spPr>
        <a:xfrm>
          <a:off x="524978" y="3575767"/>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(ISC)2 Certified Cyber Forensics Professional (CCFP)</a:t>
          </a:r>
        </a:p>
      </dsp:txBody>
      <dsp:txXfrm>
        <a:off x="524978" y="3575767"/>
        <a:ext cx="7710058" cy="715079"/>
      </dsp:txXfrm>
    </dsp:sp>
    <dsp:sp modelId="{45694E68-AD13-4BE2-AE1C-BF09F733170C}">
      <dsp:nvSpPr>
        <dsp:cNvPr id="0" name=""/>
        <dsp:cNvSpPr/>
      </dsp:nvSpPr>
      <dsp:spPr>
        <a:xfrm>
          <a:off x="78053" y="3486382"/>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85CF3B-402D-4538-8F5F-562635E21498}">
      <dsp:nvSpPr>
        <dsp:cNvPr id="0" name=""/>
        <dsp:cNvSpPr/>
      </dsp:nvSpPr>
      <dsp:spPr>
        <a:xfrm>
          <a:off x="-4551693" y="-697925"/>
          <a:ext cx="5422160" cy="5422160"/>
        </a:xfrm>
        <a:prstGeom prst="blockArc">
          <a:avLst>
            <a:gd name="adj1" fmla="val 18900000"/>
            <a:gd name="adj2" fmla="val 2700000"/>
            <a:gd name="adj3" fmla="val 398"/>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964995-6353-4665-9E2B-A255140B1C95}">
      <dsp:nvSpPr>
        <dsp:cNvPr id="0" name=""/>
        <dsp:cNvSpPr/>
      </dsp:nvSpPr>
      <dsp:spPr>
        <a:xfrm>
          <a:off x="559823" y="402631"/>
          <a:ext cx="7685035" cy="80526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9177"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EC-Council Certified Hacking Forensic Investigator (CHFI)</a:t>
          </a:r>
        </a:p>
      </dsp:txBody>
      <dsp:txXfrm>
        <a:off x="559823" y="402631"/>
        <a:ext cx="7685035" cy="805262"/>
      </dsp:txXfrm>
    </dsp:sp>
    <dsp:sp modelId="{EA9EC7F8-6AF8-4B6E-B9DE-2BD28A8D71FE}">
      <dsp:nvSpPr>
        <dsp:cNvPr id="0" name=""/>
        <dsp:cNvSpPr/>
      </dsp:nvSpPr>
      <dsp:spPr>
        <a:xfrm>
          <a:off x="56534" y="301973"/>
          <a:ext cx="1006577" cy="100657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9D66D8-1070-4528-A860-AAFAF12BC319}">
      <dsp:nvSpPr>
        <dsp:cNvPr id="0" name=""/>
        <dsp:cNvSpPr/>
      </dsp:nvSpPr>
      <dsp:spPr>
        <a:xfrm>
          <a:off x="852536" y="1610524"/>
          <a:ext cx="7392322" cy="80526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9177"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High Tech Crime Network certifications</a:t>
          </a:r>
        </a:p>
      </dsp:txBody>
      <dsp:txXfrm>
        <a:off x="852536" y="1610524"/>
        <a:ext cx="7392322" cy="805262"/>
      </dsp:txXfrm>
    </dsp:sp>
    <dsp:sp modelId="{76EAEA22-880D-48B7-9DF2-41D8457D7809}">
      <dsp:nvSpPr>
        <dsp:cNvPr id="0" name=""/>
        <dsp:cNvSpPr/>
      </dsp:nvSpPr>
      <dsp:spPr>
        <a:xfrm>
          <a:off x="349247" y="1509866"/>
          <a:ext cx="1006577" cy="100657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26FA65-CFB0-45EF-A35E-BE2E9295AD86}">
      <dsp:nvSpPr>
        <dsp:cNvPr id="0" name=""/>
        <dsp:cNvSpPr/>
      </dsp:nvSpPr>
      <dsp:spPr>
        <a:xfrm>
          <a:off x="559823" y="2818417"/>
          <a:ext cx="7685035" cy="80526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9177" tIns="58420" rIns="58420" bIns="58420" numCol="1" spcCol="1270" anchor="ctr" anchorCtr="0">
          <a:noAutofit/>
        </a:bodyPr>
        <a:lstStyle/>
        <a:p>
          <a:pPr marL="0" lvl="0" indent="0" algn="l" defTabSz="1022350">
            <a:lnSpc>
              <a:spcPct val="90000"/>
            </a:lnSpc>
            <a:spcBef>
              <a:spcPct val="0"/>
            </a:spcBef>
            <a:spcAft>
              <a:spcPct val="35000"/>
            </a:spcAft>
            <a:buNone/>
          </a:pPr>
          <a:r>
            <a:rPr lang="fr-FR" sz="2300" kern="1200" dirty="0"/>
            <a:t>SANS Global Information Assurance Certification (GIAC) certifications</a:t>
          </a:r>
          <a:endParaRPr lang="en-US" sz="2300" kern="1200" dirty="0"/>
        </a:p>
      </dsp:txBody>
      <dsp:txXfrm>
        <a:off x="559823" y="2818417"/>
        <a:ext cx="7685035" cy="805262"/>
      </dsp:txXfrm>
    </dsp:sp>
    <dsp:sp modelId="{06C016B1-22CB-4F4A-A11C-51E8ABA8B283}">
      <dsp:nvSpPr>
        <dsp:cNvPr id="0" name=""/>
        <dsp:cNvSpPr/>
      </dsp:nvSpPr>
      <dsp:spPr>
        <a:xfrm>
          <a:off x="56534" y="2717759"/>
          <a:ext cx="1006577" cy="100657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3A819D11-C633-495B-B216-6CFF46051193}" type="datetime1">
              <a:rPr lang="en-US"/>
              <a:pPr>
                <a:defRPr/>
              </a:pPr>
              <a:t>10/31/2025</a:t>
            </a:fld>
            <a:endParaRPr lang="en-US" dirty="0"/>
          </a:p>
        </p:txBody>
      </p:sp>
      <p:sp>
        <p:nvSpPr>
          <p:cNvPr id="50180" name="Rectangle 4"/>
          <p:cNvSpPr>
            <a:spLocks noGrp="1" noChangeArrowheads="1"/>
          </p:cNvSpPr>
          <p:nvPr>
            <p:ph type="ftr" sz="quarter" idx="2"/>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dirty="0"/>
              <a:t>(c) ITT Educational Services, Inc.</a:t>
            </a:r>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975B9A23-961D-4D1B-A876-C7BE7CE47121}" type="slidenum">
              <a:rPr lang="en-US"/>
              <a:pPr>
                <a:defRPr/>
              </a:pPr>
              <a:t>‹#›</a:t>
            </a:fld>
            <a:endParaRPr lang="en-US" dirty="0"/>
          </a:p>
        </p:txBody>
      </p:sp>
    </p:spTree>
    <p:extLst>
      <p:ext uri="{BB962C8B-B14F-4D97-AF65-F5344CB8AC3E}">
        <p14:creationId xmlns:p14="http://schemas.microsoft.com/office/powerpoint/2010/main" val="522471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70C12249-3328-4DD1-B1EB-468421B22BDE}" type="datetime1">
              <a:rPr lang="en-US"/>
              <a:pPr>
                <a:defRPr/>
              </a:pPr>
              <a:t>10/31/2025</a:t>
            </a:fld>
            <a:endParaRPr lang="en-US" dirty="0"/>
          </a:p>
        </p:txBody>
      </p:sp>
      <p:sp>
        <p:nvSpPr>
          <p:cNvPr id="32772"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59294641-E385-4E62-B526-4C5B132BD578}" type="slidenum">
              <a:rPr lang="en-US"/>
              <a:pPr>
                <a:defRPr/>
              </a:pPr>
              <a:t>‹#›</a:t>
            </a:fld>
            <a:endParaRPr lang="en-US" dirty="0"/>
          </a:p>
        </p:txBody>
      </p:sp>
    </p:spTree>
    <p:extLst>
      <p:ext uri="{BB962C8B-B14F-4D97-AF65-F5344CB8AC3E}">
        <p14:creationId xmlns:p14="http://schemas.microsoft.com/office/powerpoint/2010/main" val="1332541290"/>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pPr defTabSz="930275"/>
            <a:fld id="{7DAED185-D73B-4AC4-A72D-0F84F9031D93}" type="slidenum">
              <a:rPr lang="en-US" smtClean="0">
                <a:ea typeface="MS PGothic" pitchFamily="34" charset="-128"/>
              </a:rPr>
              <a:pPr defTabSz="930275"/>
              <a:t>1</a:t>
            </a:fld>
            <a:endParaRPr lang="en-US" dirty="0">
              <a:ea typeface="MS PGothic" pitchFamily="34" charset="-128"/>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87669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956151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650887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There are some general principles that apply to all investigations.</a:t>
            </a:r>
            <a:endParaRPr lang="en-US" dirty="0">
              <a:effectLst/>
            </a:endParaRP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Handle original data as little as possible.</a:t>
            </a:r>
            <a:endParaRPr lang="en-US" b="1" dirty="0">
              <a:effectLst/>
            </a:endParaRPr>
          </a:p>
          <a:p>
            <a:r>
              <a:rPr lang="en-US" sz="1200" kern="1200" dirty="0">
                <a:solidFill>
                  <a:schemeClr val="tx1"/>
                </a:solidFill>
                <a:effectLst/>
                <a:latin typeface="Times New Roman" pitchFamily="18" charset="0"/>
                <a:ea typeface="+mn-ea"/>
                <a:cs typeface="+mn-cs"/>
              </a:rPr>
              <a:t>Information should be copied prior to examination. There are two reasons it is important to not touch the actual evidence any more than is absolutely necessary. First, each time the information is touched, there is a chance it may be altered. Another reason is that another investigator may need to examine the original evidence.</a:t>
            </a:r>
            <a:endParaRPr lang="en-US" dirty="0">
              <a:effectLst/>
            </a:endParaRP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Comply with the rules of evidence.</a:t>
            </a:r>
          </a:p>
          <a:p>
            <a:r>
              <a:rPr lang="en-US" sz="1200" kern="1200" dirty="0">
                <a:solidFill>
                  <a:schemeClr val="tx1"/>
                </a:solidFill>
                <a:effectLst/>
                <a:latin typeface="Times New Roman" pitchFamily="18" charset="0"/>
                <a:ea typeface="+mn-ea"/>
                <a:cs typeface="+mn-cs"/>
              </a:rPr>
              <a:t>Rules of evidence govern whether, when, how, and why proof of a legal case can be placed before a judge or jury. A forensic specialist must keep in mind general rules of evidence (such as the chain of custody and the Daubert standard) as well as be aware of the rules particular to the individual jurisdiction.</a:t>
            </a:r>
            <a:endParaRPr lang="en-US" dirty="0">
              <a:effectLst/>
            </a:endParaRP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Avoid exceeding one’s knowledge.</a:t>
            </a:r>
            <a:endParaRPr lang="en-US" b="1" dirty="0">
              <a:effectLst/>
            </a:endParaRPr>
          </a:p>
          <a:p>
            <a:r>
              <a:rPr lang="en-US" sz="1200" kern="1200" dirty="0">
                <a:solidFill>
                  <a:schemeClr val="tx1"/>
                </a:solidFill>
                <a:effectLst/>
                <a:latin typeface="Times New Roman" pitchFamily="18" charset="0"/>
                <a:ea typeface="+mn-ea"/>
                <a:cs typeface="+mn-cs"/>
              </a:rPr>
              <a:t>Overextending beyond one’s knowledge or skills is likely to come out at trial. It is a good idea to adopt this standard: Never testify or write an expert report unless you are very sure of your expertise in the relevant technologies, and very comfortable with the conclusions you are presenting.</a:t>
            </a:r>
            <a:endParaRPr lang="en-US" dirty="0">
              <a:effectLst/>
            </a:endParaRPr>
          </a:p>
          <a:p>
            <a:pPr lvl="0"/>
            <a:endParaRPr lang="en-US" sz="1200"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Create an analysis plan.</a:t>
            </a:r>
            <a:endParaRPr lang="en-US" b="1" dirty="0">
              <a:effectLst/>
            </a:endParaRPr>
          </a:p>
          <a:p>
            <a:r>
              <a:rPr lang="en-US" sz="1200" kern="1200" dirty="0">
                <a:solidFill>
                  <a:schemeClr val="tx1"/>
                </a:solidFill>
                <a:effectLst/>
                <a:latin typeface="Times New Roman" pitchFamily="18" charset="0"/>
                <a:ea typeface="+mn-ea"/>
                <a:cs typeface="+mn-cs"/>
              </a:rPr>
              <a:t>An analysis plan guides your work. The plan should address how you will gather evidence, concerns about evidence being changed or destroyed, the tools appropriate to the type investigation, etc. In addition, the plan should include an order of volatility, so that the most volatile evidence is collected prior to less volatile evidence.</a:t>
            </a:r>
            <a:endParaRPr lang="en-US" dirty="0">
              <a:effectLst/>
            </a:endParaRPr>
          </a:p>
          <a:p>
            <a:pPr lvl="0"/>
            <a:endParaRPr lang="en-US" sz="1200" kern="1200" dirty="0">
              <a:solidFill>
                <a:schemeClr val="tx1"/>
              </a:solidFill>
              <a:effectLst/>
              <a:latin typeface="Times New Roman" pitchFamily="18" charset="0"/>
              <a:ea typeface="+mn-ea"/>
              <a:cs typeface="+mn-cs"/>
            </a:endParaRPr>
          </a:p>
        </p:txBody>
      </p:sp>
      <p:sp>
        <p:nvSpPr>
          <p:cNvPr id="39940" name="Date Placeholder 3"/>
          <p:cNvSpPr>
            <a:spLocks noGrp="1"/>
          </p:cNvSpPr>
          <p:nvPr>
            <p:ph type="dt" sz="quarter" idx="1"/>
          </p:nvPr>
        </p:nvSpPr>
        <p:spPr>
          <a:noFill/>
        </p:spPr>
        <p:txBody>
          <a:bodyPr/>
          <a:lstStyle/>
          <a:p>
            <a:pPr defTabSz="931863"/>
            <a:fld id="{45ACB36A-B612-4A50-9212-50D340BD5B5B}" type="datetime1">
              <a:rPr lang="en-US" smtClean="0"/>
              <a:pPr defTabSz="931863"/>
              <a:t>10/31/2025</a:t>
            </a:fld>
            <a:endParaRPr lang="en-US" dirty="0"/>
          </a:p>
        </p:txBody>
      </p:sp>
      <p:sp>
        <p:nvSpPr>
          <p:cNvPr id="39941" name="Footer Placeholder 4"/>
          <p:cNvSpPr>
            <a:spLocks noGrp="1"/>
          </p:cNvSpPr>
          <p:nvPr>
            <p:ph type="ftr" sz="quarter" idx="4"/>
          </p:nvPr>
        </p:nvSpPr>
        <p:spPr>
          <a:noFill/>
        </p:spPr>
        <p:txBody>
          <a:bodyPr/>
          <a:lstStyle/>
          <a:p>
            <a:pPr defTabSz="931863"/>
            <a:endParaRPr lang="en-US" dirty="0"/>
          </a:p>
        </p:txBody>
      </p:sp>
      <p:sp>
        <p:nvSpPr>
          <p:cNvPr id="39942" name="Slide Number Placeholder 5"/>
          <p:cNvSpPr>
            <a:spLocks noGrp="1"/>
          </p:cNvSpPr>
          <p:nvPr>
            <p:ph type="sldNum" sz="quarter" idx="5"/>
          </p:nvPr>
        </p:nvSpPr>
        <p:spPr>
          <a:noFill/>
        </p:spPr>
        <p:txBody>
          <a:bodyPr/>
          <a:lstStyle/>
          <a:p>
            <a:pPr defTabSz="931863"/>
            <a:fld id="{81DFCB42-EB4C-4662-8E90-59A15BF893F4}" type="slidenum">
              <a:rPr lang="en-US" smtClean="0"/>
              <a:pPr defTabSz="931863"/>
              <a:t>4</a:t>
            </a:fld>
            <a:endParaRPr lang="en-US" dirty="0"/>
          </a:p>
        </p:txBody>
      </p:sp>
    </p:spTree>
    <p:extLst>
      <p:ext uri="{BB962C8B-B14F-4D97-AF65-F5344CB8AC3E}">
        <p14:creationId xmlns:p14="http://schemas.microsoft.com/office/powerpoint/2010/main" val="3639228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r>
              <a:rPr lang="en-US" dirty="0"/>
              <a:t>Life span: How long information is valid. More volatile information tends to have a shorter life span.</a:t>
            </a:r>
          </a:p>
          <a:p>
            <a:endParaRPr lang="en-US" dirty="0"/>
          </a:p>
          <a:p>
            <a:r>
              <a:rPr lang="en-US" dirty="0"/>
              <a:t>Bit-level: Bit level is information at the level of actual 1s and 0s stored in memory or on the storage device, as opposed to going through the file system’s interpretation.</a:t>
            </a:r>
          </a:p>
          <a:p>
            <a:endParaRPr lang="en-US" dirty="0"/>
          </a:p>
        </p:txBody>
      </p:sp>
      <p:sp>
        <p:nvSpPr>
          <p:cNvPr id="38916" name="Date Placeholder 3"/>
          <p:cNvSpPr>
            <a:spLocks noGrp="1"/>
          </p:cNvSpPr>
          <p:nvPr>
            <p:ph type="dt" sz="quarter" idx="1"/>
          </p:nvPr>
        </p:nvSpPr>
        <p:spPr>
          <a:noFill/>
        </p:spPr>
        <p:txBody>
          <a:bodyPr/>
          <a:lstStyle/>
          <a:p>
            <a:pPr defTabSz="931863"/>
            <a:fld id="{0EA6DCD4-F3FC-4DA8-9FF8-379E9E2E972F}" type="datetime1">
              <a:rPr lang="en-US" smtClean="0"/>
              <a:pPr defTabSz="931863"/>
              <a:t>10/31/2025</a:t>
            </a:fld>
            <a:endParaRPr lang="en-US" dirty="0"/>
          </a:p>
        </p:txBody>
      </p:sp>
      <p:sp>
        <p:nvSpPr>
          <p:cNvPr id="38917" name="Footer Placeholder 4"/>
          <p:cNvSpPr>
            <a:spLocks noGrp="1"/>
          </p:cNvSpPr>
          <p:nvPr>
            <p:ph type="ftr" sz="quarter" idx="4"/>
          </p:nvPr>
        </p:nvSpPr>
        <p:spPr>
          <a:noFill/>
        </p:spPr>
        <p:txBody>
          <a:bodyPr/>
          <a:lstStyle/>
          <a:p>
            <a:pPr defTabSz="931863"/>
            <a:endParaRPr lang="en-US" dirty="0"/>
          </a:p>
        </p:txBody>
      </p:sp>
      <p:sp>
        <p:nvSpPr>
          <p:cNvPr id="38918" name="Slide Number Placeholder 5"/>
          <p:cNvSpPr>
            <a:spLocks noGrp="1"/>
          </p:cNvSpPr>
          <p:nvPr>
            <p:ph type="sldNum" sz="quarter" idx="5"/>
          </p:nvPr>
        </p:nvSpPr>
        <p:spPr>
          <a:noFill/>
        </p:spPr>
        <p:txBody>
          <a:bodyPr/>
          <a:lstStyle/>
          <a:p>
            <a:pPr defTabSz="931863"/>
            <a:fld id="{40A9E368-7FCB-4185-83C6-31012163D63B}" type="slidenum">
              <a:rPr lang="en-US" smtClean="0"/>
              <a:pPr defTabSz="931863"/>
              <a:t>5</a:t>
            </a:fld>
            <a:endParaRPr lang="en-US" dirty="0"/>
          </a:p>
        </p:txBody>
      </p:sp>
    </p:spTree>
    <p:extLst>
      <p:ext uri="{BB962C8B-B14F-4D97-AF65-F5344CB8AC3E}">
        <p14:creationId xmlns:p14="http://schemas.microsoft.com/office/powerpoint/2010/main" val="1289035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U.S. Department of Defense (DoD) forensic standards</a:t>
            </a:r>
          </a:p>
          <a:p>
            <a:r>
              <a:rPr lang="en-US" sz="1200" b="0" kern="1200" dirty="0">
                <a:solidFill>
                  <a:schemeClr val="tx1"/>
                </a:solidFill>
                <a:effectLst/>
                <a:latin typeface="Times New Roman" pitchFamily="18" charset="0"/>
                <a:ea typeface="+mn-ea"/>
                <a:cs typeface="+mn-cs"/>
              </a:rPr>
              <a:t>Th</a:t>
            </a:r>
            <a:r>
              <a:rPr lang="en-US" sz="1200" kern="1200" dirty="0">
                <a:solidFill>
                  <a:schemeClr val="tx1"/>
                </a:solidFill>
                <a:effectLst/>
                <a:latin typeface="Times New Roman" pitchFamily="18" charset="0"/>
                <a:ea typeface="+mn-ea"/>
                <a:cs typeface="+mn-cs"/>
              </a:rPr>
              <a:t>e U.S. Department of Defense (DoD) coordinates and supervises agencies and functions of the government related to national security and the U.S. armed forces. The DoD Cyber Crime Center (DC3) sets standards for digital evidence processing, analysis, and diagnostics. It is involved with DoD investigations that require computer forensics support to detect, enhance, or recover digital media. DC3 is also involved in criminal law enforcement forensics and counterintelligence. In addition, DC3 provides computer investigation training for forensic examiners, investigators, system administrators, and others. </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The Digital Forensic Research Workshop (DFRWS) framework</a:t>
            </a:r>
          </a:p>
          <a:p>
            <a:r>
              <a:rPr lang="en-US" sz="1200" kern="1200" dirty="0">
                <a:solidFill>
                  <a:schemeClr val="tx1"/>
                </a:solidFill>
                <a:effectLst/>
                <a:latin typeface="Times New Roman" pitchFamily="18" charset="0"/>
                <a:ea typeface="+mn-ea"/>
                <a:cs typeface="+mn-cs"/>
              </a:rPr>
              <a:t>The DFRWS is a non-profit, volunteer organization with a goal of enhancing the sharing of knowledge and ideas about digital forensic research. The DFRWS digital investigation framework is a matrix with six classes: </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Identification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Preservation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Collection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Examination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Analysis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Presentation</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Scientific Working Group on Digital Evidence (SWGDE) framework</a:t>
            </a:r>
          </a:p>
          <a:p>
            <a:r>
              <a:rPr lang="en-US" sz="1200" kern="1200" dirty="0">
                <a:solidFill>
                  <a:schemeClr val="tx1"/>
                </a:solidFill>
                <a:effectLst/>
                <a:latin typeface="Times New Roman" pitchFamily="18" charset="0"/>
                <a:ea typeface="+mn-ea"/>
                <a:cs typeface="+mn-cs"/>
              </a:rPr>
              <a:t>The Scientific Working Group on Digital Evidence (SWGDE) promotes a framework process that includes four stages:</a:t>
            </a:r>
          </a:p>
          <a:p>
            <a:pPr marL="17145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Collect</a:t>
            </a:r>
          </a:p>
          <a:p>
            <a:pPr marL="17145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Preserve</a:t>
            </a:r>
          </a:p>
          <a:p>
            <a:pPr marL="17145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Examine</a:t>
            </a:r>
          </a:p>
          <a:p>
            <a:pPr marL="17145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Transfer</a:t>
            </a:r>
          </a:p>
          <a:p>
            <a:r>
              <a:rPr lang="en-US" sz="1200" kern="1200" dirty="0">
                <a:solidFill>
                  <a:schemeClr val="tx1"/>
                </a:solidFill>
                <a:effectLst/>
                <a:latin typeface="Times New Roman" pitchFamily="18" charset="0"/>
                <a:ea typeface="+mn-ea"/>
                <a:cs typeface="+mn-cs"/>
              </a:rPr>
              <a:t>That final step means any sort of transfer. This includes moving evidence from the lab to a court, or even returning evidence when no longer needed.</a:t>
            </a:r>
          </a:p>
          <a:p>
            <a:endParaRPr lang="en-US" sz="1200" kern="1200" dirty="0">
              <a:solidFill>
                <a:schemeClr val="tx1"/>
              </a:solidFill>
              <a:effectLst/>
              <a:latin typeface="Times New Roman" pitchFamily="18" charset="0"/>
              <a:ea typeface="+mn-ea"/>
              <a:cs typeface="+mn-cs"/>
            </a:endParaRPr>
          </a:p>
          <a:p>
            <a:r>
              <a:rPr lang="en-US" sz="1200" b="1" kern="1200" dirty="0">
                <a:solidFill>
                  <a:schemeClr val="tx1"/>
                </a:solidFill>
                <a:effectLst/>
                <a:latin typeface="Times New Roman" pitchFamily="18" charset="0"/>
                <a:ea typeface="+mn-ea"/>
                <a:cs typeface="+mn-cs"/>
              </a:rPr>
              <a:t>An event-based digital forensic investigation framework</a:t>
            </a:r>
          </a:p>
          <a:p>
            <a:r>
              <a:rPr lang="en-US" sz="1200" kern="1200" dirty="0">
                <a:solidFill>
                  <a:schemeClr val="tx1"/>
                </a:solidFill>
                <a:effectLst/>
                <a:latin typeface="Times New Roman" pitchFamily="18" charset="0"/>
                <a:ea typeface="+mn-ea"/>
                <a:cs typeface="+mn-cs"/>
              </a:rPr>
              <a:t>Two researchers at the Center for Education and Research in Information Assurance and Security (CERIAS) at Purdue University proposed a model that is more intuitive and flexible than the DFRWS framework. This model has five primary phases:</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Readiness</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Deployment</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Physical Crime Scene Investigation</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Digital Crime Scene Investigation</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Presentation</a:t>
            </a:r>
          </a:p>
        </p:txBody>
      </p:sp>
    </p:spTree>
    <p:extLst>
      <p:ext uri="{BB962C8B-B14F-4D97-AF65-F5344CB8AC3E}">
        <p14:creationId xmlns:p14="http://schemas.microsoft.com/office/powerpoint/2010/main" val="2267659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Without proper documentation, a forensic specialist has difficulty presenting findings and courts are unlikely to accept investigative results. This methodology includes strong evidence-processing documentation and good chain-of-custody procedures.</a:t>
            </a:r>
            <a:endParaRPr lang="en-US" dirty="0">
              <a:effectLst/>
            </a:endParaRPr>
          </a:p>
          <a:p>
            <a:r>
              <a:rPr lang="en-US" sz="1200" kern="1200" dirty="0">
                <a:solidFill>
                  <a:schemeClr val="tx1"/>
                </a:solidFill>
                <a:effectLst/>
                <a:latin typeface="Times New Roman" pitchFamily="18" charset="0"/>
                <a:ea typeface="+mn-ea"/>
                <a:cs typeface="+mn-cs"/>
              </a:rPr>
              <a:t> </a:t>
            </a:r>
            <a:endParaRPr lang="en-US" dirty="0">
              <a:effectLst/>
            </a:endParaRPr>
          </a:p>
          <a:p>
            <a:r>
              <a:rPr lang="en-US" sz="1200" kern="1200" dirty="0">
                <a:solidFill>
                  <a:schemeClr val="tx1"/>
                </a:solidFill>
                <a:effectLst/>
                <a:latin typeface="Times New Roman" pitchFamily="18" charset="0"/>
                <a:ea typeface="+mn-ea"/>
                <a:cs typeface="+mn-cs"/>
              </a:rPr>
              <a:t>A systems forensics specialist should have a good understanding of:</a:t>
            </a:r>
            <a:endParaRPr lang="en-US" dirty="0">
              <a:effectLst/>
            </a:endParaRPr>
          </a:p>
          <a:p>
            <a:pPr lvl="0"/>
            <a:r>
              <a:rPr lang="en-US" sz="1200" kern="1200" dirty="0">
                <a:solidFill>
                  <a:schemeClr val="tx1"/>
                </a:solidFill>
                <a:effectLst/>
                <a:latin typeface="Times New Roman" pitchFamily="18" charset="0"/>
                <a:ea typeface="+mn-ea"/>
                <a:cs typeface="+mn-cs"/>
              </a:rPr>
              <a:t>Computer hard disks and CDs, and know how to find hidden data in obscure places.</a:t>
            </a:r>
            <a:endParaRPr lang="en-US" dirty="0">
              <a:effectLst/>
            </a:endParaRPr>
          </a:p>
          <a:p>
            <a:pPr lvl="0"/>
            <a:r>
              <a:rPr lang="en-US" sz="1200" kern="1200" dirty="0">
                <a:solidFill>
                  <a:schemeClr val="tx1"/>
                </a:solidFill>
                <a:effectLst/>
                <a:latin typeface="Times New Roman" pitchFamily="18" charset="0"/>
                <a:ea typeface="+mn-ea"/>
                <a:cs typeface="+mn-cs"/>
              </a:rPr>
              <a:t>The techniques and automated tools used to capture and evaluate </a:t>
            </a:r>
            <a:r>
              <a:rPr lang="en-US" sz="1200" b="1" kern="1200" dirty="0">
                <a:solidFill>
                  <a:schemeClr val="tx1"/>
                </a:solidFill>
                <a:effectLst/>
                <a:latin typeface="Times New Roman" pitchFamily="18" charset="0"/>
                <a:ea typeface="+mn-ea"/>
                <a:cs typeface="+mn-cs"/>
              </a:rPr>
              <a:t>file slack </a:t>
            </a:r>
            <a:r>
              <a:rPr lang="en-US" sz="1200" kern="1200" dirty="0">
                <a:solidFill>
                  <a:schemeClr val="tx1"/>
                </a:solidFill>
                <a:effectLst/>
                <a:latin typeface="Times New Roman" pitchFamily="18" charset="0"/>
                <a:ea typeface="+mn-ea"/>
                <a:cs typeface="+mn-cs"/>
              </a:rPr>
              <a:t>or </a:t>
            </a:r>
            <a:r>
              <a:rPr lang="en-US" sz="1200" b="1" kern="1200" dirty="0">
                <a:solidFill>
                  <a:schemeClr val="tx1"/>
                </a:solidFill>
                <a:effectLst/>
                <a:latin typeface="Times New Roman" pitchFamily="18" charset="0"/>
                <a:ea typeface="+mn-ea"/>
                <a:cs typeface="+mn-cs"/>
              </a:rPr>
              <a:t>slack space</a:t>
            </a:r>
            <a:r>
              <a:rPr lang="en-US" sz="1200" kern="1200" dirty="0">
                <a:solidFill>
                  <a:schemeClr val="tx1"/>
                </a:solidFill>
                <a:effectLst/>
                <a:latin typeface="Times New Roman" pitchFamily="18" charset="0"/>
                <a:ea typeface="+mn-ea"/>
                <a:cs typeface="+mn-cs"/>
              </a:rPr>
              <a:t>.</a:t>
            </a:r>
            <a:br>
              <a:rPr lang="en-US" sz="1200" kern="1200" dirty="0">
                <a:solidFill>
                  <a:schemeClr val="tx1"/>
                </a:solidFill>
                <a:effectLst/>
                <a:latin typeface="Times New Roman" pitchFamily="18" charset="0"/>
                <a:ea typeface="+mn-ea"/>
                <a:cs typeface="+mn-cs"/>
              </a:rPr>
            </a:br>
            <a:endParaRPr lang="en-US" dirty="0">
              <a:effectLst/>
            </a:endParaRPr>
          </a:p>
        </p:txBody>
      </p:sp>
      <p:sp>
        <p:nvSpPr>
          <p:cNvPr id="38916" name="Date Placeholder 3"/>
          <p:cNvSpPr>
            <a:spLocks noGrp="1"/>
          </p:cNvSpPr>
          <p:nvPr>
            <p:ph type="dt" sz="quarter" idx="1"/>
          </p:nvPr>
        </p:nvSpPr>
        <p:spPr>
          <a:noFill/>
        </p:spPr>
        <p:txBody>
          <a:bodyPr/>
          <a:lstStyle/>
          <a:p>
            <a:pPr defTabSz="931863"/>
            <a:fld id="{0EA6DCD4-F3FC-4DA8-9FF8-379E9E2E972F}" type="datetime1">
              <a:rPr lang="en-US" smtClean="0"/>
              <a:pPr defTabSz="931863"/>
              <a:t>10/31/2025</a:t>
            </a:fld>
            <a:endParaRPr lang="en-US" dirty="0"/>
          </a:p>
        </p:txBody>
      </p:sp>
      <p:sp>
        <p:nvSpPr>
          <p:cNvPr id="38917" name="Footer Placeholder 4"/>
          <p:cNvSpPr>
            <a:spLocks noGrp="1"/>
          </p:cNvSpPr>
          <p:nvPr>
            <p:ph type="ftr" sz="quarter" idx="4"/>
          </p:nvPr>
        </p:nvSpPr>
        <p:spPr>
          <a:noFill/>
        </p:spPr>
        <p:txBody>
          <a:bodyPr/>
          <a:lstStyle/>
          <a:p>
            <a:pPr defTabSz="931863"/>
            <a:endParaRPr lang="en-US" dirty="0"/>
          </a:p>
        </p:txBody>
      </p:sp>
      <p:sp>
        <p:nvSpPr>
          <p:cNvPr id="38918" name="Slide Number Placeholder 5"/>
          <p:cNvSpPr>
            <a:spLocks noGrp="1"/>
          </p:cNvSpPr>
          <p:nvPr>
            <p:ph type="sldNum" sz="quarter" idx="5"/>
          </p:nvPr>
        </p:nvSpPr>
        <p:spPr>
          <a:noFill/>
        </p:spPr>
        <p:txBody>
          <a:bodyPr/>
          <a:lstStyle/>
          <a:p>
            <a:pPr defTabSz="931863"/>
            <a:fld id="{40A9E368-7FCB-4185-83C6-31012163D63B}" type="slidenum">
              <a:rPr lang="en-US" smtClean="0"/>
              <a:pPr defTabSz="931863"/>
              <a:t>7</a:t>
            </a:fld>
            <a:endParaRPr lang="en-US" dirty="0"/>
          </a:p>
        </p:txBody>
      </p:sp>
    </p:spTree>
    <p:extLst>
      <p:ext uri="{BB962C8B-B14F-4D97-AF65-F5344CB8AC3E}">
        <p14:creationId xmlns:p14="http://schemas.microsoft.com/office/powerpoint/2010/main" val="1712420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r>
              <a:rPr lang="en-US" dirty="0">
                <a:effectLst/>
              </a:rPr>
              <a:t>Hard disk or CD segmented into clusters of a particular size</a:t>
            </a:r>
          </a:p>
          <a:p>
            <a:r>
              <a:rPr lang="en-US" dirty="0">
                <a:effectLst/>
              </a:rPr>
              <a:t>Each cluster holds a single file or part of a file</a:t>
            </a:r>
          </a:p>
          <a:p>
            <a:endParaRPr lang="en-US" dirty="0">
              <a:effectLst/>
            </a:endParaRPr>
          </a:p>
          <a:p>
            <a:r>
              <a:rPr lang="en-US" dirty="0">
                <a:effectLst/>
              </a:rPr>
              <a:t>If you write a 1-kilobyte (KB) file to a disk that has a cluster size of 4 KB, the last 3 KB of the cluster are wasted.</a:t>
            </a:r>
          </a:p>
          <a:p>
            <a:r>
              <a:rPr lang="en-US" dirty="0">
                <a:effectLst/>
              </a:rPr>
              <a:t>This unused space between the logical end of file and the physical end of file is known as </a:t>
            </a:r>
            <a:r>
              <a:rPr lang="en-US" b="1" dirty="0">
                <a:effectLst/>
              </a:rPr>
              <a:t>file slack or slack space</a:t>
            </a:r>
            <a:r>
              <a:rPr lang="en-US" dirty="0">
                <a:effectLst/>
              </a:rPr>
              <a:t>.</a:t>
            </a:r>
          </a:p>
          <a:p>
            <a:endParaRPr lang="en-US" dirty="0">
              <a:effectLst/>
            </a:endParaRPr>
          </a:p>
          <a:p>
            <a:r>
              <a:rPr lang="en-US" dirty="0">
                <a:effectLst/>
              </a:rPr>
              <a:t>Most computer users have no idea that they’re creating slack space as they use a computer.</a:t>
            </a:r>
          </a:p>
          <a:p>
            <a:r>
              <a:rPr lang="en-US" dirty="0">
                <a:effectLst/>
              </a:rPr>
              <a:t>In addition, pieces of a file may remain even after you delete it. </a:t>
            </a:r>
          </a:p>
          <a:p>
            <a:endParaRPr lang="en-US" dirty="0">
              <a:effectLst/>
            </a:endParaRPr>
          </a:p>
          <a:p>
            <a:r>
              <a:rPr lang="en-US" dirty="0">
                <a:effectLst/>
              </a:rPr>
              <a:t>Residual information in file slack is not necessarily overwritten when you create a new file.</a:t>
            </a:r>
          </a:p>
          <a:p>
            <a:r>
              <a:rPr lang="en-US" dirty="0">
                <a:effectLst/>
              </a:rPr>
              <a:t>File slack is therefore a source of potential security leaks involving passwords, network logons, email, database</a:t>
            </a:r>
          </a:p>
          <a:p>
            <a:r>
              <a:rPr lang="en-US" dirty="0">
                <a:effectLst/>
              </a:rPr>
              <a:t>entries, images, and word processing documents.</a:t>
            </a:r>
          </a:p>
        </p:txBody>
      </p:sp>
      <p:sp>
        <p:nvSpPr>
          <p:cNvPr id="38916" name="Date Placeholder 3"/>
          <p:cNvSpPr>
            <a:spLocks noGrp="1"/>
          </p:cNvSpPr>
          <p:nvPr>
            <p:ph type="dt" sz="quarter" idx="1"/>
          </p:nvPr>
        </p:nvSpPr>
        <p:spPr>
          <a:noFill/>
        </p:spPr>
        <p:txBody>
          <a:bodyPr/>
          <a:lstStyle/>
          <a:p>
            <a:pPr defTabSz="931863"/>
            <a:fld id="{0EA6DCD4-F3FC-4DA8-9FF8-379E9E2E972F}" type="datetime1">
              <a:rPr lang="en-US" smtClean="0"/>
              <a:pPr defTabSz="931863"/>
              <a:t>10/31/2025</a:t>
            </a:fld>
            <a:endParaRPr lang="en-US" dirty="0"/>
          </a:p>
        </p:txBody>
      </p:sp>
      <p:sp>
        <p:nvSpPr>
          <p:cNvPr id="38917" name="Footer Placeholder 4"/>
          <p:cNvSpPr>
            <a:spLocks noGrp="1"/>
          </p:cNvSpPr>
          <p:nvPr>
            <p:ph type="ftr" sz="quarter" idx="4"/>
          </p:nvPr>
        </p:nvSpPr>
        <p:spPr>
          <a:noFill/>
        </p:spPr>
        <p:txBody>
          <a:bodyPr/>
          <a:lstStyle/>
          <a:p>
            <a:pPr defTabSz="931863"/>
            <a:endParaRPr lang="en-US" dirty="0"/>
          </a:p>
        </p:txBody>
      </p:sp>
      <p:sp>
        <p:nvSpPr>
          <p:cNvPr id="38918" name="Slide Number Placeholder 5"/>
          <p:cNvSpPr>
            <a:spLocks noGrp="1"/>
          </p:cNvSpPr>
          <p:nvPr>
            <p:ph type="sldNum" sz="quarter" idx="5"/>
          </p:nvPr>
        </p:nvSpPr>
        <p:spPr>
          <a:noFill/>
        </p:spPr>
        <p:txBody>
          <a:bodyPr/>
          <a:lstStyle/>
          <a:p>
            <a:pPr defTabSz="931863"/>
            <a:fld id="{40A9E368-7FCB-4185-83C6-31012163D63B}" type="slidenum">
              <a:rPr lang="en-US" smtClean="0"/>
              <a:pPr defTabSz="931863"/>
              <a:t>8</a:t>
            </a:fld>
            <a:endParaRPr lang="en-US" dirty="0"/>
          </a:p>
        </p:txBody>
      </p:sp>
    </p:spTree>
    <p:extLst>
      <p:ext uri="{BB962C8B-B14F-4D97-AF65-F5344CB8AC3E}">
        <p14:creationId xmlns:p14="http://schemas.microsoft.com/office/powerpoint/2010/main" val="356069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p:spPr>
        <p:txBody>
          <a:bodyPr/>
          <a:lstStyle/>
          <a:p>
            <a:pPr lvl="0"/>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4054132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Forensic specialists should take the following measures when gathering evidence:</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Avoid changing the evidence—Forensic specialists should:</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Photograph equipment in place before removing it</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Label wires and sockets so computers and peripherals can be reassembled in a laboratory exactly as they were in the original location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Transport computers, peripherals, and media carefully to avoid heat damage or jostling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Avoid touching original computer hard disks and CDs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Make exact bit-by-bit copies and store the copies on a medium that cannot be altered, such as a CD-ROM</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Determine when evidence was created—Forensic specialists should not trust a computer’s internal clock or activity logs. Before logs disappear, an investigator should capture:</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time a document was created</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last time it was opened</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last time it was changed</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Trust only physical evidence—The physical level of magnetic materials is where the 1s and 0s of data are recorded. In system forensics, only this physical level is </a:t>
            </a:r>
          </a:p>
          <a:p>
            <a:pPr lvl="0"/>
            <a:r>
              <a:rPr lang="en-US" sz="1200" kern="1200" dirty="0">
                <a:solidFill>
                  <a:schemeClr val="tx1"/>
                </a:solidFill>
                <a:effectLst/>
                <a:latin typeface="Times New Roman" pitchFamily="18" charset="0"/>
                <a:ea typeface="+mn-ea"/>
                <a:cs typeface="+mn-cs"/>
              </a:rPr>
              <a:t>real. A forensic specialist should consider everything else untrustworthy.</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Search throughout a device—Forensic specialists must search at the bit level across a wide range of areas inside a computer, including: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Email and temporary files in the operating system and in databases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Swap files that hold data temporarily, logical file structures, and slack and free space on the hard drive</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Software settings and script files that perform preset activities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Web browser data caches, bookmarks and history, and session logs that record patterns of usage</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Present the evidence well—Forensic examiners must present computer evidence in a logical, compelling, and persuasive manner. The evidence should be solid enough that a defense counsel cannot rebut it. A forensic specialist must create a step-by-step reconstruction of actions, with documented dates and times. The specialist’s testimony must explain simply and clearly what a suspect did or did not do.</a:t>
            </a:r>
          </a:p>
          <a:p>
            <a:endParaRPr lang="en-US" dirty="0"/>
          </a:p>
        </p:txBody>
      </p:sp>
    </p:spTree>
    <p:extLst>
      <p:ext uri="{BB962C8B-B14F-4D97-AF65-F5344CB8AC3E}">
        <p14:creationId xmlns:p14="http://schemas.microsoft.com/office/powerpoint/2010/main" val="3527776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r>
              <a:rPr lang="en-US" b="1" dirty="0">
                <a:effectLst/>
              </a:rPr>
              <a:t>Expert reports</a:t>
            </a:r>
          </a:p>
          <a:p>
            <a:r>
              <a:rPr lang="en-US" dirty="0">
                <a:effectLst/>
              </a:rPr>
              <a:t>An expert report is a formal document that details the expert’s findings. Considerations include:</a:t>
            </a:r>
          </a:p>
          <a:p>
            <a:r>
              <a:rPr lang="en-US" dirty="0">
                <a:effectLst/>
              </a:rPr>
              <a:t>The format of the report—You should list all items, documents, and evidence considered along with the details of any tests you performed, analysis done, and your conclusion. You should list your entire </a:t>
            </a:r>
            <a:r>
              <a:rPr lang="en-US" b="1" dirty="0">
                <a:effectLst/>
              </a:rPr>
              <a:t>curriculum vitae (CV) </a:t>
            </a:r>
            <a:r>
              <a:rPr lang="en-US" dirty="0">
                <a:effectLst/>
              </a:rPr>
              <a:t>in an appendix. </a:t>
            </a:r>
          </a:p>
          <a:p>
            <a:r>
              <a:rPr lang="en-US" dirty="0">
                <a:effectLst/>
              </a:rPr>
              <a:t>Thoroughness—In most jurisdictions, if it is not in your report, you are not allowed to testify about it at trial. Be thorough.</a:t>
            </a:r>
          </a:p>
          <a:p>
            <a:r>
              <a:rPr lang="en-US" dirty="0">
                <a:effectLst/>
              </a:rPr>
              <a:t>Back up everything you say—The opposing counsel may have his or her own expert who will testify to different conclusions. It is good to have at least three well-respected references to support any important claims you make.</a:t>
            </a:r>
          </a:p>
          <a:p>
            <a:endParaRPr lang="en-US" dirty="0">
              <a:effectLst/>
            </a:endParaRPr>
          </a:p>
          <a:p>
            <a:endParaRPr lang="en-US" dirty="0">
              <a:effectLst/>
            </a:endParaRPr>
          </a:p>
        </p:txBody>
      </p:sp>
      <p:sp>
        <p:nvSpPr>
          <p:cNvPr id="38916" name="Date Placeholder 3"/>
          <p:cNvSpPr>
            <a:spLocks noGrp="1"/>
          </p:cNvSpPr>
          <p:nvPr>
            <p:ph type="dt" sz="quarter" idx="1"/>
          </p:nvPr>
        </p:nvSpPr>
        <p:spPr>
          <a:noFill/>
        </p:spPr>
        <p:txBody>
          <a:bodyPr/>
          <a:lstStyle/>
          <a:p>
            <a:pPr defTabSz="931863"/>
            <a:fld id="{0EA6DCD4-F3FC-4DA8-9FF8-379E9E2E972F}" type="datetime1">
              <a:rPr lang="en-US" smtClean="0"/>
              <a:pPr defTabSz="931863"/>
              <a:t>10/31/2025</a:t>
            </a:fld>
            <a:endParaRPr lang="en-US" dirty="0"/>
          </a:p>
        </p:txBody>
      </p:sp>
      <p:sp>
        <p:nvSpPr>
          <p:cNvPr id="38917" name="Footer Placeholder 4"/>
          <p:cNvSpPr>
            <a:spLocks noGrp="1"/>
          </p:cNvSpPr>
          <p:nvPr>
            <p:ph type="ftr" sz="quarter" idx="4"/>
          </p:nvPr>
        </p:nvSpPr>
        <p:spPr>
          <a:noFill/>
        </p:spPr>
        <p:txBody>
          <a:bodyPr/>
          <a:lstStyle/>
          <a:p>
            <a:pPr defTabSz="931863"/>
            <a:endParaRPr lang="en-US" dirty="0"/>
          </a:p>
        </p:txBody>
      </p:sp>
      <p:sp>
        <p:nvSpPr>
          <p:cNvPr id="38918" name="Slide Number Placeholder 5"/>
          <p:cNvSpPr>
            <a:spLocks noGrp="1"/>
          </p:cNvSpPr>
          <p:nvPr>
            <p:ph type="sldNum" sz="quarter" idx="5"/>
          </p:nvPr>
        </p:nvSpPr>
        <p:spPr>
          <a:noFill/>
        </p:spPr>
        <p:txBody>
          <a:bodyPr/>
          <a:lstStyle/>
          <a:p>
            <a:pPr defTabSz="931863"/>
            <a:fld id="{40A9E368-7FCB-4185-83C6-31012163D63B}" type="slidenum">
              <a:rPr lang="en-US" smtClean="0"/>
              <a:pPr defTabSz="931863"/>
              <a:t>11</a:t>
            </a:fld>
            <a:endParaRPr lang="en-US" dirty="0"/>
          </a:p>
        </p:txBody>
      </p:sp>
    </p:spTree>
    <p:extLst>
      <p:ext uri="{BB962C8B-B14F-4D97-AF65-F5344CB8AC3E}">
        <p14:creationId xmlns:p14="http://schemas.microsoft.com/office/powerpoint/2010/main" val="1328244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pPr marL="0" indent="0">
              <a:buFontTx/>
              <a:buNone/>
            </a:pPr>
            <a:endParaRPr lang="en-US" dirty="0"/>
          </a:p>
        </p:txBody>
      </p:sp>
      <p:sp>
        <p:nvSpPr>
          <p:cNvPr id="43012" name="Date Placeholder 3"/>
          <p:cNvSpPr>
            <a:spLocks noGrp="1"/>
          </p:cNvSpPr>
          <p:nvPr>
            <p:ph type="dt" sz="quarter" idx="1"/>
          </p:nvPr>
        </p:nvSpPr>
        <p:spPr>
          <a:noFill/>
        </p:spPr>
        <p:txBody>
          <a:bodyPr/>
          <a:lstStyle/>
          <a:p>
            <a:pPr defTabSz="931863"/>
            <a:fld id="{C7D8DF48-76DD-4E39-8217-994F507B3351}" type="datetime1">
              <a:rPr lang="en-US" smtClean="0"/>
              <a:pPr defTabSz="931863"/>
              <a:t>10/31/2025</a:t>
            </a:fld>
            <a:endParaRPr lang="en-US" dirty="0"/>
          </a:p>
        </p:txBody>
      </p:sp>
      <p:sp>
        <p:nvSpPr>
          <p:cNvPr id="43013" name="Footer Placeholder 4"/>
          <p:cNvSpPr>
            <a:spLocks noGrp="1"/>
          </p:cNvSpPr>
          <p:nvPr>
            <p:ph type="ftr" sz="quarter" idx="4"/>
          </p:nvPr>
        </p:nvSpPr>
        <p:spPr>
          <a:noFill/>
        </p:spPr>
        <p:txBody>
          <a:bodyPr/>
          <a:lstStyle/>
          <a:p>
            <a:pPr defTabSz="931863"/>
            <a:endParaRPr lang="en-US" dirty="0"/>
          </a:p>
        </p:txBody>
      </p:sp>
      <p:sp>
        <p:nvSpPr>
          <p:cNvPr id="43014" name="Slide Number Placeholder 5"/>
          <p:cNvSpPr>
            <a:spLocks noGrp="1"/>
          </p:cNvSpPr>
          <p:nvPr>
            <p:ph type="sldNum" sz="quarter" idx="5"/>
          </p:nvPr>
        </p:nvSpPr>
        <p:spPr>
          <a:noFill/>
        </p:spPr>
        <p:txBody>
          <a:bodyPr/>
          <a:lstStyle/>
          <a:p>
            <a:pPr defTabSz="931863"/>
            <a:fld id="{66B30DE2-668C-4D9A-ADC1-A126096E5847}" type="slidenum">
              <a:rPr lang="en-US" smtClean="0"/>
              <a:pPr defTabSz="931863"/>
              <a:t>12</a:t>
            </a:fld>
            <a:endParaRPr lang="en-US" dirty="0"/>
          </a:p>
        </p:txBody>
      </p:sp>
    </p:spTree>
    <p:extLst>
      <p:ext uri="{BB962C8B-B14F-4D97-AF65-F5344CB8AC3E}">
        <p14:creationId xmlns:p14="http://schemas.microsoft.com/office/powerpoint/2010/main" val="2651427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r>
              <a:rPr lang="en-US" dirty="0"/>
              <a:t>Different types of organizations have different budgets.</a:t>
            </a:r>
          </a:p>
          <a:p>
            <a:endParaRPr lang="en-US" dirty="0"/>
          </a:p>
          <a:p>
            <a:r>
              <a:rPr lang="en-US" dirty="0"/>
              <a:t>The lab will require different types of computers to facilitate multiple types of analysis.</a:t>
            </a:r>
          </a:p>
          <a:p>
            <a:endParaRPr lang="en-US" dirty="0"/>
          </a:p>
          <a:p>
            <a:r>
              <a:rPr lang="en-US" dirty="0"/>
              <a:t>The storage requirements for a lab depend on the volume of cases.</a:t>
            </a:r>
          </a:p>
          <a:p>
            <a:endParaRPr lang="en-US" dirty="0"/>
          </a:p>
          <a:p>
            <a:r>
              <a:rPr lang="en-US" dirty="0"/>
              <a:t>The lab also needs to be stocked to handle current technologies as well as legacy technologies.</a:t>
            </a:r>
          </a:p>
          <a:p>
            <a:endParaRPr lang="en-US" dirty="0"/>
          </a:p>
        </p:txBody>
      </p:sp>
      <p:sp>
        <p:nvSpPr>
          <p:cNvPr id="44036" name="Date Placeholder 3"/>
          <p:cNvSpPr>
            <a:spLocks noGrp="1"/>
          </p:cNvSpPr>
          <p:nvPr>
            <p:ph type="dt" sz="quarter" idx="1"/>
          </p:nvPr>
        </p:nvSpPr>
        <p:spPr>
          <a:noFill/>
        </p:spPr>
        <p:txBody>
          <a:bodyPr/>
          <a:lstStyle/>
          <a:p>
            <a:pPr defTabSz="931863"/>
            <a:fld id="{D6858F8F-8269-41F2-8516-CF043DF36F8A}" type="datetime1">
              <a:rPr lang="en-US" smtClean="0"/>
              <a:pPr defTabSz="931863"/>
              <a:t>10/31/2025</a:t>
            </a:fld>
            <a:endParaRPr lang="en-US" dirty="0"/>
          </a:p>
        </p:txBody>
      </p:sp>
      <p:sp>
        <p:nvSpPr>
          <p:cNvPr id="44037" name="Footer Placeholder 4"/>
          <p:cNvSpPr>
            <a:spLocks noGrp="1"/>
          </p:cNvSpPr>
          <p:nvPr>
            <p:ph type="ftr" sz="quarter" idx="4"/>
          </p:nvPr>
        </p:nvSpPr>
        <p:spPr>
          <a:noFill/>
        </p:spPr>
        <p:txBody>
          <a:bodyPr/>
          <a:lstStyle/>
          <a:p>
            <a:pPr defTabSz="931863"/>
            <a:endParaRPr lang="en-US" dirty="0"/>
          </a:p>
        </p:txBody>
      </p:sp>
      <p:sp>
        <p:nvSpPr>
          <p:cNvPr id="44038" name="Slide Number Placeholder 5"/>
          <p:cNvSpPr>
            <a:spLocks noGrp="1"/>
          </p:cNvSpPr>
          <p:nvPr>
            <p:ph type="sldNum" sz="quarter" idx="5"/>
          </p:nvPr>
        </p:nvSpPr>
        <p:spPr>
          <a:noFill/>
        </p:spPr>
        <p:txBody>
          <a:bodyPr/>
          <a:lstStyle/>
          <a:p>
            <a:pPr defTabSz="931863"/>
            <a:fld id="{A0CF01A7-6B6A-44FB-90EB-F8DB9D0A3398}" type="slidenum">
              <a:rPr lang="en-US" smtClean="0"/>
              <a:pPr defTabSz="931863"/>
              <a:t>13</a:t>
            </a:fld>
            <a:endParaRPr lang="en-US" dirty="0"/>
          </a:p>
        </p:txBody>
      </p:sp>
    </p:spTree>
    <p:extLst>
      <p:ext uri="{BB962C8B-B14F-4D97-AF65-F5344CB8AC3E}">
        <p14:creationId xmlns:p14="http://schemas.microsoft.com/office/powerpoint/2010/main" val="3976741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endParaRPr lang="en-US" dirty="0"/>
          </a:p>
          <a:p>
            <a:endParaRPr lang="en-US" dirty="0"/>
          </a:p>
        </p:txBody>
      </p:sp>
      <p:sp>
        <p:nvSpPr>
          <p:cNvPr id="45060" name="Date Placeholder 3"/>
          <p:cNvSpPr>
            <a:spLocks noGrp="1"/>
          </p:cNvSpPr>
          <p:nvPr>
            <p:ph type="dt" sz="quarter" idx="1"/>
          </p:nvPr>
        </p:nvSpPr>
        <p:spPr>
          <a:noFill/>
        </p:spPr>
        <p:txBody>
          <a:bodyPr/>
          <a:lstStyle/>
          <a:p>
            <a:pPr defTabSz="931863"/>
            <a:fld id="{A55B4DF2-FD62-41FA-B993-ACEE1E163655}" type="datetime1">
              <a:rPr lang="en-US" smtClean="0"/>
              <a:pPr defTabSz="931863"/>
              <a:t>10/31/2025</a:t>
            </a:fld>
            <a:endParaRPr lang="en-US" dirty="0"/>
          </a:p>
        </p:txBody>
      </p:sp>
      <p:sp>
        <p:nvSpPr>
          <p:cNvPr id="45061" name="Footer Placeholder 4"/>
          <p:cNvSpPr>
            <a:spLocks noGrp="1"/>
          </p:cNvSpPr>
          <p:nvPr>
            <p:ph type="ftr" sz="quarter" idx="4"/>
          </p:nvPr>
        </p:nvSpPr>
        <p:spPr>
          <a:noFill/>
        </p:spPr>
        <p:txBody>
          <a:bodyPr/>
          <a:lstStyle/>
          <a:p>
            <a:pPr defTabSz="931863"/>
            <a:endParaRPr lang="en-US" dirty="0"/>
          </a:p>
        </p:txBody>
      </p:sp>
      <p:sp>
        <p:nvSpPr>
          <p:cNvPr id="45062" name="Slide Number Placeholder 5"/>
          <p:cNvSpPr>
            <a:spLocks noGrp="1"/>
          </p:cNvSpPr>
          <p:nvPr>
            <p:ph type="sldNum" sz="quarter" idx="5"/>
          </p:nvPr>
        </p:nvSpPr>
        <p:spPr>
          <a:noFill/>
        </p:spPr>
        <p:txBody>
          <a:bodyPr/>
          <a:lstStyle/>
          <a:p>
            <a:pPr defTabSz="931863"/>
            <a:fld id="{CD600925-E87D-4602-BCFF-D65D0D9CF4B9}" type="slidenum">
              <a:rPr lang="en-US" smtClean="0"/>
              <a:pPr defTabSz="931863"/>
              <a:t>14</a:t>
            </a:fld>
            <a:endParaRPr lang="en-US" dirty="0"/>
          </a:p>
        </p:txBody>
      </p:sp>
    </p:spTree>
    <p:extLst>
      <p:ext uri="{BB962C8B-B14F-4D97-AF65-F5344CB8AC3E}">
        <p14:creationId xmlns:p14="http://schemas.microsoft.com/office/powerpoint/2010/main" val="2241335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endParaRPr lang="en-US" dirty="0"/>
          </a:p>
        </p:txBody>
      </p:sp>
      <p:sp>
        <p:nvSpPr>
          <p:cNvPr id="47108" name="Date Placeholder 3"/>
          <p:cNvSpPr>
            <a:spLocks noGrp="1"/>
          </p:cNvSpPr>
          <p:nvPr>
            <p:ph type="dt" sz="quarter" idx="1"/>
          </p:nvPr>
        </p:nvSpPr>
        <p:spPr>
          <a:noFill/>
        </p:spPr>
        <p:txBody>
          <a:bodyPr/>
          <a:lstStyle/>
          <a:p>
            <a:pPr defTabSz="931863"/>
            <a:fld id="{13B0AE23-8240-4532-9652-B5A4C5B6DD8F}" type="datetime1">
              <a:rPr lang="en-US" smtClean="0"/>
              <a:pPr defTabSz="931863"/>
              <a:t>10/31/2025</a:t>
            </a:fld>
            <a:endParaRPr lang="en-US" dirty="0"/>
          </a:p>
        </p:txBody>
      </p:sp>
      <p:sp>
        <p:nvSpPr>
          <p:cNvPr id="47109" name="Footer Placeholder 4"/>
          <p:cNvSpPr>
            <a:spLocks noGrp="1"/>
          </p:cNvSpPr>
          <p:nvPr>
            <p:ph type="ftr" sz="quarter" idx="4"/>
          </p:nvPr>
        </p:nvSpPr>
        <p:spPr>
          <a:noFill/>
        </p:spPr>
        <p:txBody>
          <a:bodyPr/>
          <a:lstStyle/>
          <a:p>
            <a:pPr defTabSz="931863"/>
            <a:endParaRPr lang="en-US" dirty="0"/>
          </a:p>
        </p:txBody>
      </p:sp>
      <p:sp>
        <p:nvSpPr>
          <p:cNvPr id="47110" name="Slide Number Placeholder 5"/>
          <p:cNvSpPr>
            <a:spLocks noGrp="1"/>
          </p:cNvSpPr>
          <p:nvPr>
            <p:ph type="sldNum" sz="quarter" idx="5"/>
          </p:nvPr>
        </p:nvSpPr>
        <p:spPr>
          <a:noFill/>
        </p:spPr>
        <p:txBody>
          <a:bodyPr/>
          <a:lstStyle/>
          <a:p>
            <a:pPr defTabSz="931863"/>
            <a:fld id="{90EC7748-981D-4CD7-9808-7E295950D431}" type="slidenum">
              <a:rPr lang="en-US" smtClean="0"/>
              <a:pPr defTabSz="931863"/>
              <a:t>15</a:t>
            </a:fld>
            <a:endParaRPr lang="en-US" dirty="0"/>
          </a:p>
        </p:txBody>
      </p:sp>
    </p:spTree>
    <p:extLst>
      <p:ext uri="{BB962C8B-B14F-4D97-AF65-F5344CB8AC3E}">
        <p14:creationId xmlns:p14="http://schemas.microsoft.com/office/powerpoint/2010/main" val="2232295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endParaRPr lang="en-US" dirty="0"/>
          </a:p>
        </p:txBody>
      </p:sp>
      <p:sp>
        <p:nvSpPr>
          <p:cNvPr id="47108" name="Date Placeholder 3"/>
          <p:cNvSpPr>
            <a:spLocks noGrp="1"/>
          </p:cNvSpPr>
          <p:nvPr>
            <p:ph type="dt" sz="quarter" idx="1"/>
          </p:nvPr>
        </p:nvSpPr>
        <p:spPr>
          <a:noFill/>
        </p:spPr>
        <p:txBody>
          <a:bodyPr/>
          <a:lstStyle/>
          <a:p>
            <a:pPr defTabSz="931863"/>
            <a:fld id="{13B0AE23-8240-4532-9652-B5A4C5B6DD8F}" type="datetime1">
              <a:rPr lang="en-US" smtClean="0"/>
              <a:pPr defTabSz="931863"/>
              <a:t>10/31/2025</a:t>
            </a:fld>
            <a:endParaRPr lang="en-US" dirty="0"/>
          </a:p>
        </p:txBody>
      </p:sp>
      <p:sp>
        <p:nvSpPr>
          <p:cNvPr id="47109" name="Footer Placeholder 4"/>
          <p:cNvSpPr>
            <a:spLocks noGrp="1"/>
          </p:cNvSpPr>
          <p:nvPr>
            <p:ph type="ftr" sz="quarter" idx="4"/>
          </p:nvPr>
        </p:nvSpPr>
        <p:spPr>
          <a:noFill/>
        </p:spPr>
        <p:txBody>
          <a:bodyPr/>
          <a:lstStyle/>
          <a:p>
            <a:pPr defTabSz="931863"/>
            <a:endParaRPr lang="en-US" dirty="0"/>
          </a:p>
        </p:txBody>
      </p:sp>
      <p:sp>
        <p:nvSpPr>
          <p:cNvPr id="47110" name="Slide Number Placeholder 5"/>
          <p:cNvSpPr>
            <a:spLocks noGrp="1"/>
          </p:cNvSpPr>
          <p:nvPr>
            <p:ph type="sldNum" sz="quarter" idx="5"/>
          </p:nvPr>
        </p:nvSpPr>
        <p:spPr>
          <a:noFill/>
        </p:spPr>
        <p:txBody>
          <a:bodyPr/>
          <a:lstStyle/>
          <a:p>
            <a:pPr defTabSz="931863"/>
            <a:fld id="{90EC7748-981D-4CD7-9808-7E295950D431}" type="slidenum">
              <a:rPr lang="en-US" smtClean="0"/>
              <a:pPr defTabSz="931863"/>
              <a:t>16</a:t>
            </a:fld>
            <a:endParaRPr lang="en-US" dirty="0"/>
          </a:p>
        </p:txBody>
      </p:sp>
    </p:spTree>
    <p:extLst>
      <p:ext uri="{BB962C8B-B14F-4D97-AF65-F5344CB8AC3E}">
        <p14:creationId xmlns:p14="http://schemas.microsoft.com/office/powerpoint/2010/main" val="3637353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EnCase</a:t>
            </a:r>
          </a:p>
          <a:p>
            <a:r>
              <a:rPr lang="en-US" dirty="0">
                <a:effectLst/>
              </a:rPr>
              <a:t>EnCase is a widely used forensic toolkit. EnCase:</a:t>
            </a:r>
          </a:p>
          <a:p>
            <a:pPr lvl="0"/>
            <a:r>
              <a:rPr lang="en-US" dirty="0">
                <a:effectLst/>
              </a:rPr>
              <a:t>Allows the examiner to connect an Ethernet cable or null modem cable to a suspect machine and to view the data on that machine. </a:t>
            </a:r>
          </a:p>
          <a:p>
            <a:pPr lvl="0"/>
            <a:r>
              <a:rPr lang="en-US" dirty="0">
                <a:effectLst/>
              </a:rPr>
              <a:t>Prevents the examiner from making any accidental changes to the suspect machine.</a:t>
            </a:r>
          </a:p>
          <a:p>
            <a:r>
              <a:rPr lang="en-US" sz="1200" kern="1200" dirty="0">
                <a:solidFill>
                  <a:schemeClr val="tx1"/>
                </a:solidFill>
                <a:effectLst/>
                <a:latin typeface="Times New Roman" pitchFamily="18" charset="0"/>
                <a:ea typeface="+mn-ea"/>
                <a:cs typeface="+mn-cs"/>
              </a:rPr>
              <a:t> </a:t>
            </a:r>
            <a:endParaRPr lang="en-US" dirty="0">
              <a:effectLst/>
            </a:endParaRPr>
          </a:p>
          <a:p>
            <a:r>
              <a:rPr lang="en-US" sz="1200" b="1" kern="1200" dirty="0">
                <a:solidFill>
                  <a:schemeClr val="tx1"/>
                </a:solidFill>
                <a:effectLst/>
                <a:latin typeface="Times New Roman" pitchFamily="18" charset="0"/>
                <a:ea typeface="+mn-ea"/>
                <a:cs typeface="+mn-cs"/>
              </a:rPr>
              <a:t>Forensic Toolkit (FTK)</a:t>
            </a:r>
          </a:p>
          <a:p>
            <a:r>
              <a:rPr lang="en-US" dirty="0">
                <a:effectLst/>
              </a:rPr>
              <a:t>The Forensic Toolkit (FTK) is another widely used forensic analysis tool that is popular with law enforcement. FTK: </a:t>
            </a:r>
          </a:p>
          <a:p>
            <a:pPr lvl="0"/>
            <a:r>
              <a:rPr lang="en-US" dirty="0">
                <a:effectLst/>
              </a:rPr>
              <a:t>Is particularly useful at cracking passwords. </a:t>
            </a:r>
          </a:p>
          <a:p>
            <a:pPr lvl="0"/>
            <a:r>
              <a:rPr lang="en-US" dirty="0">
                <a:effectLst/>
              </a:rPr>
              <a:t>Provides tools to search and analyze the Windows Registry. The Windows Registry is where Windows stores all information regarding any programs installed, including viruses, worms, Trojan horses, hidden programs, and spyware. </a:t>
            </a:r>
          </a:p>
          <a:p>
            <a:pPr lvl="0"/>
            <a:r>
              <a:rPr lang="en-US" dirty="0">
                <a:effectLst/>
              </a:rPr>
              <a:t>Has a robust set of tools for examining email.</a:t>
            </a:r>
          </a:p>
          <a:p>
            <a:pPr lvl="0"/>
            <a:r>
              <a:rPr lang="en-US" dirty="0">
                <a:effectLst/>
              </a:rPr>
              <a:t>Allows for distributed processing. Processing and analysis can be distributed on up to three computers, allowing all three computers to process the analysis in parallel, significantly speeding up the forensic process. </a:t>
            </a:r>
          </a:p>
          <a:p>
            <a:pPr lvl="0"/>
            <a:r>
              <a:rPr lang="en-US" dirty="0">
                <a:effectLst/>
              </a:rPr>
              <a:t>Has an Explicit Image Detection add-on that automatically detects pornographic images. This is very useful in cases involving allegations of child pornography.</a:t>
            </a:r>
          </a:p>
          <a:p>
            <a:r>
              <a:rPr lang="en-US" dirty="0">
                <a:effectLst/>
              </a:rPr>
              <a:t> </a:t>
            </a:r>
          </a:p>
          <a:p>
            <a:r>
              <a:rPr lang="en-US" sz="1200" b="1" kern="1200" dirty="0">
                <a:solidFill>
                  <a:schemeClr val="tx1"/>
                </a:solidFill>
                <a:effectLst/>
                <a:latin typeface="Times New Roman" pitchFamily="18" charset="0"/>
                <a:ea typeface="+mn-ea"/>
                <a:cs typeface="+mn-cs"/>
              </a:rPr>
              <a:t>OSForensics</a:t>
            </a:r>
          </a:p>
          <a:p>
            <a:r>
              <a:rPr lang="en-US" sz="1200" kern="1200" dirty="0">
                <a:solidFill>
                  <a:schemeClr val="tx1"/>
                </a:solidFill>
                <a:effectLst/>
                <a:latin typeface="Times New Roman" pitchFamily="18" charset="0"/>
                <a:ea typeface="+mn-ea"/>
                <a:cs typeface="+mn-cs"/>
              </a:rPr>
              <a:t>Full product is $899, which is a fraction of the cost of many other tools.</a:t>
            </a:r>
          </a:p>
          <a:p>
            <a:r>
              <a:rPr lang="en-US" sz="1200" kern="1200" dirty="0">
                <a:solidFill>
                  <a:schemeClr val="tx1"/>
                </a:solidFill>
                <a:effectLst/>
                <a:latin typeface="Times New Roman" pitchFamily="18" charset="0"/>
                <a:ea typeface="+mn-ea"/>
                <a:cs typeface="+mn-cs"/>
              </a:rPr>
              <a:t>Very easy to use.</a:t>
            </a:r>
          </a:p>
          <a:p>
            <a:r>
              <a:rPr lang="en-US" sz="1200" kern="1200" dirty="0">
                <a:solidFill>
                  <a:schemeClr val="tx1"/>
                </a:solidFill>
                <a:effectLst/>
                <a:latin typeface="Times New Roman" pitchFamily="18" charset="0"/>
                <a:ea typeface="+mn-ea"/>
                <a:cs typeface="+mn-cs"/>
              </a:rPr>
              <a:t>Will do most of what Encase and FTK will do, but lacks a few of those products’ specialized features. For example, OSForensics does not have a Known File Filter, as does FTK.</a:t>
            </a:r>
          </a:p>
          <a:p>
            <a:endParaRPr lang="en-US" sz="1200" kern="1200" dirty="0">
              <a:solidFill>
                <a:schemeClr val="tx1"/>
              </a:solidFill>
              <a:effectLst/>
              <a:latin typeface="Times New Roman" pitchFamily="18" charset="0"/>
              <a:ea typeface="+mn-ea"/>
              <a:cs typeface="+mn-cs"/>
            </a:endParaRPr>
          </a:p>
          <a:p>
            <a:r>
              <a:rPr lang="en-US" sz="1200" b="1" kern="1200" dirty="0">
                <a:solidFill>
                  <a:schemeClr val="tx1"/>
                </a:solidFill>
                <a:effectLst/>
                <a:latin typeface="Times New Roman" pitchFamily="18" charset="0"/>
                <a:ea typeface="+mn-ea"/>
                <a:cs typeface="+mn-cs"/>
              </a:rPr>
              <a:t>Helix</a:t>
            </a:r>
            <a:endParaRPr lang="en-US" b="1" dirty="0">
              <a:effectLst/>
            </a:endParaRPr>
          </a:p>
          <a:p>
            <a:r>
              <a:rPr lang="en-US" dirty="0">
                <a:effectLst/>
              </a:rPr>
              <a:t>Helix is a customized Linux Live CD used for computer forensics. Basically, you boot the suspect system into Linux using the Helix CDs and then use the tools provided with Helix to perform your analysis. Helix is full of features but it has not become as popular as FTK and EnCase.</a:t>
            </a:r>
          </a:p>
          <a:p>
            <a:r>
              <a:rPr lang="en-US" dirty="0">
                <a:effectLst/>
              </a:rPr>
              <a:t> </a:t>
            </a:r>
          </a:p>
          <a:p>
            <a:r>
              <a:rPr lang="en-US" sz="1200" b="1" kern="1200" dirty="0">
                <a:solidFill>
                  <a:schemeClr val="tx1"/>
                </a:solidFill>
                <a:effectLst/>
                <a:latin typeface="Times New Roman" pitchFamily="18" charset="0"/>
                <a:ea typeface="+mn-ea"/>
                <a:cs typeface="+mn-cs"/>
              </a:rPr>
              <a:t>Kali Linux</a:t>
            </a:r>
          </a:p>
          <a:p>
            <a:r>
              <a:rPr lang="en-US" dirty="0">
                <a:effectLst/>
              </a:rPr>
              <a:t>Kali Linux (formerly BackTrack) is a Linux Live CD that you use to boot a system and then use the tools. Kali Linux is a free Linux distribution. It is not used just for forensics and has a wide number of general security and hacking tools. It is probably the most widely used collection of security tools available.</a:t>
            </a:r>
          </a:p>
          <a:p>
            <a:r>
              <a:rPr lang="en-US" dirty="0">
                <a:effectLst/>
              </a:rPr>
              <a:t> </a:t>
            </a:r>
          </a:p>
          <a:p>
            <a:r>
              <a:rPr lang="en-US" sz="1200" b="1" kern="1200" dirty="0">
                <a:solidFill>
                  <a:schemeClr val="tx1"/>
                </a:solidFill>
                <a:effectLst/>
                <a:latin typeface="Times New Roman" pitchFamily="18" charset="0"/>
                <a:ea typeface="+mn-ea"/>
                <a:cs typeface="+mn-cs"/>
              </a:rPr>
              <a:t>AnaDisk</a:t>
            </a:r>
            <a:endParaRPr lang="en-US" b="1" dirty="0">
              <a:effectLst/>
            </a:endParaRPr>
          </a:p>
          <a:p>
            <a:r>
              <a:rPr lang="en-US" dirty="0">
                <a:effectLst/>
              </a:rPr>
              <a:t>AnaDisk turns a PC into a sophisticated disk analysis tool. It scans for anomalies that identify odd formats, extra tracks, and extra sectors. It can be used to uncover sophisticated data-hiding techniques.</a:t>
            </a:r>
          </a:p>
          <a:p>
            <a:r>
              <a:rPr lang="en-US" dirty="0">
                <a:effectLst/>
              </a:rPr>
              <a:t> </a:t>
            </a:r>
          </a:p>
          <a:p>
            <a:r>
              <a:rPr lang="en-US" sz="1200" b="1" kern="1200" dirty="0">
                <a:solidFill>
                  <a:schemeClr val="tx1"/>
                </a:solidFill>
                <a:effectLst/>
                <a:latin typeface="Times New Roman" pitchFamily="18" charset="0"/>
                <a:ea typeface="+mn-ea"/>
                <a:cs typeface="+mn-cs"/>
              </a:rPr>
              <a:t>CopyQM Plus</a:t>
            </a:r>
            <a:endParaRPr lang="en-US" b="1" dirty="0">
              <a:effectLst/>
            </a:endParaRPr>
          </a:p>
          <a:p>
            <a:r>
              <a:rPr lang="en-US" dirty="0">
                <a:effectLst/>
              </a:rPr>
              <a:t>CopyQM Plus essentially turns a PC into a disk duplicator. In a single pass, it formats, copies, and verifies a disk. This capability is useful for system forensics specialists who need to preconfigure CDs for specific uses and duplicate them. </a:t>
            </a:r>
          </a:p>
          <a:p>
            <a:r>
              <a:rPr lang="en-US" dirty="0">
                <a:effectLst/>
              </a:rPr>
              <a:t> </a:t>
            </a:r>
          </a:p>
          <a:p>
            <a:r>
              <a:rPr lang="en-US" sz="1200" b="1" kern="1200" dirty="0">
                <a:solidFill>
                  <a:schemeClr val="tx1"/>
                </a:solidFill>
                <a:effectLst/>
                <a:latin typeface="Times New Roman" pitchFamily="18" charset="0"/>
                <a:ea typeface="+mn-ea"/>
                <a:cs typeface="+mn-cs"/>
              </a:rPr>
              <a:t>The Sleuth Kit</a:t>
            </a:r>
            <a:endParaRPr lang="en-US" b="1" dirty="0">
              <a:effectLst/>
            </a:endParaRPr>
          </a:p>
          <a:p>
            <a:r>
              <a:rPr lang="en-US" dirty="0">
                <a:effectLst/>
              </a:rPr>
              <a:t>The Sleuth Kit is a collection of command-line tools that are available as a free download. This tool set is not as rich or as easy to use as EnCase, FTK, or OSForensics, but can be a good option for a budget-conscious agency. There are options to search for a given file or to search for only deleted versions of a file, which is useful when you know the specific file you are searching for. However, it is not a good option for a general search.</a:t>
            </a:r>
          </a:p>
          <a:p>
            <a:r>
              <a:rPr lang="en-US" dirty="0">
                <a:effectLst/>
              </a:rPr>
              <a:t> </a:t>
            </a:r>
          </a:p>
          <a:p>
            <a:r>
              <a:rPr lang="en-US" sz="1200" b="1" kern="1200" dirty="0">
                <a:solidFill>
                  <a:schemeClr val="tx1"/>
                </a:solidFill>
                <a:effectLst/>
                <a:latin typeface="Times New Roman" pitchFamily="18" charset="0"/>
                <a:ea typeface="+mn-ea"/>
                <a:cs typeface="+mn-cs"/>
              </a:rPr>
              <a:t>Disk Investigator</a:t>
            </a:r>
            <a:endParaRPr lang="en-US" b="1" dirty="0">
              <a:effectLst/>
            </a:endParaRPr>
          </a:p>
          <a:p>
            <a:r>
              <a:rPr lang="en-US" dirty="0">
                <a:effectLst/>
              </a:rPr>
              <a:t>This is a free utility that comes as a graphical user interface for use with Windows operating systems. It is not a full-featured product but it is easy to use. When you first launch the utility, it presents you with a cluster-by-cluster view of your hard drive in hexadecimal. From the View menu, you can view directories or the root. The Tools menu allows you to search for a specific file or to recover deleted files.</a:t>
            </a:r>
          </a:p>
          <a:p>
            <a:r>
              <a:rPr lang="en-US" dirty="0">
                <a:effectLst/>
              </a:rPr>
              <a:t> </a:t>
            </a:r>
          </a:p>
          <a:p>
            <a:endParaRPr lang="en-US" dirty="0"/>
          </a:p>
        </p:txBody>
      </p:sp>
    </p:spTree>
    <p:extLst>
      <p:ext uri="{BB962C8B-B14F-4D97-AF65-F5344CB8AC3E}">
        <p14:creationId xmlns:p14="http://schemas.microsoft.com/office/powerpoint/2010/main" val="739384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10/31/2025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18</a:t>
            </a:fld>
            <a:endParaRPr lang="en-US" dirty="0"/>
          </a:p>
        </p:txBody>
      </p:sp>
    </p:spTree>
    <p:extLst>
      <p:ext uri="{BB962C8B-B14F-4D97-AF65-F5344CB8AC3E}">
        <p14:creationId xmlns:p14="http://schemas.microsoft.com/office/powerpoint/2010/main" val="3398342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10/31/2025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19</a:t>
            </a:fld>
            <a:endParaRPr lang="en-US" dirty="0"/>
          </a:p>
        </p:txBody>
      </p:sp>
    </p:spTree>
    <p:extLst>
      <p:ext uri="{BB962C8B-B14F-4D97-AF65-F5344CB8AC3E}">
        <p14:creationId xmlns:p14="http://schemas.microsoft.com/office/powerpoint/2010/main" val="117509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10/31/2025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20</a:t>
            </a:fld>
            <a:endParaRPr lang="en-US" dirty="0"/>
          </a:p>
        </p:txBody>
      </p:sp>
    </p:spTree>
    <p:extLst>
      <p:ext uri="{BB962C8B-B14F-4D97-AF65-F5344CB8AC3E}">
        <p14:creationId xmlns:p14="http://schemas.microsoft.com/office/powerpoint/2010/main" val="2323549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10/31/2025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21</a:t>
            </a:fld>
            <a:endParaRPr lang="en-US" dirty="0"/>
          </a:p>
        </p:txBody>
      </p:sp>
    </p:spTree>
    <p:extLst>
      <p:ext uri="{BB962C8B-B14F-4D97-AF65-F5344CB8AC3E}">
        <p14:creationId xmlns:p14="http://schemas.microsoft.com/office/powerpoint/2010/main" val="30502740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10/31/2025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22</a:t>
            </a:fld>
            <a:endParaRPr lang="en-US" dirty="0"/>
          </a:p>
        </p:txBody>
      </p:sp>
    </p:spTree>
    <p:extLst>
      <p:ext uri="{BB962C8B-B14F-4D97-AF65-F5344CB8AC3E}">
        <p14:creationId xmlns:p14="http://schemas.microsoft.com/office/powerpoint/2010/main" val="6734031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lvl="0"/>
            <a:r>
              <a:rPr lang="en-US" sz="1200" b="1" kern="1200" dirty="0">
                <a:solidFill>
                  <a:schemeClr val="tx1"/>
                </a:solidFill>
                <a:effectLst/>
                <a:latin typeface="Times New Roman" pitchFamily="18" charset="0"/>
                <a:ea typeface="+mn-ea"/>
                <a:cs typeface="+mn-cs"/>
              </a:rPr>
              <a:t>PC hardware:</a:t>
            </a:r>
            <a:r>
              <a:rPr lang="en-US" sz="1200" kern="1200" dirty="0">
                <a:solidFill>
                  <a:schemeClr val="tx1"/>
                </a:solidFill>
                <a:effectLst/>
                <a:latin typeface="Times New Roman" pitchFamily="18" charset="0"/>
                <a:ea typeface="+mn-ea"/>
                <a:cs typeface="+mn-cs"/>
              </a:rPr>
              <a:t> This can be obtained in a basic hardware course at a college or via the CompTIA A+ certification.</a:t>
            </a:r>
          </a:p>
          <a:p>
            <a:pPr lvl="0"/>
            <a:endParaRPr lang="en-US" sz="1200" b="1"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Basic networking:</a:t>
            </a:r>
            <a:r>
              <a:rPr lang="en-US" sz="1200" kern="1200" dirty="0">
                <a:solidFill>
                  <a:schemeClr val="tx1"/>
                </a:solidFill>
                <a:effectLst/>
                <a:latin typeface="Times New Roman" pitchFamily="18" charset="0"/>
                <a:ea typeface="+mn-ea"/>
                <a:cs typeface="+mn-cs"/>
              </a:rPr>
              <a:t> Most computer science-related degrees include a course in basic networking. Students might consider the CompTIA Network+ or the Cisco Certified Network Associate (CCNA) certifications.</a:t>
            </a:r>
          </a:p>
          <a:p>
            <a:pPr lvl="0"/>
            <a:endParaRPr lang="en-US" sz="1200" b="1"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1083210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lvl="0"/>
            <a:r>
              <a:rPr lang="en-US" sz="1200" b="1" kern="1200" dirty="0">
                <a:solidFill>
                  <a:schemeClr val="tx1"/>
                </a:solidFill>
                <a:effectLst/>
                <a:latin typeface="Times New Roman" pitchFamily="18" charset="0"/>
                <a:ea typeface="+mn-ea"/>
                <a:cs typeface="+mn-cs"/>
              </a:rPr>
              <a:t>Security: </a:t>
            </a:r>
            <a:r>
              <a:rPr lang="en-US" sz="1200" kern="1200" dirty="0">
                <a:solidFill>
                  <a:schemeClr val="tx1"/>
                </a:solidFill>
                <a:effectLst/>
                <a:latin typeface="Times New Roman" pitchFamily="18" charset="0"/>
                <a:ea typeface="+mn-ea"/>
                <a:cs typeface="+mn-cs"/>
              </a:rPr>
              <a:t>You must have a general knowledge of security. This can be best demonstrated with the CompTIA Security+ certification and/or the (ISC)</a:t>
            </a:r>
            <a:r>
              <a:rPr lang="en-US" sz="1200" kern="1200" baseline="30000" dirty="0">
                <a:solidFill>
                  <a:schemeClr val="tx1"/>
                </a:solidFill>
                <a:effectLst/>
                <a:latin typeface="Times New Roman" pitchFamily="18" charset="0"/>
                <a:ea typeface="+mn-ea"/>
                <a:cs typeface="+mn-cs"/>
              </a:rPr>
              <a:t>2</a:t>
            </a:r>
            <a:r>
              <a:rPr lang="en-US" sz="1200" kern="1200" dirty="0">
                <a:solidFill>
                  <a:schemeClr val="tx1"/>
                </a:solidFill>
                <a:effectLst/>
                <a:latin typeface="Times New Roman" pitchFamily="18" charset="0"/>
                <a:ea typeface="+mn-ea"/>
                <a:cs typeface="+mn-cs"/>
              </a:rPr>
              <a:t> CISSP certification.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Security+ is an excellent entry-level security certification. The CISSP is the most popular upper-level security certification.</a:t>
            </a:r>
          </a:p>
          <a:p>
            <a:pPr lvl="0"/>
            <a:endParaRPr lang="en-US" sz="1200" b="1" kern="1200" dirty="0">
              <a:solidFill>
                <a:schemeClr val="tx1"/>
              </a:solidFill>
              <a:effectLst/>
              <a:latin typeface="Times New Roman" pitchFamily="18" charset="0"/>
              <a:ea typeface="+mn-ea"/>
              <a:cs typeface="+mn-cs"/>
            </a:endParaRPr>
          </a:p>
          <a:p>
            <a:pPr lvl="0"/>
            <a:r>
              <a:rPr lang="en-US" sz="1200" b="1" kern="1200" dirty="0">
                <a:solidFill>
                  <a:schemeClr val="tx1"/>
                </a:solidFill>
                <a:effectLst/>
                <a:latin typeface="Times New Roman" pitchFamily="18" charset="0"/>
                <a:ea typeface="+mn-ea"/>
                <a:cs typeface="+mn-cs"/>
              </a:rPr>
              <a:t>Hacking:</a:t>
            </a:r>
            <a:r>
              <a:rPr lang="en-US" sz="1200" kern="1200" dirty="0">
                <a:solidFill>
                  <a:schemeClr val="tx1"/>
                </a:solidFill>
                <a:effectLst/>
                <a:latin typeface="Times New Roman" pitchFamily="18" charset="0"/>
                <a:ea typeface="+mn-ea"/>
                <a:cs typeface="+mn-cs"/>
              </a:rPr>
              <a:t> You need to know what the hackers know. One of the most widely known certifications for this area of study is the EC-Council Certified Ethical Hacker.</a:t>
            </a:r>
          </a:p>
        </p:txBody>
      </p:sp>
    </p:spTree>
    <p:extLst>
      <p:ext uri="{BB962C8B-B14F-4D97-AF65-F5344CB8AC3E}">
        <p14:creationId xmlns:p14="http://schemas.microsoft.com/office/powerpoint/2010/main" val="4280664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lvl="0"/>
            <a:r>
              <a:rPr lang="en-US" sz="1200" kern="1200" dirty="0">
                <a:solidFill>
                  <a:schemeClr val="tx1"/>
                </a:solidFill>
                <a:effectLst/>
                <a:latin typeface="Times New Roman" pitchFamily="18" charset="0"/>
                <a:ea typeface="+mn-ea"/>
                <a:cs typeface="+mn-cs"/>
              </a:rPr>
              <a:t>OSForensics has a certification test that covers a few basics of forensic methodology, but</a:t>
            </a:r>
          </a:p>
          <a:p>
            <a:pPr lvl="0"/>
            <a:r>
              <a:rPr lang="en-US" sz="1200" kern="1200" dirty="0">
                <a:solidFill>
                  <a:schemeClr val="tx1"/>
                </a:solidFill>
                <a:effectLst/>
                <a:latin typeface="Times New Roman" pitchFamily="18" charset="0"/>
                <a:ea typeface="+mn-ea"/>
                <a:cs typeface="+mn-cs"/>
              </a:rPr>
              <a:t>focuses on the use of the OSForensics tool. This certification does not have specific educational</a:t>
            </a:r>
          </a:p>
          <a:p>
            <a:pPr lvl="0"/>
            <a:r>
              <a:rPr lang="en-US" sz="1200" kern="1200" dirty="0">
                <a:solidFill>
                  <a:schemeClr val="tx1"/>
                </a:solidFill>
                <a:effectLst/>
                <a:latin typeface="Times New Roman" pitchFamily="18" charset="0"/>
                <a:ea typeface="+mn-ea"/>
                <a:cs typeface="+mn-cs"/>
              </a:rPr>
              <a:t>requirements.</a:t>
            </a:r>
          </a:p>
          <a:p>
            <a:pPr lvl="0"/>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8068876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lvl="0"/>
            <a:endParaRPr lang="en-US"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3114089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2518274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2019 Jones and Bartlett </a:t>
            </a:r>
            <a:r>
              <a:rPr lang="en-US" sz="800" i="0" dirty="0">
                <a:solidFill>
                  <a:schemeClr val="accent5"/>
                </a:solidFill>
              </a:rPr>
              <a:t>Learning, LLC  www.jblearning.com</a:t>
            </a:r>
          </a:p>
        </p:txBody>
      </p:sp>
      <p:sp>
        <p:nvSpPr>
          <p:cNvPr id="6" name="Text Box 5"/>
          <p:cNvSpPr txBox="1">
            <a:spLocks noChangeArrowheads="1"/>
          </p:cNvSpPr>
          <p:nvPr userDrawn="1"/>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Text Box 6"/>
          <p:cNvSpPr txBox="1">
            <a:spLocks noChangeArrowheads="1"/>
          </p:cNvSpPr>
          <p:nvPr/>
        </p:nvSpPr>
        <p:spPr bwMode="auto">
          <a:xfrm>
            <a:off x="8382000" y="6496050"/>
            <a:ext cx="581025" cy="215900"/>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09908DE4-0EDD-4792-9C07-520DBC5871DD}"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p:nvSpPr>
        <p:spPr>
          <a:xfrm>
            <a:off x="4150460"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063" r:id="rId1"/>
    <p:sldLayoutId id="2147484062" r:id="rId2"/>
    <p:sldLayoutId id="2147484065"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316912" cy="3096232"/>
          </a:xfrm>
        </p:spPr>
        <p:txBody>
          <a:bodyPr/>
          <a:lstStyle/>
          <a:p>
            <a:pPr algn="ctr"/>
            <a:r>
              <a:rPr lang="en-US" sz="4000" b="1" dirty="0"/>
              <a:t>System Forensics, Investigation, and Response</a:t>
            </a:r>
          </a:p>
          <a:p>
            <a:pPr algn="ctr"/>
            <a:endParaRPr lang="en-US" b="1" dirty="0"/>
          </a:p>
          <a:p>
            <a:pPr algn="ctr"/>
            <a:r>
              <a:rPr lang="en-US" b="1" dirty="0"/>
              <a:t>Lesson 3</a:t>
            </a:r>
          </a:p>
          <a:p>
            <a:pPr algn="ctr"/>
            <a:r>
              <a:rPr lang="en-US" b="1" dirty="0"/>
              <a:t>Forensics Methods and Labs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z="4000" dirty="0"/>
              <a:t>Learning Objective</a:t>
            </a:r>
          </a:p>
        </p:txBody>
      </p:sp>
      <p:sp>
        <p:nvSpPr>
          <p:cNvPr id="6147" name="Content Placeholder 2"/>
          <p:cNvSpPr>
            <a:spLocks noGrp="1"/>
          </p:cNvSpPr>
          <p:nvPr>
            <p:ph idx="1"/>
          </p:nvPr>
        </p:nvSpPr>
        <p:spPr>
          <a:xfrm>
            <a:off x="539750" y="1295400"/>
            <a:ext cx="8029575" cy="2514600"/>
          </a:xfrm>
        </p:spPr>
        <p:txBody>
          <a:bodyPr/>
          <a:lstStyle/>
          <a:p>
            <a:r>
              <a:rPr lang="en-US" sz="3200" dirty="0"/>
              <a:t>Describe digital forensic methodology and labs.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Key Concepts</a:t>
            </a:r>
          </a:p>
        </p:txBody>
      </p:sp>
      <p:sp>
        <p:nvSpPr>
          <p:cNvPr id="7171" name="Content Placeholder 2"/>
          <p:cNvSpPr>
            <a:spLocks noGrp="1"/>
          </p:cNvSpPr>
          <p:nvPr>
            <p:ph idx="1"/>
          </p:nvPr>
        </p:nvSpPr>
        <p:spPr>
          <a:xfrm>
            <a:off x="539750" y="1460310"/>
            <a:ext cx="7497763" cy="4394390"/>
          </a:xfrm>
        </p:spPr>
        <p:txBody>
          <a:bodyPr/>
          <a:lstStyle/>
          <a:p>
            <a:r>
              <a:rPr lang="en-US" sz="2800" dirty="0"/>
              <a:t>Forensic lab set-up</a:t>
            </a:r>
          </a:p>
          <a:p>
            <a:r>
              <a:rPr lang="en-US" sz="2800" dirty="0"/>
              <a:t>Methodologies and approaches used in forensic investigations</a:t>
            </a:r>
          </a:p>
          <a:p>
            <a:r>
              <a:rPr lang="en-US" sz="2800" dirty="0"/>
              <a:t>Evidence-handling tasks</a:t>
            </a:r>
          </a:p>
          <a:p>
            <a:r>
              <a:rPr lang="en-US" sz="2800" dirty="0"/>
              <a:t>Common forensic software programs</a:t>
            </a:r>
          </a:p>
          <a:p>
            <a:r>
              <a:rPr lang="en-US" sz="2800" dirty="0"/>
              <a:t>Documentation of methodologies and findings</a:t>
            </a:r>
          </a:p>
          <a:p>
            <a:endParaRPr lang="en-US" sz="3200"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Forensic Investigation Methodologies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43264170"/>
              </p:ext>
            </p:extLst>
          </p:nvPr>
        </p:nvGraphicFramePr>
        <p:xfrm>
          <a:off x="1117264" y="1876926"/>
          <a:ext cx="6955924" cy="4066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275910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Technical Information Collection Considerations</a:t>
            </a:r>
          </a:p>
        </p:txBody>
      </p:sp>
      <p:sp>
        <p:nvSpPr>
          <p:cNvPr id="10243" name="Content Placeholder 2"/>
          <p:cNvSpPr>
            <a:spLocks noGrp="1"/>
          </p:cNvSpPr>
          <p:nvPr>
            <p:ph idx="1"/>
          </p:nvPr>
        </p:nvSpPr>
        <p:spPr>
          <a:xfrm>
            <a:off x="539750" y="1774209"/>
            <a:ext cx="8299450" cy="3932854"/>
          </a:xfrm>
        </p:spPr>
        <p:txBody>
          <a:bodyPr/>
          <a:lstStyle/>
          <a:p>
            <a:r>
              <a:rPr lang="en-US" sz="3200" dirty="0"/>
              <a:t>Consider the life span of the information</a:t>
            </a:r>
          </a:p>
          <a:p>
            <a:pPr lvl="1"/>
            <a:r>
              <a:rPr lang="en-US" sz="3000" dirty="0"/>
              <a:t>Data is volatile </a:t>
            </a:r>
          </a:p>
          <a:p>
            <a:r>
              <a:rPr lang="en-US" sz="3200" dirty="0"/>
              <a:t>Collect information quickly</a:t>
            </a:r>
          </a:p>
          <a:p>
            <a:r>
              <a:rPr lang="en-US" sz="3200" dirty="0"/>
              <a:t>Collect bit-level information</a:t>
            </a:r>
          </a:p>
          <a:p>
            <a:pPr>
              <a:buFont typeface="Wingdings" pitchFamily="2" charset="2"/>
              <a:buNone/>
            </a:pPr>
            <a:endParaRPr lang="en-US" sz="32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t>Formal Forensic Approaches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119571386"/>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958057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Documentation</a:t>
            </a:r>
          </a:p>
        </p:txBody>
      </p:sp>
      <p:sp>
        <p:nvSpPr>
          <p:cNvPr id="10243" name="Content Placeholder 2"/>
          <p:cNvSpPr>
            <a:spLocks noGrp="1"/>
          </p:cNvSpPr>
          <p:nvPr>
            <p:ph idx="1"/>
          </p:nvPr>
        </p:nvSpPr>
        <p:spPr>
          <a:xfrm>
            <a:off x="539750" y="1310185"/>
            <a:ext cx="8299450" cy="4396878"/>
          </a:xfrm>
        </p:spPr>
        <p:txBody>
          <a:bodyPr/>
          <a:lstStyle/>
          <a:p>
            <a:r>
              <a:rPr lang="en-US" sz="3200" dirty="0"/>
              <a:t>Strong evidence-processing documentation</a:t>
            </a:r>
          </a:p>
          <a:p>
            <a:r>
              <a:rPr lang="en-US" sz="3200" dirty="0"/>
              <a:t>Good chain-of-custody procedures</a:t>
            </a:r>
          </a:p>
          <a:p>
            <a:r>
              <a:rPr lang="en-US" sz="3200" dirty="0"/>
              <a:t>A systems forensics specialist should have a good understanding of:</a:t>
            </a:r>
          </a:p>
          <a:p>
            <a:pPr lvl="1"/>
            <a:r>
              <a:rPr lang="en-US" sz="3000" dirty="0"/>
              <a:t>Computer hard disks and CDs, and know how to find hidden data in obscure places</a:t>
            </a:r>
          </a:p>
          <a:p>
            <a:pPr lvl="1"/>
            <a:r>
              <a:rPr lang="en-US" sz="3000" dirty="0"/>
              <a:t>The techniques and automated tools used to capture and evaluate file slack or slack space</a:t>
            </a:r>
            <a:br>
              <a:rPr lang="en-US" sz="3000" dirty="0"/>
            </a:br>
            <a:endParaRPr lang="en-US" sz="3000" dirty="0"/>
          </a:p>
          <a:p>
            <a:endParaRPr lang="en-US" sz="3200" dirty="0"/>
          </a:p>
          <a:p>
            <a:pPr>
              <a:buFont typeface="Wingdings" pitchFamily="2" charset="2"/>
              <a:buNone/>
            </a:pPr>
            <a:endParaRPr lang="en-US" sz="3200" dirty="0"/>
          </a:p>
        </p:txBody>
      </p:sp>
    </p:spTree>
    <p:extLst>
      <p:ext uri="{BB962C8B-B14F-4D97-AF65-F5344CB8AC3E}">
        <p14:creationId xmlns:p14="http://schemas.microsoft.com/office/powerpoint/2010/main" val="331810816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File Slack Searching</a:t>
            </a:r>
          </a:p>
        </p:txBody>
      </p:sp>
      <p:sp>
        <p:nvSpPr>
          <p:cNvPr id="10243" name="Content Placeholder 2"/>
          <p:cNvSpPr>
            <a:spLocks noGrp="1"/>
          </p:cNvSpPr>
          <p:nvPr>
            <p:ph idx="1"/>
          </p:nvPr>
        </p:nvSpPr>
        <p:spPr>
          <a:xfrm>
            <a:off x="539750" y="1310185"/>
            <a:ext cx="8299450" cy="4396878"/>
          </a:xfrm>
        </p:spPr>
        <p:txBody>
          <a:bodyPr/>
          <a:lstStyle/>
          <a:p>
            <a:r>
              <a:rPr lang="en-US" sz="3000" dirty="0"/>
              <a:t>If you write a 1-kilobyte (KB) file to a disk that has a cluster size of 4 KB, the last 3 KB of the cluster are wasted</a:t>
            </a:r>
          </a:p>
          <a:p>
            <a:r>
              <a:rPr lang="en-US" sz="3000" dirty="0"/>
              <a:t>This unused space between the logical end of file and the physical end of file is known as </a:t>
            </a:r>
            <a:r>
              <a:rPr lang="en-US" sz="3000" b="1" dirty="0"/>
              <a:t>file slack or slack space</a:t>
            </a:r>
            <a:endParaRPr lang="en-US" sz="3000" dirty="0"/>
          </a:p>
          <a:p>
            <a:r>
              <a:rPr lang="en-US" sz="3000" dirty="0"/>
              <a:t>File slack is a source of potential security leaks involving passwords, network logons, email, database entries, images, and word processing documents</a:t>
            </a:r>
          </a:p>
          <a:p>
            <a:endParaRPr lang="en-US" sz="3200" dirty="0"/>
          </a:p>
          <a:p>
            <a:endParaRPr lang="en-US" sz="3000" dirty="0"/>
          </a:p>
          <a:p>
            <a:endParaRPr lang="en-US" sz="3200" dirty="0"/>
          </a:p>
          <a:p>
            <a:pPr>
              <a:buFont typeface="Wingdings" pitchFamily="2" charset="2"/>
              <a:buNone/>
            </a:pPr>
            <a:endParaRPr lang="en-US" sz="3200" dirty="0"/>
          </a:p>
        </p:txBody>
      </p:sp>
    </p:spTree>
    <p:extLst>
      <p:ext uri="{BB962C8B-B14F-4D97-AF65-F5344CB8AC3E}">
        <p14:creationId xmlns:p14="http://schemas.microsoft.com/office/powerpoint/2010/main" val="98088550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39750" y="301625"/>
            <a:ext cx="8299450" cy="425450"/>
          </a:xfrm>
        </p:spPr>
        <p:txBody>
          <a:bodyPr/>
          <a:lstStyle/>
          <a:p>
            <a:r>
              <a:rPr lang="en-US" sz="4000" dirty="0">
                <a:solidFill>
                  <a:schemeClr val="tx2"/>
                </a:solidFill>
              </a:rPr>
              <a:t>Evidence-Handling Tasks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155608394"/>
              </p:ext>
            </p:extLst>
          </p:nvPr>
        </p:nvGraphicFramePr>
        <p:xfrm>
          <a:off x="539750" y="1708484"/>
          <a:ext cx="7798134" cy="39343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Evidence-Gathering Measures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307201394"/>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555122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Expert Reports</a:t>
            </a:r>
          </a:p>
        </p:txBody>
      </p:sp>
      <p:sp>
        <p:nvSpPr>
          <p:cNvPr id="10243" name="Content Placeholder 2"/>
          <p:cNvSpPr>
            <a:spLocks noGrp="1"/>
          </p:cNvSpPr>
          <p:nvPr>
            <p:ph idx="1"/>
          </p:nvPr>
        </p:nvSpPr>
        <p:spPr>
          <a:xfrm>
            <a:off x="539750" y="1310185"/>
            <a:ext cx="8299450" cy="4396878"/>
          </a:xfrm>
        </p:spPr>
        <p:txBody>
          <a:bodyPr/>
          <a:lstStyle/>
          <a:p>
            <a:r>
              <a:rPr lang="en-US" sz="3200" dirty="0"/>
              <a:t>Formal documents that detail experts’ findings</a:t>
            </a:r>
          </a:p>
          <a:p>
            <a:endParaRPr lang="en-US" sz="3200" dirty="0"/>
          </a:p>
          <a:p>
            <a:r>
              <a:rPr lang="en-US" sz="3200" dirty="0"/>
              <a:t>Considerations include:</a:t>
            </a:r>
          </a:p>
        </p:txBody>
      </p:sp>
      <p:graphicFrame>
        <p:nvGraphicFramePr>
          <p:cNvPr id="2" name="Diagram 1">
            <a:extLst>
              <a:ext uri="{FF2B5EF4-FFF2-40B4-BE49-F238E27FC236}">
                <a16:creationId xmlns:a16="http://schemas.microsoft.com/office/drawing/2014/main" id="{E44FD7C3-B3D3-40CA-95B1-A24E1AFB180F}"/>
              </a:ext>
            </a:extLst>
          </p:cNvPr>
          <p:cNvGraphicFramePr/>
          <p:nvPr>
            <p:extLst>
              <p:ext uri="{D42A27DB-BD31-4B8C-83A1-F6EECF244321}">
                <p14:modId xmlns:p14="http://schemas.microsoft.com/office/powerpoint/2010/main" val="1122276114"/>
              </p:ext>
            </p:extLst>
          </p:nvPr>
        </p:nvGraphicFramePr>
        <p:xfrm>
          <a:off x="539750" y="3323370"/>
          <a:ext cx="8235462" cy="2524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09883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9750" y="304800"/>
            <a:ext cx="8299450" cy="476250"/>
          </a:xfrm>
        </p:spPr>
        <p:txBody>
          <a:bodyPr/>
          <a:lstStyle/>
          <a:p>
            <a:r>
              <a:rPr lang="en-US" sz="4000" dirty="0">
                <a:solidFill>
                  <a:schemeClr val="tx2"/>
                </a:solidFill>
              </a:rPr>
              <a:t>How to Set Up a Forensic Lab</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76181375"/>
              </p:ext>
            </p:extLst>
          </p:nvPr>
        </p:nvGraphicFramePr>
        <p:xfrm>
          <a:off x="539750" y="1295400"/>
          <a:ext cx="8299450" cy="48166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389131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800"/>
            <a:ext cx="8299450" cy="476250"/>
          </a:xfrm>
        </p:spPr>
        <p:txBody>
          <a:bodyPr/>
          <a:lstStyle/>
          <a:p>
            <a:r>
              <a:rPr lang="en-US" sz="4000" dirty="0">
                <a:solidFill>
                  <a:schemeClr val="tx2"/>
                </a:solidFill>
              </a:rPr>
              <a:t>Equipment</a:t>
            </a:r>
          </a:p>
        </p:txBody>
      </p:sp>
      <p:sp>
        <p:nvSpPr>
          <p:cNvPr id="15363" name="Content Placeholder 2"/>
          <p:cNvSpPr>
            <a:spLocks noGrp="1"/>
          </p:cNvSpPr>
          <p:nvPr>
            <p:ph idx="1"/>
          </p:nvPr>
        </p:nvSpPr>
        <p:spPr>
          <a:xfrm>
            <a:off x="539750" y="1405718"/>
            <a:ext cx="8299450" cy="4315631"/>
          </a:xfrm>
        </p:spPr>
        <p:txBody>
          <a:bodyPr/>
          <a:lstStyle/>
          <a:p>
            <a:r>
              <a:rPr lang="en-US" sz="3200" dirty="0"/>
              <a:t>Computers</a:t>
            </a:r>
          </a:p>
          <a:p>
            <a:pPr lvl="1"/>
            <a:r>
              <a:rPr lang="en-US" sz="3000" dirty="0"/>
              <a:t>Server should have RAID 1 at a minimum</a:t>
            </a:r>
          </a:p>
          <a:p>
            <a:r>
              <a:rPr lang="en-US" sz="3200" dirty="0"/>
              <a:t>Hard drives and storage</a:t>
            </a:r>
          </a:p>
          <a:p>
            <a:pPr lvl="1"/>
            <a:r>
              <a:rPr lang="en-US" sz="3000" dirty="0"/>
              <a:t>USB, SCSI, etc.</a:t>
            </a:r>
          </a:p>
          <a:p>
            <a:r>
              <a:rPr lang="en-US" sz="3200" dirty="0"/>
              <a:t>Legacy and state-of-the-art	</a:t>
            </a:r>
          </a:p>
          <a:p>
            <a:pPr>
              <a:buFont typeface="Wingdings" pitchFamily="2" charset="2"/>
              <a:buNone/>
            </a:pPr>
            <a:endParaRPr lang="en-US" sz="3200" dirty="0"/>
          </a:p>
          <a:p>
            <a:pPr>
              <a:buFont typeface="Wingdings" pitchFamily="2" charset="2"/>
              <a:buNone/>
            </a:pPr>
            <a:endParaRPr lang="en-US" sz="3200" dirty="0"/>
          </a:p>
        </p:txBody>
      </p:sp>
      <p:pic>
        <p:nvPicPr>
          <p:cNvPr id="4098" name="Picture 2" descr="C:\Users\Kim\AppData\Local\Microsoft\Windows\Temporary Internet Files\Content.IE5\WE1HY378\MC900432646[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1274" y="4271748"/>
            <a:ext cx="1586439" cy="1586439"/>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Kim\AppData\Local\Microsoft\Windows\Temporary Internet Files\Content.IE5\1Q3Z20ZF\MC90043388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1125" y="4469640"/>
            <a:ext cx="1190654" cy="11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19010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39750" y="304800"/>
            <a:ext cx="8299450" cy="768350"/>
          </a:xfrm>
        </p:spPr>
        <p:txBody>
          <a:bodyPr/>
          <a:lstStyle/>
          <a:p>
            <a:r>
              <a:rPr lang="en-US" sz="4000" dirty="0">
                <a:solidFill>
                  <a:schemeClr val="tx2"/>
                </a:solidFill>
              </a:rPr>
              <a:t>Equipment (Cont.)</a:t>
            </a:r>
            <a:endParaRPr lang="en-US" sz="3200" dirty="0">
              <a:solidFill>
                <a:schemeClr val="tx2"/>
              </a:solidFill>
            </a:endParaRPr>
          </a:p>
        </p:txBody>
      </p:sp>
      <p:sp>
        <p:nvSpPr>
          <p:cNvPr id="16387" name="Content Placeholder 2"/>
          <p:cNvSpPr>
            <a:spLocks noGrp="1"/>
          </p:cNvSpPr>
          <p:nvPr>
            <p:ph idx="1"/>
          </p:nvPr>
        </p:nvSpPr>
        <p:spPr>
          <a:xfrm>
            <a:off x="539750" y="1364776"/>
            <a:ext cx="8299450" cy="4356574"/>
          </a:xfrm>
        </p:spPr>
        <p:txBody>
          <a:bodyPr/>
          <a:lstStyle/>
          <a:p>
            <a:r>
              <a:rPr lang="en-US" sz="3200" dirty="0"/>
              <a:t>Peripherals</a:t>
            </a:r>
          </a:p>
          <a:p>
            <a:r>
              <a:rPr lang="en-US" sz="3200" dirty="0"/>
              <a:t>Networking equipment</a:t>
            </a:r>
          </a:p>
          <a:p>
            <a:r>
              <a:rPr lang="en-US" sz="3200" dirty="0"/>
              <a:t>Cables, adapters, and converters</a:t>
            </a:r>
          </a:p>
          <a:p>
            <a:r>
              <a:rPr lang="en-US" sz="3200" dirty="0"/>
              <a:t>Write blockers</a:t>
            </a:r>
          </a:p>
          <a:p>
            <a:r>
              <a:rPr lang="en-US" sz="3200" dirty="0"/>
              <a:t>Tools</a:t>
            </a:r>
          </a:p>
          <a:p>
            <a:endParaRPr lang="en-US" sz="3200" dirty="0"/>
          </a:p>
          <a:p>
            <a:pPr>
              <a:buFont typeface="Wingdings" pitchFamily="2" charset="2"/>
              <a:buNone/>
            </a:pPr>
            <a:endParaRPr lang="en-US" sz="2000" dirty="0"/>
          </a:p>
        </p:txBody>
      </p:sp>
      <p:pic>
        <p:nvPicPr>
          <p:cNvPr id="3074" name="Picture 2" descr="C:\Users\Kim\AppData\Local\Microsoft\Windows\Temporary Internet Files\Content.IE5\3JLA9V9Q\MC900441462[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104" y="4006850"/>
            <a:ext cx="2135530" cy="213553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Users\Kim\AppData\Local\Microsoft\Windows\Temporary Internet Files\Content.IE5\3JLA9V9Q\MC900434845[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4700" y="4006850"/>
            <a:ext cx="17145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70045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39750" y="304800"/>
            <a:ext cx="8299450" cy="768350"/>
          </a:xfrm>
        </p:spPr>
        <p:txBody>
          <a:bodyPr/>
          <a:lstStyle/>
          <a:p>
            <a:r>
              <a:rPr lang="en-US" sz="4000" dirty="0">
                <a:solidFill>
                  <a:schemeClr val="tx2"/>
                </a:solidFill>
              </a:rPr>
              <a:t>Security</a:t>
            </a:r>
            <a:endParaRPr lang="en-US" sz="3200" dirty="0">
              <a:solidFill>
                <a:schemeClr val="tx2"/>
              </a:solidFill>
            </a:endParaRPr>
          </a:p>
        </p:txBody>
      </p:sp>
      <p:sp>
        <p:nvSpPr>
          <p:cNvPr id="18435" name="Content Placeholder 2"/>
          <p:cNvSpPr>
            <a:spLocks noGrp="1"/>
          </p:cNvSpPr>
          <p:nvPr>
            <p:ph idx="1"/>
          </p:nvPr>
        </p:nvSpPr>
        <p:spPr>
          <a:xfrm>
            <a:off x="539750" y="1310184"/>
            <a:ext cx="8299450" cy="4411165"/>
          </a:xfrm>
        </p:spPr>
        <p:txBody>
          <a:bodyPr/>
          <a:lstStyle/>
          <a:p>
            <a:r>
              <a:rPr lang="en-US" sz="3200" dirty="0"/>
              <a:t>Network and electronic security</a:t>
            </a:r>
          </a:p>
          <a:p>
            <a:r>
              <a:rPr lang="en-US" sz="3200" dirty="0"/>
              <a:t>Lab network should not be attached to the Internet</a:t>
            </a:r>
          </a:p>
          <a:p>
            <a:r>
              <a:rPr lang="en-US" sz="3200" dirty="0"/>
              <a:t>Includes physical security</a:t>
            </a:r>
          </a:p>
          <a:p>
            <a:pPr lvl="1"/>
            <a:r>
              <a:rPr lang="en-US" sz="3000" dirty="0"/>
              <a:t>Access to the lab</a:t>
            </a:r>
          </a:p>
          <a:p>
            <a:pPr lvl="1"/>
            <a:r>
              <a:rPr lang="en-US" sz="3000" dirty="0"/>
              <a:t>Ways of securing evidence</a:t>
            </a:r>
          </a:p>
        </p:txBody>
      </p:sp>
      <p:pic>
        <p:nvPicPr>
          <p:cNvPr id="1029" name="Picture 5" descr="C:\Users\Kim\AppData\Local\Microsoft\Windows\Temporary Internet Files\Content.IE5\WE1HY378\MC900304335[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3766" y="4201211"/>
            <a:ext cx="2337287" cy="1520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40993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39750" y="304800"/>
            <a:ext cx="8299450" cy="768350"/>
          </a:xfrm>
        </p:spPr>
        <p:txBody>
          <a:bodyPr/>
          <a:lstStyle/>
          <a:p>
            <a:r>
              <a:rPr lang="en-US" sz="4000" dirty="0">
                <a:solidFill>
                  <a:schemeClr val="tx2"/>
                </a:solidFill>
              </a:rPr>
              <a:t>American Society of Crime Laboratory Directors (ASCLD)</a:t>
            </a:r>
            <a:endParaRPr lang="en-US" sz="3200" dirty="0">
              <a:solidFill>
                <a:schemeClr val="tx2"/>
              </a:solidFill>
            </a:endParaRPr>
          </a:p>
        </p:txBody>
      </p:sp>
      <p:sp>
        <p:nvSpPr>
          <p:cNvPr id="18435" name="Content Placeholder 2"/>
          <p:cNvSpPr>
            <a:spLocks noGrp="1"/>
          </p:cNvSpPr>
          <p:nvPr>
            <p:ph idx="1"/>
          </p:nvPr>
        </p:nvSpPr>
        <p:spPr>
          <a:xfrm>
            <a:off x="539750" y="1992573"/>
            <a:ext cx="8299450" cy="3728776"/>
          </a:xfrm>
        </p:spPr>
        <p:txBody>
          <a:bodyPr/>
          <a:lstStyle/>
          <a:p>
            <a:r>
              <a:rPr lang="en-US" sz="3200" dirty="0"/>
              <a:t>Provides guidelines for:</a:t>
            </a:r>
          </a:p>
          <a:p>
            <a:pPr lvl="1"/>
            <a:r>
              <a:rPr lang="en-US" sz="3000" dirty="0"/>
              <a:t>Managing a forensics lab</a:t>
            </a:r>
          </a:p>
          <a:p>
            <a:pPr lvl="1"/>
            <a:r>
              <a:rPr lang="en-US" sz="3000" dirty="0"/>
              <a:t>Acquiring crime lab and forensic lab certification</a:t>
            </a:r>
          </a:p>
          <a:p>
            <a:r>
              <a:rPr lang="en-US" sz="3000" dirty="0"/>
              <a:t>A lab must meet about 400 criteria to achieve accreditation</a:t>
            </a:r>
          </a:p>
          <a:p>
            <a:r>
              <a:rPr lang="en-US" sz="3000" dirty="0"/>
              <a:t>TEMPEST</a:t>
            </a:r>
          </a:p>
        </p:txBody>
      </p:sp>
    </p:spTree>
    <p:extLst>
      <p:ext uri="{BB962C8B-B14F-4D97-AF65-F5344CB8AC3E}">
        <p14:creationId xmlns:p14="http://schemas.microsoft.com/office/powerpoint/2010/main" val="4654250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Forensics Software Tools</a:t>
            </a:r>
          </a:p>
        </p:txBody>
      </p:sp>
      <p:sp>
        <p:nvSpPr>
          <p:cNvPr id="7171" name="Content Placeholder 2"/>
          <p:cNvSpPr>
            <a:spLocks noGrp="1"/>
          </p:cNvSpPr>
          <p:nvPr>
            <p:ph idx="1"/>
          </p:nvPr>
        </p:nvSpPr>
        <p:spPr>
          <a:xfrm>
            <a:off x="539750" y="1119116"/>
            <a:ext cx="7497763" cy="4926842"/>
          </a:xfrm>
        </p:spPr>
        <p:txBody>
          <a:bodyPr/>
          <a:lstStyle/>
          <a:p>
            <a:r>
              <a:rPr lang="en-US" sz="2800" dirty="0"/>
              <a:t>EnCase</a:t>
            </a:r>
          </a:p>
          <a:p>
            <a:r>
              <a:rPr lang="en-US" sz="2800" dirty="0"/>
              <a:t>Forensic Toolkit (FTK)</a:t>
            </a:r>
          </a:p>
          <a:p>
            <a:r>
              <a:rPr lang="en-US" sz="2800" dirty="0"/>
              <a:t>OSForensics</a:t>
            </a:r>
          </a:p>
          <a:p>
            <a:r>
              <a:rPr lang="en-US" sz="2800" dirty="0"/>
              <a:t>Helix</a:t>
            </a:r>
          </a:p>
          <a:p>
            <a:r>
              <a:rPr lang="en-US" sz="2800" dirty="0"/>
              <a:t>Kali Linux</a:t>
            </a:r>
          </a:p>
          <a:p>
            <a:r>
              <a:rPr lang="en-US" sz="2800" dirty="0"/>
              <a:t>AnaDisk disk analysis tool</a:t>
            </a:r>
          </a:p>
          <a:p>
            <a:r>
              <a:rPr lang="en-US" sz="2800" dirty="0"/>
              <a:t>CopyQM Plus disk duplication software</a:t>
            </a:r>
          </a:p>
          <a:p>
            <a:r>
              <a:rPr lang="en-US" sz="2800" dirty="0"/>
              <a:t>The Sleuth Kit</a:t>
            </a:r>
          </a:p>
          <a:p>
            <a:r>
              <a:rPr lang="en-US" sz="2800" dirty="0"/>
              <a:t>Disk Investigator</a:t>
            </a:r>
          </a:p>
        </p:txBody>
      </p:sp>
    </p:spTree>
    <p:extLst>
      <p:ext uri="{BB962C8B-B14F-4D97-AF65-F5344CB8AC3E}">
        <p14:creationId xmlns:p14="http://schemas.microsoft.com/office/powerpoint/2010/main" val="3339266341"/>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EnCase Case File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73904" y="1269492"/>
            <a:ext cx="7031142" cy="4628981"/>
          </a:xfrm>
        </p:spPr>
      </p:pic>
    </p:spTree>
    <p:extLst>
      <p:ext uri="{BB962C8B-B14F-4D97-AF65-F5344CB8AC3E}">
        <p14:creationId xmlns:p14="http://schemas.microsoft.com/office/powerpoint/2010/main" val="69374222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EnCase View Pane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1116" y="1151581"/>
            <a:ext cx="7216717" cy="4718277"/>
          </a:xfrm>
        </p:spPr>
      </p:pic>
    </p:spTree>
    <p:extLst>
      <p:ext uri="{BB962C8B-B14F-4D97-AF65-F5344CB8AC3E}">
        <p14:creationId xmlns:p14="http://schemas.microsoft.com/office/powerpoint/2010/main" val="230810790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EnCase View Search</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62796" y="1131829"/>
            <a:ext cx="6653358" cy="4921541"/>
          </a:xfrm>
        </p:spPr>
      </p:pic>
    </p:spTree>
    <p:extLst>
      <p:ext uri="{BB962C8B-B14F-4D97-AF65-F5344CB8AC3E}">
        <p14:creationId xmlns:p14="http://schemas.microsoft.com/office/powerpoint/2010/main" val="37663861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FTK Features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4848" y="1201002"/>
            <a:ext cx="8037021" cy="4785328"/>
          </a:xfrm>
        </p:spPr>
      </p:pic>
    </p:spTree>
    <p:extLst>
      <p:ext uri="{BB962C8B-B14F-4D97-AF65-F5344CB8AC3E}">
        <p14:creationId xmlns:p14="http://schemas.microsoft.com/office/powerpoint/2010/main" val="310651750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FTK Analysis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8744" y="1201002"/>
            <a:ext cx="7969229" cy="4785328"/>
          </a:xfrm>
        </p:spPr>
      </p:pic>
    </p:spTree>
    <p:extLst>
      <p:ext uri="{BB962C8B-B14F-4D97-AF65-F5344CB8AC3E}">
        <p14:creationId xmlns:p14="http://schemas.microsoft.com/office/powerpoint/2010/main" val="375056780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t>Certifications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59422074"/>
              </p:ext>
            </p:extLst>
          </p:nvPr>
        </p:nvGraphicFramePr>
        <p:xfrm>
          <a:off x="730375" y="1487605"/>
          <a:ext cx="7105934" cy="40738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195003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t>Certifications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498585694"/>
              </p:ext>
            </p:extLst>
          </p:nvPr>
        </p:nvGraphicFramePr>
        <p:xfrm>
          <a:off x="655091" y="1473957"/>
          <a:ext cx="7092287" cy="40192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091716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t>Forensics-Specific Certifications</a:t>
            </a:r>
          </a:p>
        </p:txBody>
      </p:sp>
      <p:graphicFrame>
        <p:nvGraphicFramePr>
          <p:cNvPr id="3" name="Content Placeholder 2">
            <a:extLst>
              <a:ext uri="{FF2B5EF4-FFF2-40B4-BE49-F238E27FC236}">
                <a16:creationId xmlns:a16="http://schemas.microsoft.com/office/drawing/2014/main" id="{A715C8CB-232F-42C8-B397-41A098391E29}"/>
              </a:ext>
            </a:extLst>
          </p:cNvPr>
          <p:cNvGraphicFramePr>
            <a:graphicFrameLocks noGrp="1"/>
          </p:cNvGraphicFramePr>
          <p:nvPr>
            <p:ph idx="1"/>
            <p:extLst>
              <p:ext uri="{D42A27DB-BD31-4B8C-83A1-F6EECF244321}">
                <p14:modId xmlns:p14="http://schemas.microsoft.com/office/powerpoint/2010/main" val="1489900405"/>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028638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t>Forensics-Specific Certifications</a:t>
            </a:r>
          </a:p>
        </p:txBody>
      </p:sp>
      <p:graphicFrame>
        <p:nvGraphicFramePr>
          <p:cNvPr id="3" name="Content Placeholder 2">
            <a:extLst>
              <a:ext uri="{FF2B5EF4-FFF2-40B4-BE49-F238E27FC236}">
                <a16:creationId xmlns:a16="http://schemas.microsoft.com/office/drawing/2014/main" id="{A715C8CB-232F-42C8-B397-41A098391E29}"/>
              </a:ext>
            </a:extLst>
          </p:cNvPr>
          <p:cNvGraphicFramePr>
            <a:graphicFrameLocks noGrp="1"/>
          </p:cNvGraphicFramePr>
          <p:nvPr>
            <p:ph idx="1"/>
            <p:extLst>
              <p:ext uri="{D42A27DB-BD31-4B8C-83A1-F6EECF244321}">
                <p14:modId xmlns:p14="http://schemas.microsoft.com/office/powerpoint/2010/main" val="266464929"/>
              </p:ext>
            </p:extLst>
          </p:nvPr>
        </p:nvGraphicFramePr>
        <p:xfrm>
          <a:off x="377518" y="1519084"/>
          <a:ext cx="8299450" cy="40263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499058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Summary</a:t>
            </a:r>
          </a:p>
        </p:txBody>
      </p:sp>
      <p:sp>
        <p:nvSpPr>
          <p:cNvPr id="7171" name="Content Placeholder 2"/>
          <p:cNvSpPr>
            <a:spLocks noGrp="1"/>
          </p:cNvSpPr>
          <p:nvPr>
            <p:ph idx="1"/>
          </p:nvPr>
        </p:nvSpPr>
        <p:spPr>
          <a:xfrm>
            <a:off x="539750" y="1392072"/>
            <a:ext cx="7497763" cy="4462628"/>
          </a:xfrm>
        </p:spPr>
        <p:txBody>
          <a:bodyPr/>
          <a:lstStyle/>
          <a:p>
            <a:r>
              <a:rPr lang="en-US" sz="2800" dirty="0"/>
              <a:t>Forensic lab set-up</a:t>
            </a:r>
          </a:p>
          <a:p>
            <a:r>
              <a:rPr lang="en-US" sz="2800" dirty="0"/>
              <a:t>Methodologies and approaches used in forensic investigations</a:t>
            </a:r>
          </a:p>
          <a:p>
            <a:r>
              <a:rPr lang="en-US" sz="2800" dirty="0"/>
              <a:t>Evidence-handling tasks</a:t>
            </a:r>
          </a:p>
          <a:p>
            <a:r>
              <a:rPr lang="en-US" sz="2800" dirty="0"/>
              <a:t>Common forensic software programs</a:t>
            </a:r>
          </a:p>
          <a:p>
            <a:r>
              <a:rPr lang="en-US" sz="2800" dirty="0"/>
              <a:t>Documentation of methodologies and findings</a:t>
            </a:r>
          </a:p>
        </p:txBody>
      </p:sp>
    </p:spTree>
    <p:extLst>
      <p:ext uri="{BB962C8B-B14F-4D97-AF65-F5344CB8AC3E}">
        <p14:creationId xmlns:p14="http://schemas.microsoft.com/office/powerpoint/2010/main" val="1154295496"/>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569862757D4DE44893AB3F20D4900D1" ma:contentTypeVersion="0" ma:contentTypeDescription="Create a new document." ma:contentTypeScope="" ma:versionID="de924425f64a35fd3e6bdf165bb16c0f">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179457-D557-43E5-8F5D-F70BD37A9867}">
  <ds:schemaRefs>
    <ds:schemaRef ds:uri="http://schemas.microsoft.com/office/2006/metadata/longProperties"/>
  </ds:schemaRefs>
</ds:datastoreItem>
</file>

<file path=customXml/itemProps2.xml><?xml version="1.0" encoding="utf-8"?>
<ds:datastoreItem xmlns:ds="http://schemas.openxmlformats.org/officeDocument/2006/customXml" ds:itemID="{1EB8639A-8193-41A3-B88D-30381B1E59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71679FBC-1A76-492A-B48D-75370905DB8F}">
  <ds:schemaRefs>
    <ds:schemaRef ds:uri="http://purl.org/dc/term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http://www.w3.org/XML/1998/namespace"/>
    <ds:schemaRef ds:uri="http://purl.org/dc/dcmitype/"/>
  </ds:schemaRefs>
</ds:datastoreItem>
</file>

<file path=customXml/itemProps4.xml><?xml version="1.0" encoding="utf-8"?>
<ds:datastoreItem xmlns:ds="http://schemas.openxmlformats.org/officeDocument/2006/customXml" ds:itemID="{4CA79F13-E1AA-4D61-B102-462BE46595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24416</TotalTime>
  <Words>2862</Words>
  <Application>Microsoft Office PowerPoint</Application>
  <PresentationFormat>On-screen Show (4:3)</PresentationFormat>
  <Paragraphs>307</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MS PGothic</vt:lpstr>
      <vt:lpstr>Arial</vt:lpstr>
      <vt:lpstr>Times</vt:lpstr>
      <vt:lpstr>Times New Roman</vt:lpstr>
      <vt:lpstr>Wingdings</vt:lpstr>
      <vt:lpstr>Blank Presentation</vt:lpstr>
      <vt:lpstr>PowerPoint Presentation</vt:lpstr>
      <vt:lpstr>Learning Objective</vt:lpstr>
      <vt:lpstr>Key Concepts</vt:lpstr>
      <vt:lpstr>Forensic Investigation Methodologies</vt:lpstr>
      <vt:lpstr>Technical Information Collection Considerations</vt:lpstr>
      <vt:lpstr>Formal Forensic Approaches</vt:lpstr>
      <vt:lpstr>Documentation</vt:lpstr>
      <vt:lpstr>File Slack Searching</vt:lpstr>
      <vt:lpstr>Evidence-Handling Tasks</vt:lpstr>
      <vt:lpstr>Evidence-Gathering Measures</vt:lpstr>
      <vt:lpstr>Expert Reports</vt:lpstr>
      <vt:lpstr>How to Set Up a Forensic Lab</vt:lpstr>
      <vt:lpstr>Equipment</vt:lpstr>
      <vt:lpstr>Equipment (Cont.)</vt:lpstr>
      <vt:lpstr>Security</vt:lpstr>
      <vt:lpstr>American Society of Crime Laboratory Directors (ASCLD)</vt:lpstr>
      <vt:lpstr>Forensics Software Tools</vt:lpstr>
      <vt:lpstr>EnCase Case File</vt:lpstr>
      <vt:lpstr>EnCase View Pane</vt:lpstr>
      <vt:lpstr>EnCase View Search</vt:lpstr>
      <vt:lpstr>FTK Features</vt:lpstr>
      <vt:lpstr>FTK Analysis</vt:lpstr>
      <vt:lpstr>Certifications</vt:lpstr>
      <vt:lpstr>Certifications</vt:lpstr>
      <vt:lpstr>Forensics-Specific Certifications</vt:lpstr>
      <vt:lpstr>Forensics-Specific Certifications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Dr.Mohammed Tawfik</cp:lastModifiedBy>
  <cp:revision>3183</cp:revision>
  <cp:lastPrinted>2008-07-07T18:08:55Z</cp:lastPrinted>
  <dcterms:created xsi:type="dcterms:W3CDTF">2010-11-23T16:40:11Z</dcterms:created>
  <dcterms:modified xsi:type="dcterms:W3CDTF">2025-10-30T23:50:22Z</dcterms:modified>
</cp:coreProperties>
</file>