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45.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5"/>
  </p:sldMasterIdLst>
  <p:notesMasterIdLst>
    <p:notesMasterId r:id="rId53"/>
  </p:notesMasterIdLst>
  <p:handoutMasterIdLst>
    <p:handoutMasterId r:id="rId54"/>
  </p:handoutMasterIdLst>
  <p:sldIdLst>
    <p:sldId id="1519" r:id="rId6"/>
    <p:sldId id="1518" r:id="rId7"/>
    <p:sldId id="1520" r:id="rId8"/>
    <p:sldId id="1607" r:id="rId9"/>
    <p:sldId id="1608" r:id="rId10"/>
    <p:sldId id="1526" r:id="rId11"/>
    <p:sldId id="1557" r:id="rId12"/>
    <p:sldId id="1597" r:id="rId13"/>
    <p:sldId id="1598" r:id="rId14"/>
    <p:sldId id="1562" r:id="rId15"/>
    <p:sldId id="1599" r:id="rId16"/>
    <p:sldId id="1600" r:id="rId17"/>
    <p:sldId id="1576" r:id="rId18"/>
    <p:sldId id="1579" r:id="rId19"/>
    <p:sldId id="1580" r:id="rId20"/>
    <p:sldId id="1581" r:id="rId21"/>
    <p:sldId id="1575" r:id="rId22"/>
    <p:sldId id="1582" r:id="rId23"/>
    <p:sldId id="1584" r:id="rId24"/>
    <p:sldId id="1583" r:id="rId25"/>
    <p:sldId id="1574" r:id="rId26"/>
    <p:sldId id="1585" r:id="rId27"/>
    <p:sldId id="1609" r:id="rId28"/>
    <p:sldId id="1610" r:id="rId29"/>
    <p:sldId id="1611" r:id="rId30"/>
    <p:sldId id="1558" r:id="rId31"/>
    <p:sldId id="1601" r:id="rId32"/>
    <p:sldId id="1602" r:id="rId33"/>
    <p:sldId id="1603" r:id="rId34"/>
    <p:sldId id="1573" r:id="rId35"/>
    <p:sldId id="1572" r:id="rId36"/>
    <p:sldId id="1593" r:id="rId37"/>
    <p:sldId id="1612" r:id="rId38"/>
    <p:sldId id="1559" r:id="rId39"/>
    <p:sldId id="1577" r:id="rId40"/>
    <p:sldId id="1594" r:id="rId41"/>
    <p:sldId id="1565" r:id="rId42"/>
    <p:sldId id="1566" r:id="rId43"/>
    <p:sldId id="1567" r:id="rId44"/>
    <p:sldId id="1571" r:id="rId45"/>
    <p:sldId id="1615" r:id="rId46"/>
    <p:sldId id="1614" r:id="rId47"/>
    <p:sldId id="1613" r:id="rId48"/>
    <p:sldId id="1595" r:id="rId49"/>
    <p:sldId id="1570" r:id="rId50"/>
    <p:sldId id="1606" r:id="rId51"/>
    <p:sldId id="1549" r:id="rId52"/>
  </p:sldIdLst>
  <p:sldSz cx="9144000" cy="6858000" type="screen4x3"/>
  <p:notesSz cx="7010400" cy="9296400"/>
  <p:custDataLst>
    <p:tags r:id="rId55"/>
  </p:custDataLst>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192">
          <p15:clr>
            <a:srgbClr val="A4A3A4"/>
          </p15:clr>
        </p15:guide>
        <p15:guide id="2" orient="horz" pos="2748">
          <p15:clr>
            <a:srgbClr val="A4A3A4"/>
          </p15:clr>
        </p15:guide>
        <p15:guide id="3" pos="4627">
          <p15:clr>
            <a:srgbClr val="A4A3A4"/>
          </p15:clr>
        </p15:guide>
        <p15:guide id="4" pos="1452">
          <p15:clr>
            <a:srgbClr val="A4A3A4"/>
          </p15:clr>
        </p15:guide>
        <p15:guide id="5" pos="2346">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BBC9"/>
    <a:srgbClr val="D2E4B2"/>
    <a:srgbClr val="DDDDDD"/>
    <a:srgbClr val="FFCCFF"/>
    <a:srgbClr val="FFCCCC"/>
    <a:srgbClr val="423498"/>
    <a:srgbClr val="FFFF00"/>
    <a:srgbClr val="B4E7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8971" autoAdjust="0"/>
    <p:restoredTop sz="93542" autoAdjust="0"/>
  </p:normalViewPr>
  <p:slideViewPr>
    <p:cSldViewPr snapToGrid="0" snapToObjects="1">
      <p:cViewPr varScale="1">
        <p:scale>
          <a:sx n="64" d="100"/>
          <a:sy n="64" d="100"/>
        </p:scale>
        <p:origin x="1344" y="66"/>
      </p:cViewPr>
      <p:guideLst>
        <p:guide orient="horz" pos="192"/>
        <p:guide orient="horz" pos="2748"/>
        <p:guide pos="4627"/>
        <p:guide pos="1452"/>
        <p:guide pos="2346"/>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snapToObjects="1">
      <p:cViewPr varScale="1">
        <p:scale>
          <a:sx n="52" d="100"/>
          <a:sy n="52" d="100"/>
        </p:scale>
        <p:origin x="-2820" y="-9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tags" Target="tags/tag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54"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7530086-E79E-4003-AEB2-38B1391EAB0E}"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F4A90FC5-F5AE-4335-88A6-A0D1E5CEAE02}">
      <dgm:prSet phldrT="[Text]"/>
      <dgm:spPr/>
      <dgm:t>
        <a:bodyPr/>
        <a:lstStyle/>
        <a:p>
          <a:r>
            <a:rPr lang="en-US" dirty="0"/>
            <a:t>Current</a:t>
          </a:r>
        </a:p>
      </dgm:t>
    </dgm:pt>
    <dgm:pt modelId="{F38537FE-0917-4D1E-834A-6B3EE487BF74}" type="parTrans" cxnId="{49E8E2EE-2D04-478F-BB78-02ABE2E3411F}">
      <dgm:prSet/>
      <dgm:spPr/>
      <dgm:t>
        <a:bodyPr/>
        <a:lstStyle/>
        <a:p>
          <a:endParaRPr lang="en-US"/>
        </a:p>
      </dgm:t>
    </dgm:pt>
    <dgm:pt modelId="{D451A1FF-94E7-453F-8F1A-3CE7B0D8C22F}" type="sibTrans" cxnId="{49E8E2EE-2D04-478F-BB78-02ABE2E3411F}">
      <dgm:prSet/>
      <dgm:spPr/>
      <dgm:t>
        <a:bodyPr/>
        <a:lstStyle/>
        <a:p>
          <a:endParaRPr lang="en-US"/>
        </a:p>
      </dgm:t>
    </dgm:pt>
    <dgm:pt modelId="{0BB806AD-8FFD-4798-9432-DA9F2E9B7E59}">
      <dgm:prSet phldrT="[Text]"/>
      <dgm:spPr/>
      <dgm:t>
        <a:bodyPr/>
        <a:lstStyle/>
        <a:p>
          <a:r>
            <a:rPr lang="en-US" dirty="0"/>
            <a:t>Windows 10, 8, 7, Vista</a:t>
          </a:r>
        </a:p>
      </dgm:t>
    </dgm:pt>
    <dgm:pt modelId="{177CC5CF-C21E-4E8E-BEF9-FF02E58B8D6B}" type="parTrans" cxnId="{BAAC3A39-78BA-4B87-A045-9122F5D98EBE}">
      <dgm:prSet/>
      <dgm:spPr/>
      <dgm:t>
        <a:bodyPr/>
        <a:lstStyle/>
        <a:p>
          <a:endParaRPr lang="en-US"/>
        </a:p>
      </dgm:t>
    </dgm:pt>
    <dgm:pt modelId="{07AE6609-301B-4157-8501-07B761923583}" type="sibTrans" cxnId="{BAAC3A39-78BA-4B87-A045-9122F5D98EBE}">
      <dgm:prSet/>
      <dgm:spPr/>
      <dgm:t>
        <a:bodyPr/>
        <a:lstStyle/>
        <a:p>
          <a:endParaRPr lang="en-US"/>
        </a:p>
      </dgm:t>
    </dgm:pt>
    <dgm:pt modelId="{0C091EC5-F190-4969-9535-490135976C1E}">
      <dgm:prSet phldrT="[Text]"/>
      <dgm:spPr/>
      <dgm:t>
        <a:bodyPr/>
        <a:lstStyle/>
        <a:p>
          <a:r>
            <a:rPr lang="en-US" dirty="0"/>
            <a:t>Windows Server 2012, 2008</a:t>
          </a:r>
        </a:p>
      </dgm:t>
    </dgm:pt>
    <dgm:pt modelId="{28979432-1D80-4F4D-B566-25530A74D430}" type="parTrans" cxnId="{593764E1-482A-4340-8E28-13E811B7D91F}">
      <dgm:prSet/>
      <dgm:spPr/>
      <dgm:t>
        <a:bodyPr/>
        <a:lstStyle/>
        <a:p>
          <a:endParaRPr lang="en-US"/>
        </a:p>
      </dgm:t>
    </dgm:pt>
    <dgm:pt modelId="{04BFF733-8985-4262-A726-4C2F91091241}" type="sibTrans" cxnId="{593764E1-482A-4340-8E28-13E811B7D91F}">
      <dgm:prSet/>
      <dgm:spPr/>
      <dgm:t>
        <a:bodyPr/>
        <a:lstStyle/>
        <a:p>
          <a:endParaRPr lang="en-US"/>
        </a:p>
      </dgm:t>
    </dgm:pt>
    <dgm:pt modelId="{2D5141C1-C08E-4AE8-97DF-8CAA46D9C51C}">
      <dgm:prSet phldrT="[Text]"/>
      <dgm:spPr/>
      <dgm:t>
        <a:bodyPr/>
        <a:lstStyle/>
        <a:p>
          <a:r>
            <a:rPr lang="en-US" dirty="0"/>
            <a:t>Legacy</a:t>
          </a:r>
        </a:p>
      </dgm:t>
    </dgm:pt>
    <dgm:pt modelId="{7CA24D9D-392C-4B22-8FC4-3915ECB3D85C}" type="parTrans" cxnId="{652FBFC3-E821-48D2-B534-C17DE08580A8}">
      <dgm:prSet/>
      <dgm:spPr/>
      <dgm:t>
        <a:bodyPr/>
        <a:lstStyle/>
        <a:p>
          <a:endParaRPr lang="en-US"/>
        </a:p>
      </dgm:t>
    </dgm:pt>
    <dgm:pt modelId="{AAC7DD58-0622-4FB4-B760-4F9A479D1617}" type="sibTrans" cxnId="{652FBFC3-E821-48D2-B534-C17DE08580A8}">
      <dgm:prSet/>
      <dgm:spPr/>
      <dgm:t>
        <a:bodyPr/>
        <a:lstStyle/>
        <a:p>
          <a:endParaRPr lang="en-US"/>
        </a:p>
      </dgm:t>
    </dgm:pt>
    <dgm:pt modelId="{FE8E61E8-AEB6-449D-B39A-150DF5CC6616}">
      <dgm:prSet phldrT="[Text]"/>
      <dgm:spPr/>
      <dgm:t>
        <a:bodyPr/>
        <a:lstStyle/>
        <a:p>
          <a:r>
            <a:rPr lang="en-US" dirty="0"/>
            <a:t>Windows XP, 2000</a:t>
          </a:r>
        </a:p>
      </dgm:t>
    </dgm:pt>
    <dgm:pt modelId="{4CAA5F94-9ADE-449F-B131-4B40C598D0B7}" type="parTrans" cxnId="{AB1ABB5B-FEBF-4872-B4A5-027FBF38A667}">
      <dgm:prSet/>
      <dgm:spPr/>
      <dgm:t>
        <a:bodyPr/>
        <a:lstStyle/>
        <a:p>
          <a:endParaRPr lang="en-US"/>
        </a:p>
      </dgm:t>
    </dgm:pt>
    <dgm:pt modelId="{55C583EF-8A24-412B-B113-ECAECFDD27E9}" type="sibTrans" cxnId="{AB1ABB5B-FEBF-4872-B4A5-027FBF38A667}">
      <dgm:prSet/>
      <dgm:spPr/>
      <dgm:t>
        <a:bodyPr/>
        <a:lstStyle/>
        <a:p>
          <a:endParaRPr lang="en-US"/>
        </a:p>
      </dgm:t>
    </dgm:pt>
    <dgm:pt modelId="{E4122317-DA83-4A49-A1DB-0370FDF7ABD1}">
      <dgm:prSet phldrT="[Text]"/>
      <dgm:spPr/>
      <dgm:t>
        <a:bodyPr/>
        <a:lstStyle/>
        <a:p>
          <a:r>
            <a:rPr lang="en-US" dirty="0"/>
            <a:t>Mac OS 8 or earlier</a:t>
          </a:r>
        </a:p>
      </dgm:t>
    </dgm:pt>
    <dgm:pt modelId="{2A0560EE-90C0-4763-91CF-ACF0ED94ABBE}" type="parTrans" cxnId="{E4BC052C-816B-4696-AE15-094DF997223B}">
      <dgm:prSet/>
      <dgm:spPr/>
      <dgm:t>
        <a:bodyPr/>
        <a:lstStyle/>
        <a:p>
          <a:endParaRPr lang="en-US"/>
        </a:p>
      </dgm:t>
    </dgm:pt>
    <dgm:pt modelId="{94CE7C4D-77AD-4871-864F-D5BEB94BF244}" type="sibTrans" cxnId="{E4BC052C-816B-4696-AE15-094DF997223B}">
      <dgm:prSet/>
      <dgm:spPr/>
      <dgm:t>
        <a:bodyPr/>
        <a:lstStyle/>
        <a:p>
          <a:endParaRPr lang="en-US"/>
        </a:p>
      </dgm:t>
    </dgm:pt>
    <dgm:pt modelId="{D2D99D42-53FD-4F8D-9096-7E3E1A6DEAB6}">
      <dgm:prSet/>
      <dgm:spPr/>
      <dgm:t>
        <a:bodyPr/>
        <a:lstStyle/>
        <a:p>
          <a:r>
            <a:rPr lang="en-US" dirty="0"/>
            <a:t>Mac OS 9 and 10</a:t>
          </a:r>
        </a:p>
      </dgm:t>
    </dgm:pt>
    <dgm:pt modelId="{B1B77C44-01DF-4EB0-8F01-E44F6B5603B3}" type="parTrans" cxnId="{AF875CA3-987D-450A-82F3-C665BFFFAEA9}">
      <dgm:prSet/>
      <dgm:spPr/>
      <dgm:t>
        <a:bodyPr/>
        <a:lstStyle/>
        <a:p>
          <a:endParaRPr lang="en-US"/>
        </a:p>
      </dgm:t>
    </dgm:pt>
    <dgm:pt modelId="{D16B7C8B-4193-409B-A81B-69BA758A2AA6}" type="sibTrans" cxnId="{AF875CA3-987D-450A-82F3-C665BFFFAEA9}">
      <dgm:prSet/>
      <dgm:spPr/>
      <dgm:t>
        <a:bodyPr/>
        <a:lstStyle/>
        <a:p>
          <a:endParaRPr lang="en-US"/>
        </a:p>
      </dgm:t>
    </dgm:pt>
    <dgm:pt modelId="{64BAB701-C2E7-4C19-9858-3B51D8DE62E4}" type="pres">
      <dgm:prSet presAssocID="{07530086-E79E-4003-AEB2-38B1391EAB0E}" presName="diagram" presStyleCnt="0">
        <dgm:presLayoutVars>
          <dgm:chPref val="1"/>
          <dgm:dir/>
          <dgm:animOne val="branch"/>
          <dgm:animLvl val="lvl"/>
          <dgm:resizeHandles/>
        </dgm:presLayoutVars>
      </dgm:prSet>
      <dgm:spPr/>
    </dgm:pt>
    <dgm:pt modelId="{83A9D2D8-7E31-4C0D-9ED2-4B6A82D4056D}" type="pres">
      <dgm:prSet presAssocID="{F4A90FC5-F5AE-4335-88A6-A0D1E5CEAE02}" presName="root" presStyleCnt="0"/>
      <dgm:spPr/>
    </dgm:pt>
    <dgm:pt modelId="{5AF2C899-3752-482D-AF63-87F54369F7C7}" type="pres">
      <dgm:prSet presAssocID="{F4A90FC5-F5AE-4335-88A6-A0D1E5CEAE02}" presName="rootComposite" presStyleCnt="0"/>
      <dgm:spPr/>
    </dgm:pt>
    <dgm:pt modelId="{B3B3B7BE-B5D1-47E3-9236-FF4134883C6F}" type="pres">
      <dgm:prSet presAssocID="{F4A90FC5-F5AE-4335-88A6-A0D1E5CEAE02}" presName="rootText" presStyleLbl="node1" presStyleIdx="0" presStyleCnt="2"/>
      <dgm:spPr/>
    </dgm:pt>
    <dgm:pt modelId="{20A67A13-0EE5-47A5-AEF0-37B872A0AEB8}" type="pres">
      <dgm:prSet presAssocID="{F4A90FC5-F5AE-4335-88A6-A0D1E5CEAE02}" presName="rootConnector" presStyleLbl="node1" presStyleIdx="0" presStyleCnt="2"/>
      <dgm:spPr/>
    </dgm:pt>
    <dgm:pt modelId="{6E67DE6F-479A-43DB-BAF1-24424034E5A8}" type="pres">
      <dgm:prSet presAssocID="{F4A90FC5-F5AE-4335-88A6-A0D1E5CEAE02}" presName="childShape" presStyleCnt="0"/>
      <dgm:spPr/>
    </dgm:pt>
    <dgm:pt modelId="{859A98AD-29A2-47F0-B5CF-D50D7066C594}" type="pres">
      <dgm:prSet presAssocID="{177CC5CF-C21E-4E8E-BEF9-FF02E58B8D6B}" presName="Name13" presStyleLbl="parChTrans1D2" presStyleIdx="0" presStyleCnt="5"/>
      <dgm:spPr/>
    </dgm:pt>
    <dgm:pt modelId="{AF629A29-324B-43EA-B5B4-B9E9B99A6118}" type="pres">
      <dgm:prSet presAssocID="{0BB806AD-8FFD-4798-9432-DA9F2E9B7E59}" presName="childText" presStyleLbl="bgAcc1" presStyleIdx="0" presStyleCnt="5">
        <dgm:presLayoutVars>
          <dgm:bulletEnabled val="1"/>
        </dgm:presLayoutVars>
      </dgm:prSet>
      <dgm:spPr/>
    </dgm:pt>
    <dgm:pt modelId="{0B8C5E90-8005-44ED-9930-33A22B4BBF55}" type="pres">
      <dgm:prSet presAssocID="{28979432-1D80-4F4D-B566-25530A74D430}" presName="Name13" presStyleLbl="parChTrans1D2" presStyleIdx="1" presStyleCnt="5"/>
      <dgm:spPr/>
    </dgm:pt>
    <dgm:pt modelId="{4EC0CBFD-AC04-426E-BBEC-3FEF0978CEFC}" type="pres">
      <dgm:prSet presAssocID="{0C091EC5-F190-4969-9535-490135976C1E}" presName="childText" presStyleLbl="bgAcc1" presStyleIdx="1" presStyleCnt="5">
        <dgm:presLayoutVars>
          <dgm:bulletEnabled val="1"/>
        </dgm:presLayoutVars>
      </dgm:prSet>
      <dgm:spPr/>
    </dgm:pt>
    <dgm:pt modelId="{E01D8844-F1D8-4831-8F6C-C223850E9A39}" type="pres">
      <dgm:prSet presAssocID="{B1B77C44-01DF-4EB0-8F01-E44F6B5603B3}" presName="Name13" presStyleLbl="parChTrans1D2" presStyleIdx="2" presStyleCnt="5"/>
      <dgm:spPr/>
    </dgm:pt>
    <dgm:pt modelId="{24120106-FACC-468F-9DA4-FD0EA0142BAD}" type="pres">
      <dgm:prSet presAssocID="{D2D99D42-53FD-4F8D-9096-7E3E1A6DEAB6}" presName="childText" presStyleLbl="bgAcc1" presStyleIdx="2" presStyleCnt="5">
        <dgm:presLayoutVars>
          <dgm:bulletEnabled val="1"/>
        </dgm:presLayoutVars>
      </dgm:prSet>
      <dgm:spPr/>
    </dgm:pt>
    <dgm:pt modelId="{3D9AB99F-B032-44AF-BE47-FB4BF4387DBA}" type="pres">
      <dgm:prSet presAssocID="{2D5141C1-C08E-4AE8-97DF-8CAA46D9C51C}" presName="root" presStyleCnt="0"/>
      <dgm:spPr/>
    </dgm:pt>
    <dgm:pt modelId="{1E3EA02D-3A58-47E5-B534-A8D5A6D9C456}" type="pres">
      <dgm:prSet presAssocID="{2D5141C1-C08E-4AE8-97DF-8CAA46D9C51C}" presName="rootComposite" presStyleCnt="0"/>
      <dgm:spPr/>
    </dgm:pt>
    <dgm:pt modelId="{74553037-5D99-4CFB-B7CF-74C5343F7F05}" type="pres">
      <dgm:prSet presAssocID="{2D5141C1-C08E-4AE8-97DF-8CAA46D9C51C}" presName="rootText" presStyleLbl="node1" presStyleIdx="1" presStyleCnt="2"/>
      <dgm:spPr/>
    </dgm:pt>
    <dgm:pt modelId="{599C85C1-B8DB-48F1-8B50-97A14322D9E8}" type="pres">
      <dgm:prSet presAssocID="{2D5141C1-C08E-4AE8-97DF-8CAA46D9C51C}" presName="rootConnector" presStyleLbl="node1" presStyleIdx="1" presStyleCnt="2"/>
      <dgm:spPr/>
    </dgm:pt>
    <dgm:pt modelId="{0B60EF38-A560-48CC-B1A2-BD08C6691325}" type="pres">
      <dgm:prSet presAssocID="{2D5141C1-C08E-4AE8-97DF-8CAA46D9C51C}" presName="childShape" presStyleCnt="0"/>
      <dgm:spPr/>
    </dgm:pt>
    <dgm:pt modelId="{C8B2C034-AFC8-41A6-90F5-102E31F008CF}" type="pres">
      <dgm:prSet presAssocID="{4CAA5F94-9ADE-449F-B131-4B40C598D0B7}" presName="Name13" presStyleLbl="parChTrans1D2" presStyleIdx="3" presStyleCnt="5"/>
      <dgm:spPr/>
    </dgm:pt>
    <dgm:pt modelId="{335CE34C-5A10-48E6-A042-AC80C2B002DC}" type="pres">
      <dgm:prSet presAssocID="{FE8E61E8-AEB6-449D-B39A-150DF5CC6616}" presName="childText" presStyleLbl="bgAcc1" presStyleIdx="3" presStyleCnt="5">
        <dgm:presLayoutVars>
          <dgm:bulletEnabled val="1"/>
        </dgm:presLayoutVars>
      </dgm:prSet>
      <dgm:spPr/>
    </dgm:pt>
    <dgm:pt modelId="{ADB3E2C9-F907-4D51-A47E-E7441650424D}" type="pres">
      <dgm:prSet presAssocID="{2A0560EE-90C0-4763-91CF-ACF0ED94ABBE}" presName="Name13" presStyleLbl="parChTrans1D2" presStyleIdx="4" presStyleCnt="5"/>
      <dgm:spPr/>
    </dgm:pt>
    <dgm:pt modelId="{C7DF1149-8EFB-4BA9-8BB4-54BB02E882FC}" type="pres">
      <dgm:prSet presAssocID="{E4122317-DA83-4A49-A1DB-0370FDF7ABD1}" presName="childText" presStyleLbl="bgAcc1" presStyleIdx="4" presStyleCnt="5">
        <dgm:presLayoutVars>
          <dgm:bulletEnabled val="1"/>
        </dgm:presLayoutVars>
      </dgm:prSet>
      <dgm:spPr/>
    </dgm:pt>
  </dgm:ptLst>
  <dgm:cxnLst>
    <dgm:cxn modelId="{61723700-C16A-45F2-A1C9-6D95EFF86D93}" type="presOf" srcId="{FE8E61E8-AEB6-449D-B39A-150DF5CC6616}" destId="{335CE34C-5A10-48E6-A042-AC80C2B002DC}" srcOrd="0" destOrd="0" presId="urn:microsoft.com/office/officeart/2005/8/layout/hierarchy3"/>
    <dgm:cxn modelId="{824E8F1A-8658-457C-8ED0-3B7AFDC7EFF1}" type="presOf" srcId="{2A0560EE-90C0-4763-91CF-ACF0ED94ABBE}" destId="{ADB3E2C9-F907-4D51-A47E-E7441650424D}" srcOrd="0" destOrd="0" presId="urn:microsoft.com/office/officeart/2005/8/layout/hierarchy3"/>
    <dgm:cxn modelId="{E4BC052C-816B-4696-AE15-094DF997223B}" srcId="{2D5141C1-C08E-4AE8-97DF-8CAA46D9C51C}" destId="{E4122317-DA83-4A49-A1DB-0370FDF7ABD1}" srcOrd="1" destOrd="0" parTransId="{2A0560EE-90C0-4763-91CF-ACF0ED94ABBE}" sibTransId="{94CE7C4D-77AD-4871-864F-D5BEB94BF244}"/>
    <dgm:cxn modelId="{2B74BC32-2C54-4F5D-9BF9-74D231992B73}" type="presOf" srcId="{4CAA5F94-9ADE-449F-B131-4B40C598D0B7}" destId="{C8B2C034-AFC8-41A6-90F5-102E31F008CF}" srcOrd="0" destOrd="0" presId="urn:microsoft.com/office/officeart/2005/8/layout/hierarchy3"/>
    <dgm:cxn modelId="{BAAC3A39-78BA-4B87-A045-9122F5D98EBE}" srcId="{F4A90FC5-F5AE-4335-88A6-A0D1E5CEAE02}" destId="{0BB806AD-8FFD-4798-9432-DA9F2E9B7E59}" srcOrd="0" destOrd="0" parTransId="{177CC5CF-C21E-4E8E-BEF9-FF02E58B8D6B}" sibTransId="{07AE6609-301B-4157-8501-07B761923583}"/>
    <dgm:cxn modelId="{AB1ABB5B-FEBF-4872-B4A5-027FBF38A667}" srcId="{2D5141C1-C08E-4AE8-97DF-8CAA46D9C51C}" destId="{FE8E61E8-AEB6-449D-B39A-150DF5CC6616}" srcOrd="0" destOrd="0" parTransId="{4CAA5F94-9ADE-449F-B131-4B40C598D0B7}" sibTransId="{55C583EF-8A24-412B-B113-ECAECFDD27E9}"/>
    <dgm:cxn modelId="{485C365D-2827-4268-86C8-36252AC54F13}" type="presOf" srcId="{E4122317-DA83-4A49-A1DB-0370FDF7ABD1}" destId="{C7DF1149-8EFB-4BA9-8BB4-54BB02E882FC}" srcOrd="0" destOrd="0" presId="urn:microsoft.com/office/officeart/2005/8/layout/hierarchy3"/>
    <dgm:cxn modelId="{58B50E5E-6E79-44B8-95F2-A6DBCCE3B530}" type="presOf" srcId="{D2D99D42-53FD-4F8D-9096-7E3E1A6DEAB6}" destId="{24120106-FACC-468F-9DA4-FD0EA0142BAD}" srcOrd="0" destOrd="0" presId="urn:microsoft.com/office/officeart/2005/8/layout/hierarchy3"/>
    <dgm:cxn modelId="{2B563E5E-EC47-419E-81AC-50E0F4716BF1}" type="presOf" srcId="{F4A90FC5-F5AE-4335-88A6-A0D1E5CEAE02}" destId="{B3B3B7BE-B5D1-47E3-9236-FF4134883C6F}" srcOrd="0" destOrd="0" presId="urn:microsoft.com/office/officeart/2005/8/layout/hierarchy3"/>
    <dgm:cxn modelId="{DD394943-466E-43B4-AAE8-45F2E4116103}" type="presOf" srcId="{2D5141C1-C08E-4AE8-97DF-8CAA46D9C51C}" destId="{74553037-5D99-4CFB-B7CF-74C5343F7F05}" srcOrd="0" destOrd="0" presId="urn:microsoft.com/office/officeart/2005/8/layout/hierarchy3"/>
    <dgm:cxn modelId="{771E1F6F-4674-4EBC-A20B-64FC268F79E3}" type="presOf" srcId="{2D5141C1-C08E-4AE8-97DF-8CAA46D9C51C}" destId="{599C85C1-B8DB-48F1-8B50-97A14322D9E8}" srcOrd="1" destOrd="0" presId="urn:microsoft.com/office/officeart/2005/8/layout/hierarchy3"/>
    <dgm:cxn modelId="{62767D71-20DE-4DA7-BE33-132011CDD98F}" type="presOf" srcId="{F4A90FC5-F5AE-4335-88A6-A0D1E5CEAE02}" destId="{20A67A13-0EE5-47A5-AEF0-37B872A0AEB8}" srcOrd="1" destOrd="0" presId="urn:microsoft.com/office/officeart/2005/8/layout/hierarchy3"/>
    <dgm:cxn modelId="{C3430655-1392-4295-B164-AA1A9ADBC903}" type="presOf" srcId="{0BB806AD-8FFD-4798-9432-DA9F2E9B7E59}" destId="{AF629A29-324B-43EA-B5B4-B9E9B99A6118}" srcOrd="0" destOrd="0" presId="urn:microsoft.com/office/officeart/2005/8/layout/hierarchy3"/>
    <dgm:cxn modelId="{3822BD7C-4F20-4A24-B582-D9AB4814D12F}" type="presOf" srcId="{177CC5CF-C21E-4E8E-BEF9-FF02E58B8D6B}" destId="{859A98AD-29A2-47F0-B5CF-D50D7066C594}" srcOrd="0" destOrd="0" presId="urn:microsoft.com/office/officeart/2005/8/layout/hierarchy3"/>
    <dgm:cxn modelId="{BDE1FCA1-FEA5-4B67-831E-B4C10329E989}" type="presOf" srcId="{28979432-1D80-4F4D-B566-25530A74D430}" destId="{0B8C5E90-8005-44ED-9930-33A22B4BBF55}" srcOrd="0" destOrd="0" presId="urn:microsoft.com/office/officeart/2005/8/layout/hierarchy3"/>
    <dgm:cxn modelId="{AF875CA3-987D-450A-82F3-C665BFFFAEA9}" srcId="{F4A90FC5-F5AE-4335-88A6-A0D1E5CEAE02}" destId="{D2D99D42-53FD-4F8D-9096-7E3E1A6DEAB6}" srcOrd="2" destOrd="0" parTransId="{B1B77C44-01DF-4EB0-8F01-E44F6B5603B3}" sibTransId="{D16B7C8B-4193-409B-A81B-69BA758A2AA6}"/>
    <dgm:cxn modelId="{B0BD87B4-92DC-4ED2-B83A-4802FE4B691D}" type="presOf" srcId="{07530086-E79E-4003-AEB2-38B1391EAB0E}" destId="{64BAB701-C2E7-4C19-9858-3B51D8DE62E4}" srcOrd="0" destOrd="0" presId="urn:microsoft.com/office/officeart/2005/8/layout/hierarchy3"/>
    <dgm:cxn modelId="{652FBFC3-E821-48D2-B534-C17DE08580A8}" srcId="{07530086-E79E-4003-AEB2-38B1391EAB0E}" destId="{2D5141C1-C08E-4AE8-97DF-8CAA46D9C51C}" srcOrd="1" destOrd="0" parTransId="{7CA24D9D-392C-4B22-8FC4-3915ECB3D85C}" sibTransId="{AAC7DD58-0622-4FB4-B760-4F9A479D1617}"/>
    <dgm:cxn modelId="{3230F6D6-0E3B-48BD-A25D-9D1A3B6892CE}" type="presOf" srcId="{0C091EC5-F190-4969-9535-490135976C1E}" destId="{4EC0CBFD-AC04-426E-BBEC-3FEF0978CEFC}" srcOrd="0" destOrd="0" presId="urn:microsoft.com/office/officeart/2005/8/layout/hierarchy3"/>
    <dgm:cxn modelId="{28704CE0-6C58-41C4-AA77-D59CB3ED2473}" type="presOf" srcId="{B1B77C44-01DF-4EB0-8F01-E44F6B5603B3}" destId="{E01D8844-F1D8-4831-8F6C-C223850E9A39}" srcOrd="0" destOrd="0" presId="urn:microsoft.com/office/officeart/2005/8/layout/hierarchy3"/>
    <dgm:cxn modelId="{593764E1-482A-4340-8E28-13E811B7D91F}" srcId="{F4A90FC5-F5AE-4335-88A6-A0D1E5CEAE02}" destId="{0C091EC5-F190-4969-9535-490135976C1E}" srcOrd="1" destOrd="0" parTransId="{28979432-1D80-4F4D-B566-25530A74D430}" sibTransId="{04BFF733-8985-4262-A726-4C2F91091241}"/>
    <dgm:cxn modelId="{49E8E2EE-2D04-478F-BB78-02ABE2E3411F}" srcId="{07530086-E79E-4003-AEB2-38B1391EAB0E}" destId="{F4A90FC5-F5AE-4335-88A6-A0D1E5CEAE02}" srcOrd="0" destOrd="0" parTransId="{F38537FE-0917-4D1E-834A-6B3EE487BF74}" sibTransId="{D451A1FF-94E7-453F-8F1A-3CE7B0D8C22F}"/>
    <dgm:cxn modelId="{28EC6DE6-A895-4E98-832A-E4B8D7C02317}" type="presParOf" srcId="{64BAB701-C2E7-4C19-9858-3B51D8DE62E4}" destId="{83A9D2D8-7E31-4C0D-9ED2-4B6A82D4056D}" srcOrd="0" destOrd="0" presId="urn:microsoft.com/office/officeart/2005/8/layout/hierarchy3"/>
    <dgm:cxn modelId="{51FB31B4-85F5-4BC9-801D-4A5A2BADBA3D}" type="presParOf" srcId="{83A9D2D8-7E31-4C0D-9ED2-4B6A82D4056D}" destId="{5AF2C899-3752-482D-AF63-87F54369F7C7}" srcOrd="0" destOrd="0" presId="urn:microsoft.com/office/officeart/2005/8/layout/hierarchy3"/>
    <dgm:cxn modelId="{D2B85615-89D2-4D81-91A0-A580873E56B4}" type="presParOf" srcId="{5AF2C899-3752-482D-AF63-87F54369F7C7}" destId="{B3B3B7BE-B5D1-47E3-9236-FF4134883C6F}" srcOrd="0" destOrd="0" presId="urn:microsoft.com/office/officeart/2005/8/layout/hierarchy3"/>
    <dgm:cxn modelId="{9544C20E-4DBA-4547-9DE3-416D8F951CA0}" type="presParOf" srcId="{5AF2C899-3752-482D-AF63-87F54369F7C7}" destId="{20A67A13-0EE5-47A5-AEF0-37B872A0AEB8}" srcOrd="1" destOrd="0" presId="urn:microsoft.com/office/officeart/2005/8/layout/hierarchy3"/>
    <dgm:cxn modelId="{F6D115FD-EA3B-4BE2-8DF6-FBBA032E1F25}" type="presParOf" srcId="{83A9D2D8-7E31-4C0D-9ED2-4B6A82D4056D}" destId="{6E67DE6F-479A-43DB-BAF1-24424034E5A8}" srcOrd="1" destOrd="0" presId="urn:microsoft.com/office/officeart/2005/8/layout/hierarchy3"/>
    <dgm:cxn modelId="{C4791123-B5AB-4F63-B6CC-A8EBDC0A5D74}" type="presParOf" srcId="{6E67DE6F-479A-43DB-BAF1-24424034E5A8}" destId="{859A98AD-29A2-47F0-B5CF-D50D7066C594}" srcOrd="0" destOrd="0" presId="urn:microsoft.com/office/officeart/2005/8/layout/hierarchy3"/>
    <dgm:cxn modelId="{BAE866CB-93CD-4BD0-AFBE-1D48881ED0EC}" type="presParOf" srcId="{6E67DE6F-479A-43DB-BAF1-24424034E5A8}" destId="{AF629A29-324B-43EA-B5B4-B9E9B99A6118}" srcOrd="1" destOrd="0" presId="urn:microsoft.com/office/officeart/2005/8/layout/hierarchy3"/>
    <dgm:cxn modelId="{C97E2D94-8A1E-4B44-8A1E-634E67EB389F}" type="presParOf" srcId="{6E67DE6F-479A-43DB-BAF1-24424034E5A8}" destId="{0B8C5E90-8005-44ED-9930-33A22B4BBF55}" srcOrd="2" destOrd="0" presId="urn:microsoft.com/office/officeart/2005/8/layout/hierarchy3"/>
    <dgm:cxn modelId="{B68CC052-C7D2-4C44-8100-1EE5A6BD0CCD}" type="presParOf" srcId="{6E67DE6F-479A-43DB-BAF1-24424034E5A8}" destId="{4EC0CBFD-AC04-426E-BBEC-3FEF0978CEFC}" srcOrd="3" destOrd="0" presId="urn:microsoft.com/office/officeart/2005/8/layout/hierarchy3"/>
    <dgm:cxn modelId="{D7A10B0A-D4DE-444D-BF99-81DDC2F266AE}" type="presParOf" srcId="{6E67DE6F-479A-43DB-BAF1-24424034E5A8}" destId="{E01D8844-F1D8-4831-8F6C-C223850E9A39}" srcOrd="4" destOrd="0" presId="urn:microsoft.com/office/officeart/2005/8/layout/hierarchy3"/>
    <dgm:cxn modelId="{804F233D-FEF3-4AD9-9D7E-DF33F5D8CA15}" type="presParOf" srcId="{6E67DE6F-479A-43DB-BAF1-24424034E5A8}" destId="{24120106-FACC-468F-9DA4-FD0EA0142BAD}" srcOrd="5" destOrd="0" presId="urn:microsoft.com/office/officeart/2005/8/layout/hierarchy3"/>
    <dgm:cxn modelId="{DD0D6ADC-4F58-409F-98D6-1C7EF5FA1FA9}" type="presParOf" srcId="{64BAB701-C2E7-4C19-9858-3B51D8DE62E4}" destId="{3D9AB99F-B032-44AF-BE47-FB4BF4387DBA}" srcOrd="1" destOrd="0" presId="urn:microsoft.com/office/officeart/2005/8/layout/hierarchy3"/>
    <dgm:cxn modelId="{9F09A16B-96BD-4852-AC67-43F2484E10E4}" type="presParOf" srcId="{3D9AB99F-B032-44AF-BE47-FB4BF4387DBA}" destId="{1E3EA02D-3A58-47E5-B534-A8D5A6D9C456}" srcOrd="0" destOrd="0" presId="urn:microsoft.com/office/officeart/2005/8/layout/hierarchy3"/>
    <dgm:cxn modelId="{1778280D-9758-4ADF-A94F-5BBE7486175A}" type="presParOf" srcId="{1E3EA02D-3A58-47E5-B534-A8D5A6D9C456}" destId="{74553037-5D99-4CFB-B7CF-74C5343F7F05}" srcOrd="0" destOrd="0" presId="urn:microsoft.com/office/officeart/2005/8/layout/hierarchy3"/>
    <dgm:cxn modelId="{57749EB5-AE49-450C-AEDD-967428C53826}" type="presParOf" srcId="{1E3EA02D-3A58-47E5-B534-A8D5A6D9C456}" destId="{599C85C1-B8DB-48F1-8B50-97A14322D9E8}" srcOrd="1" destOrd="0" presId="urn:microsoft.com/office/officeart/2005/8/layout/hierarchy3"/>
    <dgm:cxn modelId="{E8C8D007-94E8-4CDD-A06E-76443959A18F}" type="presParOf" srcId="{3D9AB99F-B032-44AF-BE47-FB4BF4387DBA}" destId="{0B60EF38-A560-48CC-B1A2-BD08C6691325}" srcOrd="1" destOrd="0" presId="urn:microsoft.com/office/officeart/2005/8/layout/hierarchy3"/>
    <dgm:cxn modelId="{509336CA-0AA9-4FA2-A044-77BEFD66F4B1}" type="presParOf" srcId="{0B60EF38-A560-48CC-B1A2-BD08C6691325}" destId="{C8B2C034-AFC8-41A6-90F5-102E31F008CF}" srcOrd="0" destOrd="0" presId="urn:microsoft.com/office/officeart/2005/8/layout/hierarchy3"/>
    <dgm:cxn modelId="{56C42A2F-9B0B-46CF-B43E-09F33D665096}" type="presParOf" srcId="{0B60EF38-A560-48CC-B1A2-BD08C6691325}" destId="{335CE34C-5A10-48E6-A042-AC80C2B002DC}" srcOrd="1" destOrd="0" presId="urn:microsoft.com/office/officeart/2005/8/layout/hierarchy3"/>
    <dgm:cxn modelId="{D6BE859A-91F8-4AE1-9922-8F2CBEF57C64}" type="presParOf" srcId="{0B60EF38-A560-48CC-B1A2-BD08C6691325}" destId="{ADB3E2C9-F907-4D51-A47E-E7441650424D}" srcOrd="2" destOrd="0" presId="urn:microsoft.com/office/officeart/2005/8/layout/hierarchy3"/>
    <dgm:cxn modelId="{FC8E7B14-A3E6-413E-BAA8-A5621F5FF881}" type="presParOf" srcId="{0B60EF38-A560-48CC-B1A2-BD08C6691325}" destId="{C7DF1149-8EFB-4BA9-8BB4-54BB02E882FC}" srcOrd="3"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083224D-BA1E-4507-8D4A-D7627290AE24}"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FF47DF9D-9983-47BC-B5F4-0933377F11C5}">
      <dgm:prSet phldrT="[Text]"/>
      <dgm:spPr/>
      <dgm:t>
        <a:bodyPr/>
        <a:lstStyle/>
        <a:p>
          <a:r>
            <a:rPr lang="en-US" dirty="0"/>
            <a:t>Record cluster number for next cluster</a:t>
          </a:r>
        </a:p>
      </dgm:t>
    </dgm:pt>
    <dgm:pt modelId="{E29F843E-7FF7-4FCF-8081-0A72B83DB4C9}" type="parTrans" cxnId="{A78CAD74-ED42-44CE-BFF1-32C34A3B526B}">
      <dgm:prSet/>
      <dgm:spPr/>
      <dgm:t>
        <a:bodyPr/>
        <a:lstStyle/>
        <a:p>
          <a:endParaRPr lang="en-US"/>
        </a:p>
      </dgm:t>
    </dgm:pt>
    <dgm:pt modelId="{09621213-3ACF-4F1C-B0C8-B4B53672413E}" type="sibTrans" cxnId="{A78CAD74-ED42-44CE-BFF1-32C34A3B526B}">
      <dgm:prSet/>
      <dgm:spPr/>
      <dgm:t>
        <a:bodyPr/>
        <a:lstStyle/>
        <a:p>
          <a:endParaRPr lang="en-US"/>
        </a:p>
      </dgm:t>
    </dgm:pt>
    <dgm:pt modelId="{07B94F82-44A7-4345-BDB6-A916FE740D8D}">
      <dgm:prSet phldrT="[Text]"/>
      <dgm:spPr/>
      <dgm:t>
        <a:bodyPr/>
        <a:lstStyle/>
        <a:p>
          <a:r>
            <a:rPr lang="en-US" dirty="0"/>
            <a:t>Add EOC if at end of chain</a:t>
          </a:r>
        </a:p>
      </dgm:t>
    </dgm:pt>
    <dgm:pt modelId="{6B28BD12-6B70-45E9-94A1-FAD3A92D8AB1}" type="parTrans" cxnId="{7D14A49C-9AC0-4E40-9BE0-DB12305EA2CC}">
      <dgm:prSet/>
      <dgm:spPr/>
      <dgm:t>
        <a:bodyPr/>
        <a:lstStyle/>
        <a:p>
          <a:endParaRPr lang="en-US"/>
        </a:p>
      </dgm:t>
    </dgm:pt>
    <dgm:pt modelId="{3041A2B0-D02A-4789-90BA-4095044051C1}" type="sibTrans" cxnId="{7D14A49C-9AC0-4E40-9BE0-DB12305EA2CC}">
      <dgm:prSet/>
      <dgm:spPr/>
      <dgm:t>
        <a:bodyPr/>
        <a:lstStyle/>
        <a:p>
          <a:endParaRPr lang="en-US"/>
        </a:p>
      </dgm:t>
    </dgm:pt>
    <dgm:pt modelId="{97A23184-F281-455A-88A8-22DA0F40BABF}">
      <dgm:prSet phldrT="[Text]"/>
      <dgm:spPr/>
      <dgm:t>
        <a:bodyPr/>
        <a:lstStyle/>
        <a:p>
          <a:r>
            <a:rPr lang="en-US" dirty="0"/>
            <a:t>Mark bad, reserved, open clusters</a:t>
          </a:r>
        </a:p>
      </dgm:t>
    </dgm:pt>
    <dgm:pt modelId="{43EA0C44-C376-45EB-9A8F-7542E824DE00}" type="parTrans" cxnId="{74600446-E624-4D7A-928B-6719623513C8}">
      <dgm:prSet/>
      <dgm:spPr/>
      <dgm:t>
        <a:bodyPr/>
        <a:lstStyle/>
        <a:p>
          <a:endParaRPr lang="en-US"/>
        </a:p>
      </dgm:t>
    </dgm:pt>
    <dgm:pt modelId="{57E87232-A970-4201-BCDC-EDEEC9147768}" type="sibTrans" cxnId="{74600446-E624-4D7A-928B-6719623513C8}">
      <dgm:prSet/>
      <dgm:spPr/>
      <dgm:t>
        <a:bodyPr/>
        <a:lstStyle/>
        <a:p>
          <a:endParaRPr lang="en-US"/>
        </a:p>
      </dgm:t>
    </dgm:pt>
    <dgm:pt modelId="{E5AC81A5-1685-4F54-82D6-CF0D1AAE693D}" type="pres">
      <dgm:prSet presAssocID="{6083224D-BA1E-4507-8D4A-D7627290AE24}" presName="linear" presStyleCnt="0">
        <dgm:presLayoutVars>
          <dgm:dir/>
          <dgm:animLvl val="lvl"/>
          <dgm:resizeHandles val="exact"/>
        </dgm:presLayoutVars>
      </dgm:prSet>
      <dgm:spPr/>
    </dgm:pt>
    <dgm:pt modelId="{890EAF0B-DA0F-4C14-A536-6943D917F952}" type="pres">
      <dgm:prSet presAssocID="{FF47DF9D-9983-47BC-B5F4-0933377F11C5}" presName="parentLin" presStyleCnt="0"/>
      <dgm:spPr/>
    </dgm:pt>
    <dgm:pt modelId="{3C4F075B-00C1-4781-9D4E-910482E942AB}" type="pres">
      <dgm:prSet presAssocID="{FF47DF9D-9983-47BC-B5F4-0933377F11C5}" presName="parentLeftMargin" presStyleLbl="node1" presStyleIdx="0" presStyleCnt="3"/>
      <dgm:spPr/>
    </dgm:pt>
    <dgm:pt modelId="{6EDE9A53-F15C-4DB1-98C1-CA2463710C03}" type="pres">
      <dgm:prSet presAssocID="{FF47DF9D-9983-47BC-B5F4-0933377F11C5}" presName="parentText" presStyleLbl="node1" presStyleIdx="0" presStyleCnt="3">
        <dgm:presLayoutVars>
          <dgm:chMax val="0"/>
          <dgm:bulletEnabled val="1"/>
        </dgm:presLayoutVars>
      </dgm:prSet>
      <dgm:spPr/>
    </dgm:pt>
    <dgm:pt modelId="{9CB61DB7-E992-485E-8F90-9FEE27B8CB77}" type="pres">
      <dgm:prSet presAssocID="{FF47DF9D-9983-47BC-B5F4-0933377F11C5}" presName="negativeSpace" presStyleCnt="0"/>
      <dgm:spPr/>
    </dgm:pt>
    <dgm:pt modelId="{1CEC56A1-A841-4C7E-9098-D3200ACB3642}" type="pres">
      <dgm:prSet presAssocID="{FF47DF9D-9983-47BC-B5F4-0933377F11C5}" presName="childText" presStyleLbl="conFgAcc1" presStyleIdx="0" presStyleCnt="3">
        <dgm:presLayoutVars>
          <dgm:bulletEnabled val="1"/>
        </dgm:presLayoutVars>
      </dgm:prSet>
      <dgm:spPr/>
    </dgm:pt>
    <dgm:pt modelId="{85BF1C45-1438-443D-A780-54FB670A18C5}" type="pres">
      <dgm:prSet presAssocID="{09621213-3ACF-4F1C-B0C8-B4B53672413E}" presName="spaceBetweenRectangles" presStyleCnt="0"/>
      <dgm:spPr/>
    </dgm:pt>
    <dgm:pt modelId="{2B47C351-41B7-4141-B360-29F01C5F4696}" type="pres">
      <dgm:prSet presAssocID="{07B94F82-44A7-4345-BDB6-A916FE740D8D}" presName="parentLin" presStyleCnt="0"/>
      <dgm:spPr/>
    </dgm:pt>
    <dgm:pt modelId="{9A575E22-5AFE-4B2F-AACA-984D38B77392}" type="pres">
      <dgm:prSet presAssocID="{07B94F82-44A7-4345-BDB6-A916FE740D8D}" presName="parentLeftMargin" presStyleLbl="node1" presStyleIdx="0" presStyleCnt="3"/>
      <dgm:spPr/>
    </dgm:pt>
    <dgm:pt modelId="{73DDD2D7-C078-4540-A560-D0816D6F9E4B}" type="pres">
      <dgm:prSet presAssocID="{07B94F82-44A7-4345-BDB6-A916FE740D8D}" presName="parentText" presStyleLbl="node1" presStyleIdx="1" presStyleCnt="3">
        <dgm:presLayoutVars>
          <dgm:chMax val="0"/>
          <dgm:bulletEnabled val="1"/>
        </dgm:presLayoutVars>
      </dgm:prSet>
      <dgm:spPr/>
    </dgm:pt>
    <dgm:pt modelId="{51C87BA6-8FE3-4E9A-999C-76327AFC3880}" type="pres">
      <dgm:prSet presAssocID="{07B94F82-44A7-4345-BDB6-A916FE740D8D}" presName="negativeSpace" presStyleCnt="0"/>
      <dgm:spPr/>
    </dgm:pt>
    <dgm:pt modelId="{62397C7B-32F7-4E8E-9866-07A05BDD17D8}" type="pres">
      <dgm:prSet presAssocID="{07B94F82-44A7-4345-BDB6-A916FE740D8D}" presName="childText" presStyleLbl="conFgAcc1" presStyleIdx="1" presStyleCnt="3">
        <dgm:presLayoutVars>
          <dgm:bulletEnabled val="1"/>
        </dgm:presLayoutVars>
      </dgm:prSet>
      <dgm:spPr/>
    </dgm:pt>
    <dgm:pt modelId="{C181FAB0-1250-49D7-AB81-C352F52745EF}" type="pres">
      <dgm:prSet presAssocID="{3041A2B0-D02A-4789-90BA-4095044051C1}" presName="spaceBetweenRectangles" presStyleCnt="0"/>
      <dgm:spPr/>
    </dgm:pt>
    <dgm:pt modelId="{48EED7BD-6D53-4BDD-82A6-7E48963F8E17}" type="pres">
      <dgm:prSet presAssocID="{97A23184-F281-455A-88A8-22DA0F40BABF}" presName="parentLin" presStyleCnt="0"/>
      <dgm:spPr/>
    </dgm:pt>
    <dgm:pt modelId="{F9096392-F175-4A95-996C-F5AD865E897E}" type="pres">
      <dgm:prSet presAssocID="{97A23184-F281-455A-88A8-22DA0F40BABF}" presName="parentLeftMargin" presStyleLbl="node1" presStyleIdx="1" presStyleCnt="3"/>
      <dgm:spPr/>
    </dgm:pt>
    <dgm:pt modelId="{65B7456C-5378-4B7F-8F73-18EA711CA4AC}" type="pres">
      <dgm:prSet presAssocID="{97A23184-F281-455A-88A8-22DA0F40BABF}" presName="parentText" presStyleLbl="node1" presStyleIdx="2" presStyleCnt="3">
        <dgm:presLayoutVars>
          <dgm:chMax val="0"/>
          <dgm:bulletEnabled val="1"/>
        </dgm:presLayoutVars>
      </dgm:prSet>
      <dgm:spPr/>
    </dgm:pt>
    <dgm:pt modelId="{FA98A929-82E6-4479-928D-5B76AB0A9018}" type="pres">
      <dgm:prSet presAssocID="{97A23184-F281-455A-88A8-22DA0F40BABF}" presName="negativeSpace" presStyleCnt="0"/>
      <dgm:spPr/>
    </dgm:pt>
    <dgm:pt modelId="{B8ADC888-F975-46F8-9B03-7D4D544CFD81}" type="pres">
      <dgm:prSet presAssocID="{97A23184-F281-455A-88A8-22DA0F40BABF}" presName="childText" presStyleLbl="conFgAcc1" presStyleIdx="2" presStyleCnt="3">
        <dgm:presLayoutVars>
          <dgm:bulletEnabled val="1"/>
        </dgm:presLayoutVars>
      </dgm:prSet>
      <dgm:spPr/>
    </dgm:pt>
  </dgm:ptLst>
  <dgm:cxnLst>
    <dgm:cxn modelId="{CBE17E0C-DA9B-4D3F-BC2D-1A42935B393E}" type="presOf" srcId="{FF47DF9D-9983-47BC-B5F4-0933377F11C5}" destId="{6EDE9A53-F15C-4DB1-98C1-CA2463710C03}" srcOrd="1" destOrd="0" presId="urn:microsoft.com/office/officeart/2005/8/layout/list1"/>
    <dgm:cxn modelId="{80C78E20-5590-4A47-AC63-8EB1DE270F94}" type="presOf" srcId="{07B94F82-44A7-4345-BDB6-A916FE740D8D}" destId="{73DDD2D7-C078-4540-A560-D0816D6F9E4B}" srcOrd="1" destOrd="0" presId="urn:microsoft.com/office/officeart/2005/8/layout/list1"/>
    <dgm:cxn modelId="{1D5CB640-738D-4DB3-AB6B-B64A5B44C626}" type="presOf" srcId="{97A23184-F281-455A-88A8-22DA0F40BABF}" destId="{F9096392-F175-4A95-996C-F5AD865E897E}" srcOrd="0" destOrd="0" presId="urn:microsoft.com/office/officeart/2005/8/layout/list1"/>
    <dgm:cxn modelId="{68114C5C-8634-409A-BB5A-413164D680B6}" type="presOf" srcId="{07B94F82-44A7-4345-BDB6-A916FE740D8D}" destId="{9A575E22-5AFE-4B2F-AACA-984D38B77392}" srcOrd="0" destOrd="0" presId="urn:microsoft.com/office/officeart/2005/8/layout/list1"/>
    <dgm:cxn modelId="{74600446-E624-4D7A-928B-6719623513C8}" srcId="{6083224D-BA1E-4507-8D4A-D7627290AE24}" destId="{97A23184-F281-455A-88A8-22DA0F40BABF}" srcOrd="2" destOrd="0" parTransId="{43EA0C44-C376-45EB-9A8F-7542E824DE00}" sibTransId="{57E87232-A970-4201-BCDC-EDEEC9147768}"/>
    <dgm:cxn modelId="{5E24414A-48BF-4B3C-9C07-841198BFC5B2}" type="presOf" srcId="{6083224D-BA1E-4507-8D4A-D7627290AE24}" destId="{E5AC81A5-1685-4F54-82D6-CF0D1AAE693D}" srcOrd="0" destOrd="0" presId="urn:microsoft.com/office/officeart/2005/8/layout/list1"/>
    <dgm:cxn modelId="{37D3C752-6CAA-4C56-8BBA-714A2499A65F}" type="presOf" srcId="{97A23184-F281-455A-88A8-22DA0F40BABF}" destId="{65B7456C-5378-4B7F-8F73-18EA711CA4AC}" srcOrd="1" destOrd="0" presId="urn:microsoft.com/office/officeart/2005/8/layout/list1"/>
    <dgm:cxn modelId="{A78CAD74-ED42-44CE-BFF1-32C34A3B526B}" srcId="{6083224D-BA1E-4507-8D4A-D7627290AE24}" destId="{FF47DF9D-9983-47BC-B5F4-0933377F11C5}" srcOrd="0" destOrd="0" parTransId="{E29F843E-7FF7-4FCF-8081-0A72B83DB4C9}" sibTransId="{09621213-3ACF-4F1C-B0C8-B4B53672413E}"/>
    <dgm:cxn modelId="{7D14A49C-9AC0-4E40-9BE0-DB12305EA2CC}" srcId="{6083224D-BA1E-4507-8D4A-D7627290AE24}" destId="{07B94F82-44A7-4345-BDB6-A916FE740D8D}" srcOrd="1" destOrd="0" parTransId="{6B28BD12-6B70-45E9-94A1-FAD3A92D8AB1}" sibTransId="{3041A2B0-D02A-4789-90BA-4095044051C1}"/>
    <dgm:cxn modelId="{BAFC63A6-0E1E-43C8-8643-16A85203C2F1}" type="presOf" srcId="{FF47DF9D-9983-47BC-B5F4-0933377F11C5}" destId="{3C4F075B-00C1-4781-9D4E-910482E942AB}" srcOrd="0" destOrd="0" presId="urn:microsoft.com/office/officeart/2005/8/layout/list1"/>
    <dgm:cxn modelId="{086ACCD6-6F71-4FE8-BE03-D1B00B1C7DE8}" type="presParOf" srcId="{E5AC81A5-1685-4F54-82D6-CF0D1AAE693D}" destId="{890EAF0B-DA0F-4C14-A536-6943D917F952}" srcOrd="0" destOrd="0" presId="urn:microsoft.com/office/officeart/2005/8/layout/list1"/>
    <dgm:cxn modelId="{84D56911-FCB9-406E-8294-403E2D720A0E}" type="presParOf" srcId="{890EAF0B-DA0F-4C14-A536-6943D917F952}" destId="{3C4F075B-00C1-4781-9D4E-910482E942AB}" srcOrd="0" destOrd="0" presId="urn:microsoft.com/office/officeart/2005/8/layout/list1"/>
    <dgm:cxn modelId="{C55B18C7-5558-4D8A-A0A2-BCBD614D3C56}" type="presParOf" srcId="{890EAF0B-DA0F-4C14-A536-6943D917F952}" destId="{6EDE9A53-F15C-4DB1-98C1-CA2463710C03}" srcOrd="1" destOrd="0" presId="urn:microsoft.com/office/officeart/2005/8/layout/list1"/>
    <dgm:cxn modelId="{FA0B0DCF-B5EE-48C9-888D-9E05DF170C9F}" type="presParOf" srcId="{E5AC81A5-1685-4F54-82D6-CF0D1AAE693D}" destId="{9CB61DB7-E992-485E-8F90-9FEE27B8CB77}" srcOrd="1" destOrd="0" presId="urn:microsoft.com/office/officeart/2005/8/layout/list1"/>
    <dgm:cxn modelId="{F838BF38-3B3B-4C5B-9DCD-1B80DCF4C9C0}" type="presParOf" srcId="{E5AC81A5-1685-4F54-82D6-CF0D1AAE693D}" destId="{1CEC56A1-A841-4C7E-9098-D3200ACB3642}" srcOrd="2" destOrd="0" presId="urn:microsoft.com/office/officeart/2005/8/layout/list1"/>
    <dgm:cxn modelId="{5758A7BD-361B-4A8C-B574-CB1D09628A5D}" type="presParOf" srcId="{E5AC81A5-1685-4F54-82D6-CF0D1AAE693D}" destId="{85BF1C45-1438-443D-A780-54FB670A18C5}" srcOrd="3" destOrd="0" presId="urn:microsoft.com/office/officeart/2005/8/layout/list1"/>
    <dgm:cxn modelId="{59CDDBC9-985A-4625-8222-59B7708FB10D}" type="presParOf" srcId="{E5AC81A5-1685-4F54-82D6-CF0D1AAE693D}" destId="{2B47C351-41B7-4141-B360-29F01C5F4696}" srcOrd="4" destOrd="0" presId="urn:microsoft.com/office/officeart/2005/8/layout/list1"/>
    <dgm:cxn modelId="{A8F3E54F-82DE-4ACD-840E-A13C24A68BC5}" type="presParOf" srcId="{2B47C351-41B7-4141-B360-29F01C5F4696}" destId="{9A575E22-5AFE-4B2F-AACA-984D38B77392}" srcOrd="0" destOrd="0" presId="urn:microsoft.com/office/officeart/2005/8/layout/list1"/>
    <dgm:cxn modelId="{7E7B672C-885E-4BCD-8D08-115BB8C20CD5}" type="presParOf" srcId="{2B47C351-41B7-4141-B360-29F01C5F4696}" destId="{73DDD2D7-C078-4540-A560-D0816D6F9E4B}" srcOrd="1" destOrd="0" presId="urn:microsoft.com/office/officeart/2005/8/layout/list1"/>
    <dgm:cxn modelId="{A7FDDEAB-6CC0-44FB-A4A8-A13F722112FF}" type="presParOf" srcId="{E5AC81A5-1685-4F54-82D6-CF0D1AAE693D}" destId="{51C87BA6-8FE3-4E9A-999C-76327AFC3880}" srcOrd="5" destOrd="0" presId="urn:microsoft.com/office/officeart/2005/8/layout/list1"/>
    <dgm:cxn modelId="{27AEFA54-E229-48C3-9025-606A931A27B1}" type="presParOf" srcId="{E5AC81A5-1685-4F54-82D6-CF0D1AAE693D}" destId="{62397C7B-32F7-4E8E-9866-07A05BDD17D8}" srcOrd="6" destOrd="0" presId="urn:microsoft.com/office/officeart/2005/8/layout/list1"/>
    <dgm:cxn modelId="{C71EB294-C388-4A08-BCB4-F5CFA7BF1EEF}" type="presParOf" srcId="{E5AC81A5-1685-4F54-82D6-CF0D1AAE693D}" destId="{C181FAB0-1250-49D7-AB81-C352F52745EF}" srcOrd="7" destOrd="0" presId="urn:microsoft.com/office/officeart/2005/8/layout/list1"/>
    <dgm:cxn modelId="{5993A474-0A80-4BCC-B694-18541FEE4471}" type="presParOf" srcId="{E5AC81A5-1685-4F54-82D6-CF0D1AAE693D}" destId="{48EED7BD-6D53-4BDD-82A6-7E48963F8E17}" srcOrd="8" destOrd="0" presId="urn:microsoft.com/office/officeart/2005/8/layout/list1"/>
    <dgm:cxn modelId="{FE88AA8A-E3A2-4E19-B8F7-1A8843341E9D}" type="presParOf" srcId="{48EED7BD-6D53-4BDD-82A6-7E48963F8E17}" destId="{F9096392-F175-4A95-996C-F5AD865E897E}" srcOrd="0" destOrd="0" presId="urn:microsoft.com/office/officeart/2005/8/layout/list1"/>
    <dgm:cxn modelId="{A61DA7BF-4C16-4D02-980A-02CC2D4EB88A}" type="presParOf" srcId="{48EED7BD-6D53-4BDD-82A6-7E48963F8E17}" destId="{65B7456C-5378-4B7F-8F73-18EA711CA4AC}" srcOrd="1" destOrd="0" presId="urn:microsoft.com/office/officeart/2005/8/layout/list1"/>
    <dgm:cxn modelId="{B1AB1540-9CF5-4A8D-AB5F-17C61CF3995C}" type="presParOf" srcId="{E5AC81A5-1685-4F54-82D6-CF0D1AAE693D}" destId="{FA98A929-82E6-4479-928D-5B76AB0A9018}" srcOrd="9" destOrd="0" presId="urn:microsoft.com/office/officeart/2005/8/layout/list1"/>
    <dgm:cxn modelId="{F85A3126-02E6-412C-9621-18C069FF5BA7}" type="presParOf" srcId="{E5AC81A5-1685-4F54-82D6-CF0D1AAE693D}" destId="{B8ADC888-F975-46F8-9B03-7D4D544CFD81}"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543998A-4909-414B-9160-CFE794E229AF}"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ECD20D86-4DC0-409A-B444-33C9C84E0633}">
      <dgm:prSet phldrT="[Text]"/>
      <dgm:spPr/>
      <dgm:t>
        <a:bodyPr/>
        <a:lstStyle/>
        <a:p>
          <a:r>
            <a:rPr lang="en-US" dirty="0"/>
            <a:t>MFT</a:t>
          </a:r>
        </a:p>
      </dgm:t>
    </dgm:pt>
    <dgm:pt modelId="{37AD1474-5F49-4619-9D33-ABFF9ABAF1EF}" type="parTrans" cxnId="{1E473435-0E8C-4B4C-B8B9-059B198DF25A}">
      <dgm:prSet/>
      <dgm:spPr/>
      <dgm:t>
        <a:bodyPr/>
        <a:lstStyle/>
        <a:p>
          <a:endParaRPr lang="en-US"/>
        </a:p>
      </dgm:t>
    </dgm:pt>
    <dgm:pt modelId="{5F1CA255-58D2-468B-BBA5-203F19C97C0C}" type="sibTrans" cxnId="{1E473435-0E8C-4B4C-B8B9-059B198DF25A}">
      <dgm:prSet/>
      <dgm:spPr/>
      <dgm:t>
        <a:bodyPr/>
        <a:lstStyle/>
        <a:p>
          <a:endParaRPr lang="en-US"/>
        </a:p>
      </dgm:t>
    </dgm:pt>
    <dgm:pt modelId="{D4222371-CF4B-4B0B-8C33-2E3FDCEFC7FC}">
      <dgm:prSet phldrT="[Text]"/>
      <dgm:spPr/>
      <dgm:t>
        <a:bodyPr/>
        <a:lstStyle/>
        <a:p>
          <a:r>
            <a:rPr lang="en-US" dirty="0"/>
            <a:t>Master File Table</a:t>
          </a:r>
        </a:p>
      </dgm:t>
    </dgm:pt>
    <dgm:pt modelId="{B01843CE-D378-4732-839A-FDB31E8EF137}" type="parTrans" cxnId="{0F2C428F-B12F-4BFF-AA3F-FB08E962F0C6}">
      <dgm:prSet/>
      <dgm:spPr/>
      <dgm:t>
        <a:bodyPr/>
        <a:lstStyle/>
        <a:p>
          <a:endParaRPr lang="en-US"/>
        </a:p>
      </dgm:t>
    </dgm:pt>
    <dgm:pt modelId="{49D38FDF-B9D6-4764-974D-65AF45704DC4}" type="sibTrans" cxnId="{0F2C428F-B12F-4BFF-AA3F-FB08E962F0C6}">
      <dgm:prSet/>
      <dgm:spPr/>
      <dgm:t>
        <a:bodyPr/>
        <a:lstStyle/>
        <a:p>
          <a:endParaRPr lang="en-US"/>
        </a:p>
      </dgm:t>
    </dgm:pt>
    <dgm:pt modelId="{D3FE53D6-8EF1-40F0-918E-F9C9344F0DDB}">
      <dgm:prSet phldrT="[Text]"/>
      <dgm:spPr/>
      <dgm:t>
        <a:bodyPr/>
        <a:lstStyle/>
        <a:p>
          <a:r>
            <a:rPr lang="en-US" dirty="0"/>
            <a:t>Cluster bitmap</a:t>
          </a:r>
        </a:p>
      </dgm:t>
    </dgm:pt>
    <dgm:pt modelId="{787C77A8-4AA3-4A93-84E2-4D10C8452F68}" type="parTrans" cxnId="{EEAD9949-6295-4B7C-9373-569E16E96AAA}">
      <dgm:prSet/>
      <dgm:spPr/>
      <dgm:t>
        <a:bodyPr/>
        <a:lstStyle/>
        <a:p>
          <a:endParaRPr lang="en-US"/>
        </a:p>
      </dgm:t>
    </dgm:pt>
    <dgm:pt modelId="{2C3D0326-040B-4399-B61D-2D77D9FE6ACC}" type="sibTrans" cxnId="{EEAD9949-6295-4B7C-9373-569E16E96AAA}">
      <dgm:prSet/>
      <dgm:spPr/>
      <dgm:t>
        <a:bodyPr/>
        <a:lstStyle/>
        <a:p>
          <a:endParaRPr lang="en-US"/>
        </a:p>
      </dgm:t>
    </dgm:pt>
    <dgm:pt modelId="{1CEB8932-EEFE-4C63-9A43-E7BA1BD85A6E}">
      <dgm:prSet phldrT="[Text]"/>
      <dgm:spPr/>
      <dgm:t>
        <a:bodyPr/>
        <a:lstStyle/>
        <a:p>
          <a:r>
            <a:rPr lang="en-US" dirty="0"/>
            <a:t>A map of all the clusters on the hard drive</a:t>
          </a:r>
        </a:p>
      </dgm:t>
    </dgm:pt>
    <dgm:pt modelId="{698F82AC-1431-4C1E-982E-A2FF16F3B958}" type="parTrans" cxnId="{9D605137-1B85-4790-B217-DDE4E608C3D2}">
      <dgm:prSet/>
      <dgm:spPr/>
      <dgm:t>
        <a:bodyPr/>
        <a:lstStyle/>
        <a:p>
          <a:endParaRPr lang="en-US"/>
        </a:p>
      </dgm:t>
    </dgm:pt>
    <dgm:pt modelId="{CB1B85C2-4E41-4127-BA02-F627B04B6B56}" type="sibTrans" cxnId="{9D605137-1B85-4790-B217-DDE4E608C3D2}">
      <dgm:prSet/>
      <dgm:spPr/>
      <dgm:t>
        <a:bodyPr/>
        <a:lstStyle/>
        <a:p>
          <a:endParaRPr lang="en-US"/>
        </a:p>
      </dgm:t>
    </dgm:pt>
    <dgm:pt modelId="{592506B5-9F5F-4653-A0F5-5FE982C8ED50}">
      <dgm:prSet phldrT="[Text]"/>
      <dgm:spPr/>
      <dgm:t>
        <a:bodyPr/>
        <a:lstStyle/>
        <a:p>
          <a:r>
            <a:rPr lang="en-US" dirty="0"/>
            <a:t>Describes all files on the volume</a:t>
          </a:r>
        </a:p>
      </dgm:t>
    </dgm:pt>
    <dgm:pt modelId="{ECBA5C47-337A-4B59-9A41-B4C54C694E9D}" type="parTrans" cxnId="{1A7761DF-DC76-4572-B3B2-25985BCE9614}">
      <dgm:prSet/>
      <dgm:spPr/>
      <dgm:t>
        <a:bodyPr/>
        <a:lstStyle/>
        <a:p>
          <a:endParaRPr lang="en-US"/>
        </a:p>
      </dgm:t>
    </dgm:pt>
    <dgm:pt modelId="{131CA339-A623-4D37-8DB7-5CF2B6B42874}" type="sibTrans" cxnId="{1A7761DF-DC76-4572-B3B2-25985BCE9614}">
      <dgm:prSet/>
      <dgm:spPr/>
      <dgm:t>
        <a:bodyPr/>
        <a:lstStyle/>
        <a:p>
          <a:endParaRPr lang="en-US"/>
        </a:p>
      </dgm:t>
    </dgm:pt>
    <dgm:pt modelId="{EA563C5A-B884-4D10-ADB6-C8E5577EAB22}" type="pres">
      <dgm:prSet presAssocID="{1543998A-4909-414B-9160-CFE794E229AF}" presName="Name0" presStyleCnt="0">
        <dgm:presLayoutVars>
          <dgm:dir/>
          <dgm:animLvl val="lvl"/>
          <dgm:resizeHandles/>
        </dgm:presLayoutVars>
      </dgm:prSet>
      <dgm:spPr/>
    </dgm:pt>
    <dgm:pt modelId="{E14A1092-1861-4CE3-89CA-493BDCD993D7}" type="pres">
      <dgm:prSet presAssocID="{ECD20D86-4DC0-409A-B444-33C9C84E0633}" presName="linNode" presStyleCnt="0"/>
      <dgm:spPr/>
    </dgm:pt>
    <dgm:pt modelId="{674BEFB0-329D-4343-B390-1ADC8EF4AAD9}" type="pres">
      <dgm:prSet presAssocID="{ECD20D86-4DC0-409A-B444-33C9C84E0633}" presName="parentShp" presStyleLbl="node1" presStyleIdx="0" presStyleCnt="2">
        <dgm:presLayoutVars>
          <dgm:bulletEnabled val="1"/>
        </dgm:presLayoutVars>
      </dgm:prSet>
      <dgm:spPr/>
    </dgm:pt>
    <dgm:pt modelId="{B8D45EA6-F755-44D5-A87D-5BB75F371D6A}" type="pres">
      <dgm:prSet presAssocID="{ECD20D86-4DC0-409A-B444-33C9C84E0633}" presName="childShp" presStyleLbl="bgAccFollowNode1" presStyleIdx="0" presStyleCnt="2">
        <dgm:presLayoutVars>
          <dgm:bulletEnabled val="1"/>
        </dgm:presLayoutVars>
      </dgm:prSet>
      <dgm:spPr/>
    </dgm:pt>
    <dgm:pt modelId="{22A1B256-BD2C-4F11-B4FA-C5237FEF2CC8}" type="pres">
      <dgm:prSet presAssocID="{5F1CA255-58D2-468B-BBA5-203F19C97C0C}" presName="spacing" presStyleCnt="0"/>
      <dgm:spPr/>
    </dgm:pt>
    <dgm:pt modelId="{50AC9F47-7C40-4569-A1A3-9908E133FB61}" type="pres">
      <dgm:prSet presAssocID="{D3FE53D6-8EF1-40F0-918E-F9C9344F0DDB}" presName="linNode" presStyleCnt="0"/>
      <dgm:spPr/>
    </dgm:pt>
    <dgm:pt modelId="{55731A21-496E-4AB8-BCDC-386223C15E3C}" type="pres">
      <dgm:prSet presAssocID="{D3FE53D6-8EF1-40F0-918E-F9C9344F0DDB}" presName="parentShp" presStyleLbl="node1" presStyleIdx="1" presStyleCnt="2">
        <dgm:presLayoutVars>
          <dgm:bulletEnabled val="1"/>
        </dgm:presLayoutVars>
      </dgm:prSet>
      <dgm:spPr/>
    </dgm:pt>
    <dgm:pt modelId="{0C7816CE-4B37-40D6-B6A6-53D6F45E2842}" type="pres">
      <dgm:prSet presAssocID="{D3FE53D6-8EF1-40F0-918E-F9C9344F0DDB}" presName="childShp" presStyleLbl="bgAccFollowNode1" presStyleIdx="1" presStyleCnt="2">
        <dgm:presLayoutVars>
          <dgm:bulletEnabled val="1"/>
        </dgm:presLayoutVars>
      </dgm:prSet>
      <dgm:spPr/>
    </dgm:pt>
  </dgm:ptLst>
  <dgm:cxnLst>
    <dgm:cxn modelId="{FD22930F-C4B9-4ACF-AC00-6984D155C740}" type="presOf" srcId="{D4222371-CF4B-4B0B-8C33-2E3FDCEFC7FC}" destId="{B8D45EA6-F755-44D5-A87D-5BB75F371D6A}" srcOrd="0" destOrd="0" presId="urn:microsoft.com/office/officeart/2005/8/layout/vList6"/>
    <dgm:cxn modelId="{27D7AB2A-9B8B-4ED7-B187-895FC34F337F}" type="presOf" srcId="{1543998A-4909-414B-9160-CFE794E229AF}" destId="{EA563C5A-B884-4D10-ADB6-C8E5577EAB22}" srcOrd="0" destOrd="0" presId="urn:microsoft.com/office/officeart/2005/8/layout/vList6"/>
    <dgm:cxn modelId="{D08F7E34-90D8-4070-BC61-3255C25826F1}" type="presOf" srcId="{592506B5-9F5F-4653-A0F5-5FE982C8ED50}" destId="{B8D45EA6-F755-44D5-A87D-5BB75F371D6A}" srcOrd="0" destOrd="1" presId="urn:microsoft.com/office/officeart/2005/8/layout/vList6"/>
    <dgm:cxn modelId="{FD872135-DFAD-403A-A639-D3A7959BE73C}" type="presOf" srcId="{ECD20D86-4DC0-409A-B444-33C9C84E0633}" destId="{674BEFB0-329D-4343-B390-1ADC8EF4AAD9}" srcOrd="0" destOrd="0" presId="urn:microsoft.com/office/officeart/2005/8/layout/vList6"/>
    <dgm:cxn modelId="{1E473435-0E8C-4B4C-B8B9-059B198DF25A}" srcId="{1543998A-4909-414B-9160-CFE794E229AF}" destId="{ECD20D86-4DC0-409A-B444-33C9C84E0633}" srcOrd="0" destOrd="0" parTransId="{37AD1474-5F49-4619-9D33-ABFF9ABAF1EF}" sibTransId="{5F1CA255-58D2-468B-BBA5-203F19C97C0C}"/>
    <dgm:cxn modelId="{9D605137-1B85-4790-B217-DDE4E608C3D2}" srcId="{D3FE53D6-8EF1-40F0-918E-F9C9344F0DDB}" destId="{1CEB8932-EEFE-4C63-9A43-E7BA1BD85A6E}" srcOrd="0" destOrd="0" parTransId="{698F82AC-1431-4C1E-982E-A2FF16F3B958}" sibTransId="{CB1B85C2-4E41-4127-BA02-F627B04B6B56}"/>
    <dgm:cxn modelId="{A99C173D-C008-489A-B314-1DC5CAAB0D7A}" type="presOf" srcId="{D3FE53D6-8EF1-40F0-918E-F9C9344F0DDB}" destId="{55731A21-496E-4AB8-BCDC-386223C15E3C}" srcOrd="0" destOrd="0" presId="urn:microsoft.com/office/officeart/2005/8/layout/vList6"/>
    <dgm:cxn modelId="{EEAD9949-6295-4B7C-9373-569E16E96AAA}" srcId="{1543998A-4909-414B-9160-CFE794E229AF}" destId="{D3FE53D6-8EF1-40F0-918E-F9C9344F0DDB}" srcOrd="1" destOrd="0" parTransId="{787C77A8-4AA3-4A93-84E2-4D10C8452F68}" sibTransId="{2C3D0326-040B-4399-B61D-2D77D9FE6ACC}"/>
    <dgm:cxn modelId="{0F2C428F-B12F-4BFF-AA3F-FB08E962F0C6}" srcId="{ECD20D86-4DC0-409A-B444-33C9C84E0633}" destId="{D4222371-CF4B-4B0B-8C33-2E3FDCEFC7FC}" srcOrd="0" destOrd="0" parTransId="{B01843CE-D378-4732-839A-FDB31E8EF137}" sibTransId="{49D38FDF-B9D6-4764-974D-65AF45704DC4}"/>
    <dgm:cxn modelId="{5D68BBA0-BD01-4A57-8E40-2D525208A746}" type="presOf" srcId="{1CEB8932-EEFE-4C63-9A43-E7BA1BD85A6E}" destId="{0C7816CE-4B37-40D6-B6A6-53D6F45E2842}" srcOrd="0" destOrd="0" presId="urn:microsoft.com/office/officeart/2005/8/layout/vList6"/>
    <dgm:cxn modelId="{1A7761DF-DC76-4572-B3B2-25985BCE9614}" srcId="{ECD20D86-4DC0-409A-B444-33C9C84E0633}" destId="{592506B5-9F5F-4653-A0F5-5FE982C8ED50}" srcOrd="1" destOrd="0" parTransId="{ECBA5C47-337A-4B59-9A41-B4C54C694E9D}" sibTransId="{131CA339-A623-4D37-8DB7-5CF2B6B42874}"/>
    <dgm:cxn modelId="{7189FE3C-5426-49BD-A1E9-502773A56F92}" type="presParOf" srcId="{EA563C5A-B884-4D10-ADB6-C8E5577EAB22}" destId="{E14A1092-1861-4CE3-89CA-493BDCD993D7}" srcOrd="0" destOrd="0" presId="urn:microsoft.com/office/officeart/2005/8/layout/vList6"/>
    <dgm:cxn modelId="{DACDA753-52B3-47F6-857B-C6C08A3495BE}" type="presParOf" srcId="{E14A1092-1861-4CE3-89CA-493BDCD993D7}" destId="{674BEFB0-329D-4343-B390-1ADC8EF4AAD9}" srcOrd="0" destOrd="0" presId="urn:microsoft.com/office/officeart/2005/8/layout/vList6"/>
    <dgm:cxn modelId="{F4D82561-B0D7-4E3D-973A-73AB99EA6814}" type="presParOf" srcId="{E14A1092-1861-4CE3-89CA-493BDCD993D7}" destId="{B8D45EA6-F755-44D5-A87D-5BB75F371D6A}" srcOrd="1" destOrd="0" presId="urn:microsoft.com/office/officeart/2005/8/layout/vList6"/>
    <dgm:cxn modelId="{939578C2-9C90-48F0-B3BF-A5E86D39ABC9}" type="presParOf" srcId="{EA563C5A-B884-4D10-ADB6-C8E5577EAB22}" destId="{22A1B256-BD2C-4F11-B4FA-C5237FEF2CC8}" srcOrd="1" destOrd="0" presId="urn:microsoft.com/office/officeart/2005/8/layout/vList6"/>
    <dgm:cxn modelId="{6E25D5EA-01AB-4C2E-9563-9A65309DD685}" type="presParOf" srcId="{EA563C5A-B884-4D10-ADB6-C8E5577EAB22}" destId="{50AC9F47-7C40-4569-A1A3-9908E133FB61}" srcOrd="2" destOrd="0" presId="urn:microsoft.com/office/officeart/2005/8/layout/vList6"/>
    <dgm:cxn modelId="{5A880D8E-B65A-4A7C-BFA0-33E1CFF3509A}" type="presParOf" srcId="{50AC9F47-7C40-4569-A1A3-9908E133FB61}" destId="{55731A21-496E-4AB8-BCDC-386223C15E3C}" srcOrd="0" destOrd="0" presId="urn:microsoft.com/office/officeart/2005/8/layout/vList6"/>
    <dgm:cxn modelId="{8150320E-B18B-4855-9394-332BA4C9F2E5}" type="presParOf" srcId="{50AC9F47-7C40-4569-A1A3-9908E133FB61}" destId="{0C7816CE-4B37-40D6-B6A6-53D6F45E2842}"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E940171-699F-469B-A931-23F7EA03D8DB}"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241A95DA-F409-4166-8E4E-450457EAACF0}">
      <dgm:prSet phldrT="[Text]"/>
      <dgm:spPr/>
      <dgm:t>
        <a:bodyPr/>
        <a:lstStyle/>
        <a:p>
          <a:r>
            <a:rPr lang="en-US" dirty="0"/>
            <a:t>MFT contains one base file record for each file and directory</a:t>
          </a:r>
        </a:p>
      </dgm:t>
    </dgm:pt>
    <dgm:pt modelId="{10647B3C-D1EB-4C0E-9E68-BCE349D6EB31}" type="parTrans" cxnId="{006DDA05-F408-431B-BCC1-37F30C5FD5CE}">
      <dgm:prSet/>
      <dgm:spPr/>
      <dgm:t>
        <a:bodyPr/>
        <a:lstStyle/>
        <a:p>
          <a:endParaRPr lang="en-US"/>
        </a:p>
      </dgm:t>
    </dgm:pt>
    <dgm:pt modelId="{CFE6043E-BCCE-47DD-B055-1739E31BFF0E}" type="sibTrans" cxnId="{006DDA05-F408-431B-BCC1-37F30C5FD5CE}">
      <dgm:prSet/>
      <dgm:spPr/>
      <dgm:t>
        <a:bodyPr/>
        <a:lstStyle/>
        <a:p>
          <a:endParaRPr lang="en-US"/>
        </a:p>
      </dgm:t>
    </dgm:pt>
    <dgm:pt modelId="{D8820B2E-AD93-4276-8E2F-C828CA2B1CD9}">
      <dgm:prSet phldrT="[Text]"/>
      <dgm:spPr/>
      <dgm:t>
        <a:bodyPr/>
        <a:lstStyle/>
        <a:p>
          <a:r>
            <a:rPr lang="en-US" dirty="0"/>
            <a:t>MFT serves same purpose as FAT</a:t>
          </a:r>
        </a:p>
      </dgm:t>
    </dgm:pt>
    <dgm:pt modelId="{A6FDABCB-1027-4408-8C97-53982509CC74}" type="parTrans" cxnId="{25D88D60-62F5-4CF3-AD27-AEA27D082528}">
      <dgm:prSet/>
      <dgm:spPr/>
      <dgm:t>
        <a:bodyPr/>
        <a:lstStyle/>
        <a:p>
          <a:endParaRPr lang="en-US"/>
        </a:p>
      </dgm:t>
    </dgm:pt>
    <dgm:pt modelId="{727E2A15-2BA9-4D7F-92A0-3ECF3B96D6B7}" type="sibTrans" cxnId="{25D88D60-62F5-4CF3-AD27-AEA27D082528}">
      <dgm:prSet/>
      <dgm:spPr/>
      <dgm:t>
        <a:bodyPr/>
        <a:lstStyle/>
        <a:p>
          <a:endParaRPr lang="en-US"/>
        </a:p>
      </dgm:t>
    </dgm:pt>
    <dgm:pt modelId="{34369AAF-A628-4B38-9B9E-94006BAA42BA}">
      <dgm:prSet phldrT="[Text]"/>
      <dgm:spPr/>
      <dgm:t>
        <a:bodyPr/>
        <a:lstStyle/>
        <a:p>
          <a:r>
            <a:rPr lang="en-US" dirty="0"/>
            <a:t>Cluster bitmap file maps all clusters on disk</a:t>
          </a:r>
        </a:p>
      </dgm:t>
    </dgm:pt>
    <dgm:pt modelId="{193B1FBB-3767-4A5C-9F27-683F2F6B81EC}" type="parTrans" cxnId="{B7DAB55C-469E-40CC-90B3-780D31D04FC5}">
      <dgm:prSet/>
      <dgm:spPr/>
      <dgm:t>
        <a:bodyPr/>
        <a:lstStyle/>
        <a:p>
          <a:endParaRPr lang="en-US"/>
        </a:p>
      </dgm:t>
    </dgm:pt>
    <dgm:pt modelId="{0B099D42-577E-418C-8306-5790BB981B2C}" type="sibTrans" cxnId="{B7DAB55C-469E-40CC-90B3-780D31D04FC5}">
      <dgm:prSet/>
      <dgm:spPr/>
      <dgm:t>
        <a:bodyPr/>
        <a:lstStyle/>
        <a:p>
          <a:endParaRPr lang="en-US"/>
        </a:p>
      </dgm:t>
    </dgm:pt>
    <dgm:pt modelId="{C0D202B4-B85B-4F0E-8035-BA7071D1ECC8}" type="pres">
      <dgm:prSet presAssocID="{DE940171-699F-469B-A931-23F7EA03D8DB}" presName="linear" presStyleCnt="0">
        <dgm:presLayoutVars>
          <dgm:dir/>
          <dgm:animLvl val="lvl"/>
          <dgm:resizeHandles val="exact"/>
        </dgm:presLayoutVars>
      </dgm:prSet>
      <dgm:spPr/>
    </dgm:pt>
    <dgm:pt modelId="{5E75A6EC-7EC0-462A-B5D0-7B9DBC050DEB}" type="pres">
      <dgm:prSet presAssocID="{241A95DA-F409-4166-8E4E-450457EAACF0}" presName="parentLin" presStyleCnt="0"/>
      <dgm:spPr/>
    </dgm:pt>
    <dgm:pt modelId="{A1CA5233-E5FD-49B4-B0CD-B42C88BDBCC2}" type="pres">
      <dgm:prSet presAssocID="{241A95DA-F409-4166-8E4E-450457EAACF0}" presName="parentLeftMargin" presStyleLbl="node1" presStyleIdx="0" presStyleCnt="3"/>
      <dgm:spPr/>
    </dgm:pt>
    <dgm:pt modelId="{77FC1582-0D76-4FEC-9D9A-C33D1650D780}" type="pres">
      <dgm:prSet presAssocID="{241A95DA-F409-4166-8E4E-450457EAACF0}" presName="parentText" presStyleLbl="node1" presStyleIdx="0" presStyleCnt="3">
        <dgm:presLayoutVars>
          <dgm:chMax val="0"/>
          <dgm:bulletEnabled val="1"/>
        </dgm:presLayoutVars>
      </dgm:prSet>
      <dgm:spPr/>
    </dgm:pt>
    <dgm:pt modelId="{BF2EF4B6-F564-4DC4-ABB6-4F430B57AA65}" type="pres">
      <dgm:prSet presAssocID="{241A95DA-F409-4166-8E4E-450457EAACF0}" presName="negativeSpace" presStyleCnt="0"/>
      <dgm:spPr/>
    </dgm:pt>
    <dgm:pt modelId="{B31C0D1E-D662-434A-93D1-005C7D462B1D}" type="pres">
      <dgm:prSet presAssocID="{241A95DA-F409-4166-8E4E-450457EAACF0}" presName="childText" presStyleLbl="conFgAcc1" presStyleIdx="0" presStyleCnt="3">
        <dgm:presLayoutVars>
          <dgm:bulletEnabled val="1"/>
        </dgm:presLayoutVars>
      </dgm:prSet>
      <dgm:spPr/>
    </dgm:pt>
    <dgm:pt modelId="{4E542A52-B783-40C3-8280-3128450B1834}" type="pres">
      <dgm:prSet presAssocID="{CFE6043E-BCCE-47DD-B055-1739E31BFF0E}" presName="spaceBetweenRectangles" presStyleCnt="0"/>
      <dgm:spPr/>
    </dgm:pt>
    <dgm:pt modelId="{E25BBB78-3662-4E7F-8AD5-498D9029E161}" type="pres">
      <dgm:prSet presAssocID="{D8820B2E-AD93-4276-8E2F-C828CA2B1CD9}" presName="parentLin" presStyleCnt="0"/>
      <dgm:spPr/>
    </dgm:pt>
    <dgm:pt modelId="{EB730437-A725-4235-9F9F-F39A9B801846}" type="pres">
      <dgm:prSet presAssocID="{D8820B2E-AD93-4276-8E2F-C828CA2B1CD9}" presName="parentLeftMargin" presStyleLbl="node1" presStyleIdx="0" presStyleCnt="3"/>
      <dgm:spPr/>
    </dgm:pt>
    <dgm:pt modelId="{0ED851CB-C5A8-4372-82BF-A7E6525B6853}" type="pres">
      <dgm:prSet presAssocID="{D8820B2E-AD93-4276-8E2F-C828CA2B1CD9}" presName="parentText" presStyleLbl="node1" presStyleIdx="1" presStyleCnt="3">
        <dgm:presLayoutVars>
          <dgm:chMax val="0"/>
          <dgm:bulletEnabled val="1"/>
        </dgm:presLayoutVars>
      </dgm:prSet>
      <dgm:spPr/>
    </dgm:pt>
    <dgm:pt modelId="{41DB6BC3-D4DA-4E55-BCCA-35A4661146E3}" type="pres">
      <dgm:prSet presAssocID="{D8820B2E-AD93-4276-8E2F-C828CA2B1CD9}" presName="negativeSpace" presStyleCnt="0"/>
      <dgm:spPr/>
    </dgm:pt>
    <dgm:pt modelId="{9DABE6DF-D804-4C0A-98C0-25B120FA4162}" type="pres">
      <dgm:prSet presAssocID="{D8820B2E-AD93-4276-8E2F-C828CA2B1CD9}" presName="childText" presStyleLbl="conFgAcc1" presStyleIdx="1" presStyleCnt="3">
        <dgm:presLayoutVars>
          <dgm:bulletEnabled val="1"/>
        </dgm:presLayoutVars>
      </dgm:prSet>
      <dgm:spPr/>
    </dgm:pt>
    <dgm:pt modelId="{5ACE6F8C-2235-4223-85E0-EBB09D714200}" type="pres">
      <dgm:prSet presAssocID="{727E2A15-2BA9-4D7F-92A0-3ECF3B96D6B7}" presName="spaceBetweenRectangles" presStyleCnt="0"/>
      <dgm:spPr/>
    </dgm:pt>
    <dgm:pt modelId="{23138D91-F096-4463-8E5F-3F94859C3C8C}" type="pres">
      <dgm:prSet presAssocID="{34369AAF-A628-4B38-9B9E-94006BAA42BA}" presName="parentLin" presStyleCnt="0"/>
      <dgm:spPr/>
    </dgm:pt>
    <dgm:pt modelId="{66618F75-EA81-4224-A90B-BC5478759D1A}" type="pres">
      <dgm:prSet presAssocID="{34369AAF-A628-4B38-9B9E-94006BAA42BA}" presName="parentLeftMargin" presStyleLbl="node1" presStyleIdx="1" presStyleCnt="3"/>
      <dgm:spPr/>
    </dgm:pt>
    <dgm:pt modelId="{9E0DBA43-E842-4A50-BCEB-193AF746F3F1}" type="pres">
      <dgm:prSet presAssocID="{34369AAF-A628-4B38-9B9E-94006BAA42BA}" presName="parentText" presStyleLbl="node1" presStyleIdx="2" presStyleCnt="3">
        <dgm:presLayoutVars>
          <dgm:chMax val="0"/>
          <dgm:bulletEnabled val="1"/>
        </dgm:presLayoutVars>
      </dgm:prSet>
      <dgm:spPr/>
    </dgm:pt>
    <dgm:pt modelId="{5C111AB1-0EC7-444F-8AB2-0FD9E868351B}" type="pres">
      <dgm:prSet presAssocID="{34369AAF-A628-4B38-9B9E-94006BAA42BA}" presName="negativeSpace" presStyleCnt="0"/>
      <dgm:spPr/>
    </dgm:pt>
    <dgm:pt modelId="{C9742FAA-EC80-4618-B215-2DCB3E70B047}" type="pres">
      <dgm:prSet presAssocID="{34369AAF-A628-4B38-9B9E-94006BAA42BA}" presName="childText" presStyleLbl="conFgAcc1" presStyleIdx="2" presStyleCnt="3">
        <dgm:presLayoutVars>
          <dgm:bulletEnabled val="1"/>
        </dgm:presLayoutVars>
      </dgm:prSet>
      <dgm:spPr/>
    </dgm:pt>
  </dgm:ptLst>
  <dgm:cxnLst>
    <dgm:cxn modelId="{006DDA05-F408-431B-BCC1-37F30C5FD5CE}" srcId="{DE940171-699F-469B-A931-23F7EA03D8DB}" destId="{241A95DA-F409-4166-8E4E-450457EAACF0}" srcOrd="0" destOrd="0" parTransId="{10647B3C-D1EB-4C0E-9E68-BCE349D6EB31}" sibTransId="{CFE6043E-BCCE-47DD-B055-1739E31BFF0E}"/>
    <dgm:cxn modelId="{B7DAB55C-469E-40CC-90B3-780D31D04FC5}" srcId="{DE940171-699F-469B-A931-23F7EA03D8DB}" destId="{34369AAF-A628-4B38-9B9E-94006BAA42BA}" srcOrd="2" destOrd="0" parTransId="{193B1FBB-3767-4A5C-9F27-683F2F6B81EC}" sibTransId="{0B099D42-577E-418C-8306-5790BB981B2C}"/>
    <dgm:cxn modelId="{25D88D60-62F5-4CF3-AD27-AEA27D082528}" srcId="{DE940171-699F-469B-A931-23F7EA03D8DB}" destId="{D8820B2E-AD93-4276-8E2F-C828CA2B1CD9}" srcOrd="1" destOrd="0" parTransId="{A6FDABCB-1027-4408-8C97-53982509CC74}" sibTransId="{727E2A15-2BA9-4D7F-92A0-3ECF3B96D6B7}"/>
    <dgm:cxn modelId="{50EAAE6C-BBF4-4E27-B599-2CACF764EB87}" type="presOf" srcId="{D8820B2E-AD93-4276-8E2F-C828CA2B1CD9}" destId="{EB730437-A725-4235-9F9F-F39A9B801846}" srcOrd="0" destOrd="0" presId="urn:microsoft.com/office/officeart/2005/8/layout/list1"/>
    <dgm:cxn modelId="{9878EA6F-61C7-493A-8915-D61970800A95}" type="presOf" srcId="{34369AAF-A628-4B38-9B9E-94006BAA42BA}" destId="{66618F75-EA81-4224-A90B-BC5478759D1A}" srcOrd="0" destOrd="0" presId="urn:microsoft.com/office/officeart/2005/8/layout/list1"/>
    <dgm:cxn modelId="{035B7A78-42EB-4449-A736-F3B9E78F3E2B}" type="presOf" srcId="{DE940171-699F-469B-A931-23F7EA03D8DB}" destId="{C0D202B4-B85B-4F0E-8035-BA7071D1ECC8}" srcOrd="0" destOrd="0" presId="urn:microsoft.com/office/officeart/2005/8/layout/list1"/>
    <dgm:cxn modelId="{6554AAA4-CA3F-4DDB-8EFE-C7CC397F6F20}" type="presOf" srcId="{241A95DA-F409-4166-8E4E-450457EAACF0}" destId="{A1CA5233-E5FD-49B4-B0CD-B42C88BDBCC2}" srcOrd="0" destOrd="0" presId="urn:microsoft.com/office/officeart/2005/8/layout/list1"/>
    <dgm:cxn modelId="{4B9A92AE-6025-439C-92C5-D805B2EFE0AA}" type="presOf" srcId="{34369AAF-A628-4B38-9B9E-94006BAA42BA}" destId="{9E0DBA43-E842-4A50-BCEB-193AF746F3F1}" srcOrd="1" destOrd="0" presId="urn:microsoft.com/office/officeart/2005/8/layout/list1"/>
    <dgm:cxn modelId="{F37FD0C2-808B-482D-9754-B310909DC944}" type="presOf" srcId="{D8820B2E-AD93-4276-8E2F-C828CA2B1CD9}" destId="{0ED851CB-C5A8-4372-82BF-A7E6525B6853}" srcOrd="1" destOrd="0" presId="urn:microsoft.com/office/officeart/2005/8/layout/list1"/>
    <dgm:cxn modelId="{71D63AE7-69A6-43BF-BCC3-84E9ABE6C4C8}" type="presOf" srcId="{241A95DA-F409-4166-8E4E-450457EAACF0}" destId="{77FC1582-0D76-4FEC-9D9A-C33D1650D780}" srcOrd="1" destOrd="0" presId="urn:microsoft.com/office/officeart/2005/8/layout/list1"/>
    <dgm:cxn modelId="{3C250C0C-187F-4E7D-AD8B-CB3D1A6F5884}" type="presParOf" srcId="{C0D202B4-B85B-4F0E-8035-BA7071D1ECC8}" destId="{5E75A6EC-7EC0-462A-B5D0-7B9DBC050DEB}" srcOrd="0" destOrd="0" presId="urn:microsoft.com/office/officeart/2005/8/layout/list1"/>
    <dgm:cxn modelId="{02688524-2D40-415C-9F24-8AC921CCD6DD}" type="presParOf" srcId="{5E75A6EC-7EC0-462A-B5D0-7B9DBC050DEB}" destId="{A1CA5233-E5FD-49B4-B0CD-B42C88BDBCC2}" srcOrd="0" destOrd="0" presId="urn:microsoft.com/office/officeart/2005/8/layout/list1"/>
    <dgm:cxn modelId="{A069DB72-51B3-4D32-86C0-DA2567F609F9}" type="presParOf" srcId="{5E75A6EC-7EC0-462A-B5D0-7B9DBC050DEB}" destId="{77FC1582-0D76-4FEC-9D9A-C33D1650D780}" srcOrd="1" destOrd="0" presId="urn:microsoft.com/office/officeart/2005/8/layout/list1"/>
    <dgm:cxn modelId="{B50A1227-EEBF-496A-96B6-89ACDC1815DE}" type="presParOf" srcId="{C0D202B4-B85B-4F0E-8035-BA7071D1ECC8}" destId="{BF2EF4B6-F564-4DC4-ABB6-4F430B57AA65}" srcOrd="1" destOrd="0" presId="urn:microsoft.com/office/officeart/2005/8/layout/list1"/>
    <dgm:cxn modelId="{D47CB4CE-4184-4B01-8AC7-927C723DC4A4}" type="presParOf" srcId="{C0D202B4-B85B-4F0E-8035-BA7071D1ECC8}" destId="{B31C0D1E-D662-434A-93D1-005C7D462B1D}" srcOrd="2" destOrd="0" presId="urn:microsoft.com/office/officeart/2005/8/layout/list1"/>
    <dgm:cxn modelId="{778BDF69-EC3E-414A-812A-B40F89C11301}" type="presParOf" srcId="{C0D202B4-B85B-4F0E-8035-BA7071D1ECC8}" destId="{4E542A52-B783-40C3-8280-3128450B1834}" srcOrd="3" destOrd="0" presId="urn:microsoft.com/office/officeart/2005/8/layout/list1"/>
    <dgm:cxn modelId="{F4AB804F-A324-41E3-A4CC-B5BCFFA9C1B4}" type="presParOf" srcId="{C0D202B4-B85B-4F0E-8035-BA7071D1ECC8}" destId="{E25BBB78-3662-4E7F-8AD5-498D9029E161}" srcOrd="4" destOrd="0" presId="urn:microsoft.com/office/officeart/2005/8/layout/list1"/>
    <dgm:cxn modelId="{F00EAA04-ED4D-49B0-84E0-2DAF239ADBB8}" type="presParOf" srcId="{E25BBB78-3662-4E7F-8AD5-498D9029E161}" destId="{EB730437-A725-4235-9F9F-F39A9B801846}" srcOrd="0" destOrd="0" presId="urn:microsoft.com/office/officeart/2005/8/layout/list1"/>
    <dgm:cxn modelId="{08ECCE12-1751-4B9F-B689-E4E71AE2D6D4}" type="presParOf" srcId="{E25BBB78-3662-4E7F-8AD5-498D9029E161}" destId="{0ED851CB-C5A8-4372-82BF-A7E6525B6853}" srcOrd="1" destOrd="0" presId="urn:microsoft.com/office/officeart/2005/8/layout/list1"/>
    <dgm:cxn modelId="{8F5E1061-A377-4D98-A86E-1BAB3524CF15}" type="presParOf" srcId="{C0D202B4-B85B-4F0E-8035-BA7071D1ECC8}" destId="{41DB6BC3-D4DA-4E55-BCCA-35A4661146E3}" srcOrd="5" destOrd="0" presId="urn:microsoft.com/office/officeart/2005/8/layout/list1"/>
    <dgm:cxn modelId="{57EFB04B-1106-4BFC-BD6D-426722E5648C}" type="presParOf" srcId="{C0D202B4-B85B-4F0E-8035-BA7071D1ECC8}" destId="{9DABE6DF-D804-4C0A-98C0-25B120FA4162}" srcOrd="6" destOrd="0" presId="urn:microsoft.com/office/officeart/2005/8/layout/list1"/>
    <dgm:cxn modelId="{DDA920D0-A994-484D-B44C-52F79247442C}" type="presParOf" srcId="{C0D202B4-B85B-4F0E-8035-BA7071D1ECC8}" destId="{5ACE6F8C-2235-4223-85E0-EBB09D714200}" srcOrd="7" destOrd="0" presId="urn:microsoft.com/office/officeart/2005/8/layout/list1"/>
    <dgm:cxn modelId="{962D4B59-5A82-4D2C-A341-5AC773F7DE6B}" type="presParOf" srcId="{C0D202B4-B85B-4F0E-8035-BA7071D1ECC8}" destId="{23138D91-F096-4463-8E5F-3F94859C3C8C}" srcOrd="8" destOrd="0" presId="urn:microsoft.com/office/officeart/2005/8/layout/list1"/>
    <dgm:cxn modelId="{D13E1E73-9498-4CE8-82B8-37229036E6FC}" type="presParOf" srcId="{23138D91-F096-4463-8E5F-3F94859C3C8C}" destId="{66618F75-EA81-4224-A90B-BC5478759D1A}" srcOrd="0" destOrd="0" presId="urn:microsoft.com/office/officeart/2005/8/layout/list1"/>
    <dgm:cxn modelId="{A3AC57F7-41F1-4080-A06A-F303B17B152E}" type="presParOf" srcId="{23138D91-F096-4463-8E5F-3F94859C3C8C}" destId="{9E0DBA43-E842-4A50-BCEB-193AF746F3F1}" srcOrd="1" destOrd="0" presId="urn:microsoft.com/office/officeart/2005/8/layout/list1"/>
    <dgm:cxn modelId="{7E502548-3351-43C8-8481-C1C397A4DEE7}" type="presParOf" srcId="{C0D202B4-B85B-4F0E-8035-BA7071D1ECC8}" destId="{5C111AB1-0EC7-444F-8AB2-0FD9E868351B}" srcOrd="9" destOrd="0" presId="urn:microsoft.com/office/officeart/2005/8/layout/list1"/>
    <dgm:cxn modelId="{C067ADCA-A6EB-4338-A828-FAA76930E1D2}" type="presParOf" srcId="{C0D202B4-B85B-4F0E-8035-BA7071D1ECC8}" destId="{C9742FAA-EC80-4618-B215-2DCB3E70B047}"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080BC8F-98FF-46FB-8144-17832F643557}"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en-US"/>
        </a:p>
      </dgm:t>
    </dgm:pt>
    <dgm:pt modelId="{F1EC0221-A68B-427E-9ADB-AC5A869C5170}">
      <dgm:prSet phldrT="[Text]"/>
      <dgm:spPr/>
      <dgm:t>
        <a:bodyPr/>
        <a:lstStyle/>
        <a:p>
          <a:r>
            <a:rPr lang="en-US" dirty="0"/>
            <a:t>Install</a:t>
          </a:r>
        </a:p>
      </dgm:t>
    </dgm:pt>
    <dgm:pt modelId="{BF477C50-2449-47D0-847C-A257C5387AED}" type="parTrans" cxnId="{EC3623BC-1B87-4C62-8E4D-8E4A5F7FC8C1}">
      <dgm:prSet/>
      <dgm:spPr/>
      <dgm:t>
        <a:bodyPr/>
        <a:lstStyle/>
        <a:p>
          <a:endParaRPr lang="en-US"/>
        </a:p>
      </dgm:t>
    </dgm:pt>
    <dgm:pt modelId="{6DCD898B-0FC7-4D0A-A31A-5A49201CCCE0}" type="sibTrans" cxnId="{EC3623BC-1B87-4C62-8E4D-8E4A5F7FC8C1}">
      <dgm:prSet/>
      <dgm:spPr/>
      <dgm:t>
        <a:bodyPr/>
        <a:lstStyle/>
        <a:p>
          <a:endParaRPr lang="en-US" dirty="0"/>
        </a:p>
      </dgm:t>
    </dgm:pt>
    <dgm:pt modelId="{BC4BA401-25B4-4FF3-9DD3-2A7BADA0D818}">
      <dgm:prSet phldrT="[Text]"/>
      <dgm:spPr/>
      <dgm:t>
        <a:bodyPr/>
        <a:lstStyle/>
        <a:p>
          <a:r>
            <a:rPr lang="en-US" dirty="0"/>
            <a:t>Verify output directory is empty</a:t>
          </a:r>
        </a:p>
      </dgm:t>
    </dgm:pt>
    <dgm:pt modelId="{662DF716-D183-452C-B563-1207BC5CD535}" type="parTrans" cxnId="{F4C71089-D3F6-43C3-8943-3D29373867E2}">
      <dgm:prSet/>
      <dgm:spPr/>
      <dgm:t>
        <a:bodyPr/>
        <a:lstStyle/>
        <a:p>
          <a:endParaRPr lang="en-US"/>
        </a:p>
      </dgm:t>
    </dgm:pt>
    <dgm:pt modelId="{361EFBE1-7DD5-4A19-96EC-75164661B230}" type="sibTrans" cxnId="{F4C71089-D3F6-43C3-8943-3D29373867E2}">
      <dgm:prSet/>
      <dgm:spPr/>
      <dgm:t>
        <a:bodyPr/>
        <a:lstStyle/>
        <a:p>
          <a:endParaRPr lang="en-US" dirty="0"/>
        </a:p>
      </dgm:t>
    </dgm:pt>
    <dgm:pt modelId="{4EF401BE-6275-42E6-8906-B497B908FFD7}">
      <dgm:prSet phldrT="[Text]"/>
      <dgm:spPr/>
      <dgm:t>
        <a:bodyPr/>
        <a:lstStyle/>
        <a:p>
          <a:r>
            <a:rPr lang="en-US" dirty="0"/>
            <a:t>Edit config file</a:t>
          </a:r>
        </a:p>
      </dgm:t>
    </dgm:pt>
    <dgm:pt modelId="{84792499-C8A8-4A4A-8287-3A25F0FEAD06}" type="parTrans" cxnId="{0930AFC5-68E0-4C17-A8DE-0F51E64838BC}">
      <dgm:prSet/>
      <dgm:spPr/>
      <dgm:t>
        <a:bodyPr/>
        <a:lstStyle/>
        <a:p>
          <a:endParaRPr lang="en-US"/>
        </a:p>
      </dgm:t>
    </dgm:pt>
    <dgm:pt modelId="{DDBD4942-643C-4811-A6F1-48EDA1449843}" type="sibTrans" cxnId="{0930AFC5-68E0-4C17-A8DE-0F51E64838BC}">
      <dgm:prSet/>
      <dgm:spPr/>
      <dgm:t>
        <a:bodyPr/>
        <a:lstStyle/>
        <a:p>
          <a:endParaRPr lang="en-US" dirty="0"/>
        </a:p>
      </dgm:t>
    </dgm:pt>
    <dgm:pt modelId="{E5005D86-36E1-40D4-85C1-A9A64F811730}">
      <dgm:prSet phldrT="[Text]"/>
      <dgm:spPr/>
      <dgm:t>
        <a:bodyPr/>
        <a:lstStyle/>
        <a:p>
          <a:r>
            <a:rPr lang="en-US" dirty="0"/>
            <a:t>Run scalpel command</a:t>
          </a:r>
        </a:p>
      </dgm:t>
    </dgm:pt>
    <dgm:pt modelId="{59AC3B27-8072-4285-B073-1D950E258396}" type="parTrans" cxnId="{F9B2D93C-D7E5-4B43-803B-A28F921E2108}">
      <dgm:prSet/>
      <dgm:spPr/>
      <dgm:t>
        <a:bodyPr/>
        <a:lstStyle/>
        <a:p>
          <a:endParaRPr lang="en-US"/>
        </a:p>
      </dgm:t>
    </dgm:pt>
    <dgm:pt modelId="{338CC35F-4EB5-44EF-8195-183CD75CC6F0}" type="sibTrans" cxnId="{F9B2D93C-D7E5-4B43-803B-A28F921E2108}">
      <dgm:prSet/>
      <dgm:spPr/>
      <dgm:t>
        <a:bodyPr/>
        <a:lstStyle/>
        <a:p>
          <a:endParaRPr lang="en-US"/>
        </a:p>
      </dgm:t>
    </dgm:pt>
    <dgm:pt modelId="{7CD03E53-B5A1-43EE-BACD-D822FB20657C}" type="pres">
      <dgm:prSet presAssocID="{5080BC8F-98FF-46FB-8144-17832F643557}" presName="diagram" presStyleCnt="0">
        <dgm:presLayoutVars>
          <dgm:dir/>
          <dgm:resizeHandles val="exact"/>
        </dgm:presLayoutVars>
      </dgm:prSet>
      <dgm:spPr/>
    </dgm:pt>
    <dgm:pt modelId="{A48C41CF-446D-444B-BDDE-F34862657963}" type="pres">
      <dgm:prSet presAssocID="{F1EC0221-A68B-427E-9ADB-AC5A869C5170}" presName="node" presStyleLbl="node1" presStyleIdx="0" presStyleCnt="4">
        <dgm:presLayoutVars>
          <dgm:bulletEnabled val="1"/>
        </dgm:presLayoutVars>
      </dgm:prSet>
      <dgm:spPr/>
    </dgm:pt>
    <dgm:pt modelId="{A3C8D0CD-9527-4B51-9FAA-D07EE077EFCF}" type="pres">
      <dgm:prSet presAssocID="{6DCD898B-0FC7-4D0A-A31A-5A49201CCCE0}" presName="sibTrans" presStyleLbl="sibTrans2D1" presStyleIdx="0" presStyleCnt="3"/>
      <dgm:spPr/>
    </dgm:pt>
    <dgm:pt modelId="{34945E11-5BA7-4366-99A3-A3A2B28D6081}" type="pres">
      <dgm:prSet presAssocID="{6DCD898B-0FC7-4D0A-A31A-5A49201CCCE0}" presName="connectorText" presStyleLbl="sibTrans2D1" presStyleIdx="0" presStyleCnt="3"/>
      <dgm:spPr/>
    </dgm:pt>
    <dgm:pt modelId="{8F23476F-6CD9-45EE-93CC-09E7AB080E80}" type="pres">
      <dgm:prSet presAssocID="{BC4BA401-25B4-4FF3-9DD3-2A7BADA0D818}" presName="node" presStyleLbl="node1" presStyleIdx="1" presStyleCnt="4">
        <dgm:presLayoutVars>
          <dgm:bulletEnabled val="1"/>
        </dgm:presLayoutVars>
      </dgm:prSet>
      <dgm:spPr/>
    </dgm:pt>
    <dgm:pt modelId="{C91174A5-362B-4349-8A7F-729839D3CF24}" type="pres">
      <dgm:prSet presAssocID="{361EFBE1-7DD5-4A19-96EC-75164661B230}" presName="sibTrans" presStyleLbl="sibTrans2D1" presStyleIdx="1" presStyleCnt="3"/>
      <dgm:spPr/>
    </dgm:pt>
    <dgm:pt modelId="{0EB4B0C2-DC48-46AE-91E0-158732559964}" type="pres">
      <dgm:prSet presAssocID="{361EFBE1-7DD5-4A19-96EC-75164661B230}" presName="connectorText" presStyleLbl="sibTrans2D1" presStyleIdx="1" presStyleCnt="3"/>
      <dgm:spPr/>
    </dgm:pt>
    <dgm:pt modelId="{FABBDD1E-5CC4-4EFA-9022-15B9EE756523}" type="pres">
      <dgm:prSet presAssocID="{4EF401BE-6275-42E6-8906-B497B908FFD7}" presName="node" presStyleLbl="node1" presStyleIdx="2" presStyleCnt="4">
        <dgm:presLayoutVars>
          <dgm:bulletEnabled val="1"/>
        </dgm:presLayoutVars>
      </dgm:prSet>
      <dgm:spPr/>
    </dgm:pt>
    <dgm:pt modelId="{42A8C67A-3308-43C8-AF5B-2EFB7863BE42}" type="pres">
      <dgm:prSet presAssocID="{DDBD4942-643C-4811-A6F1-48EDA1449843}" presName="sibTrans" presStyleLbl="sibTrans2D1" presStyleIdx="2" presStyleCnt="3"/>
      <dgm:spPr/>
    </dgm:pt>
    <dgm:pt modelId="{34284975-C0AB-4BFC-8EF1-8177F0F1C887}" type="pres">
      <dgm:prSet presAssocID="{DDBD4942-643C-4811-A6F1-48EDA1449843}" presName="connectorText" presStyleLbl="sibTrans2D1" presStyleIdx="2" presStyleCnt="3"/>
      <dgm:spPr/>
    </dgm:pt>
    <dgm:pt modelId="{E9F5D00D-BCA0-40ED-B587-4CD29A14398C}" type="pres">
      <dgm:prSet presAssocID="{E5005D86-36E1-40D4-85C1-A9A64F811730}" presName="node" presStyleLbl="node1" presStyleIdx="3" presStyleCnt="4">
        <dgm:presLayoutVars>
          <dgm:bulletEnabled val="1"/>
        </dgm:presLayoutVars>
      </dgm:prSet>
      <dgm:spPr/>
    </dgm:pt>
  </dgm:ptLst>
  <dgm:cxnLst>
    <dgm:cxn modelId="{76E11E07-121B-497C-82EA-C0CBEB2F417E}" type="presOf" srcId="{361EFBE1-7DD5-4A19-96EC-75164661B230}" destId="{C91174A5-362B-4349-8A7F-729839D3CF24}" srcOrd="0" destOrd="0" presId="urn:microsoft.com/office/officeart/2005/8/layout/process5"/>
    <dgm:cxn modelId="{1A7A0A22-65D8-449E-916F-AD59DB36E665}" type="presOf" srcId="{DDBD4942-643C-4811-A6F1-48EDA1449843}" destId="{42A8C67A-3308-43C8-AF5B-2EFB7863BE42}" srcOrd="0" destOrd="0" presId="urn:microsoft.com/office/officeart/2005/8/layout/process5"/>
    <dgm:cxn modelId="{EEEF6B22-EB5C-46D5-BF09-C4FD6A8107CC}" type="presOf" srcId="{E5005D86-36E1-40D4-85C1-A9A64F811730}" destId="{E9F5D00D-BCA0-40ED-B587-4CD29A14398C}" srcOrd="0" destOrd="0" presId="urn:microsoft.com/office/officeart/2005/8/layout/process5"/>
    <dgm:cxn modelId="{8C778230-C465-41E7-B9B1-EFC48B8DF2F0}" type="presOf" srcId="{BC4BA401-25B4-4FF3-9DD3-2A7BADA0D818}" destId="{8F23476F-6CD9-45EE-93CC-09E7AB080E80}" srcOrd="0" destOrd="0" presId="urn:microsoft.com/office/officeart/2005/8/layout/process5"/>
    <dgm:cxn modelId="{F9B2D93C-D7E5-4B43-803B-A28F921E2108}" srcId="{5080BC8F-98FF-46FB-8144-17832F643557}" destId="{E5005D86-36E1-40D4-85C1-A9A64F811730}" srcOrd="3" destOrd="0" parTransId="{59AC3B27-8072-4285-B073-1D950E258396}" sibTransId="{338CC35F-4EB5-44EF-8195-183CD75CC6F0}"/>
    <dgm:cxn modelId="{3D58234C-0C81-43DA-9588-897FD02DC333}" type="presOf" srcId="{F1EC0221-A68B-427E-9ADB-AC5A869C5170}" destId="{A48C41CF-446D-444B-BDDE-F34862657963}" srcOrd="0" destOrd="0" presId="urn:microsoft.com/office/officeart/2005/8/layout/process5"/>
    <dgm:cxn modelId="{D433D278-AE04-433F-84BE-EE4E2044DA80}" type="presOf" srcId="{6DCD898B-0FC7-4D0A-A31A-5A49201CCCE0}" destId="{A3C8D0CD-9527-4B51-9FAA-D07EE077EFCF}" srcOrd="0" destOrd="0" presId="urn:microsoft.com/office/officeart/2005/8/layout/process5"/>
    <dgm:cxn modelId="{F4C71089-D3F6-43C3-8943-3D29373867E2}" srcId="{5080BC8F-98FF-46FB-8144-17832F643557}" destId="{BC4BA401-25B4-4FF3-9DD3-2A7BADA0D818}" srcOrd="1" destOrd="0" parTransId="{662DF716-D183-452C-B563-1207BC5CD535}" sibTransId="{361EFBE1-7DD5-4A19-96EC-75164661B230}"/>
    <dgm:cxn modelId="{8B71D5B2-C196-4ED0-848D-B8AD6ED2F845}" type="presOf" srcId="{4EF401BE-6275-42E6-8906-B497B908FFD7}" destId="{FABBDD1E-5CC4-4EFA-9022-15B9EE756523}" srcOrd="0" destOrd="0" presId="urn:microsoft.com/office/officeart/2005/8/layout/process5"/>
    <dgm:cxn modelId="{EC3623BC-1B87-4C62-8E4D-8E4A5F7FC8C1}" srcId="{5080BC8F-98FF-46FB-8144-17832F643557}" destId="{F1EC0221-A68B-427E-9ADB-AC5A869C5170}" srcOrd="0" destOrd="0" parTransId="{BF477C50-2449-47D0-847C-A257C5387AED}" sibTransId="{6DCD898B-0FC7-4D0A-A31A-5A49201CCCE0}"/>
    <dgm:cxn modelId="{0930AFC5-68E0-4C17-A8DE-0F51E64838BC}" srcId="{5080BC8F-98FF-46FB-8144-17832F643557}" destId="{4EF401BE-6275-42E6-8906-B497B908FFD7}" srcOrd="2" destOrd="0" parTransId="{84792499-C8A8-4A4A-8287-3A25F0FEAD06}" sibTransId="{DDBD4942-643C-4811-A6F1-48EDA1449843}"/>
    <dgm:cxn modelId="{6F1B97DB-5E46-4185-B801-442CFB9EF21F}" type="presOf" srcId="{6DCD898B-0FC7-4D0A-A31A-5A49201CCCE0}" destId="{34945E11-5BA7-4366-99A3-A3A2B28D6081}" srcOrd="1" destOrd="0" presId="urn:microsoft.com/office/officeart/2005/8/layout/process5"/>
    <dgm:cxn modelId="{4DD799DF-7B52-42A4-8DB2-F16172FE650F}" type="presOf" srcId="{361EFBE1-7DD5-4A19-96EC-75164661B230}" destId="{0EB4B0C2-DC48-46AE-91E0-158732559964}" srcOrd="1" destOrd="0" presId="urn:microsoft.com/office/officeart/2005/8/layout/process5"/>
    <dgm:cxn modelId="{190C0CF1-3EED-43F3-A890-892955D6F7BA}" type="presOf" srcId="{5080BC8F-98FF-46FB-8144-17832F643557}" destId="{7CD03E53-B5A1-43EE-BACD-D822FB20657C}" srcOrd="0" destOrd="0" presId="urn:microsoft.com/office/officeart/2005/8/layout/process5"/>
    <dgm:cxn modelId="{5A5B42F7-EB31-4372-9D65-9005C544C89F}" type="presOf" srcId="{DDBD4942-643C-4811-A6F1-48EDA1449843}" destId="{34284975-C0AB-4BFC-8EF1-8177F0F1C887}" srcOrd="1" destOrd="0" presId="urn:microsoft.com/office/officeart/2005/8/layout/process5"/>
    <dgm:cxn modelId="{E8E5BC5B-9157-4D86-8812-D456874ACEFD}" type="presParOf" srcId="{7CD03E53-B5A1-43EE-BACD-D822FB20657C}" destId="{A48C41CF-446D-444B-BDDE-F34862657963}" srcOrd="0" destOrd="0" presId="urn:microsoft.com/office/officeart/2005/8/layout/process5"/>
    <dgm:cxn modelId="{73A0904B-394B-49F9-81CB-917873CE24C5}" type="presParOf" srcId="{7CD03E53-B5A1-43EE-BACD-D822FB20657C}" destId="{A3C8D0CD-9527-4B51-9FAA-D07EE077EFCF}" srcOrd="1" destOrd="0" presId="urn:microsoft.com/office/officeart/2005/8/layout/process5"/>
    <dgm:cxn modelId="{C241FF23-32CD-4675-ADC9-ED5828BCC02F}" type="presParOf" srcId="{A3C8D0CD-9527-4B51-9FAA-D07EE077EFCF}" destId="{34945E11-5BA7-4366-99A3-A3A2B28D6081}" srcOrd="0" destOrd="0" presId="urn:microsoft.com/office/officeart/2005/8/layout/process5"/>
    <dgm:cxn modelId="{8EF9916C-5FD8-493B-925B-ADA9D68F7542}" type="presParOf" srcId="{7CD03E53-B5A1-43EE-BACD-D822FB20657C}" destId="{8F23476F-6CD9-45EE-93CC-09E7AB080E80}" srcOrd="2" destOrd="0" presId="urn:microsoft.com/office/officeart/2005/8/layout/process5"/>
    <dgm:cxn modelId="{EEBE6ED1-CA20-43BE-A909-CA9E0E64F07E}" type="presParOf" srcId="{7CD03E53-B5A1-43EE-BACD-D822FB20657C}" destId="{C91174A5-362B-4349-8A7F-729839D3CF24}" srcOrd="3" destOrd="0" presId="urn:microsoft.com/office/officeart/2005/8/layout/process5"/>
    <dgm:cxn modelId="{C84D63F4-6E67-481B-A90A-49062A20563C}" type="presParOf" srcId="{C91174A5-362B-4349-8A7F-729839D3CF24}" destId="{0EB4B0C2-DC48-46AE-91E0-158732559964}" srcOrd="0" destOrd="0" presId="urn:microsoft.com/office/officeart/2005/8/layout/process5"/>
    <dgm:cxn modelId="{B29BE62B-A2E1-44A0-B829-F1851B2ED8E1}" type="presParOf" srcId="{7CD03E53-B5A1-43EE-BACD-D822FB20657C}" destId="{FABBDD1E-5CC4-4EFA-9022-15B9EE756523}" srcOrd="4" destOrd="0" presId="urn:microsoft.com/office/officeart/2005/8/layout/process5"/>
    <dgm:cxn modelId="{2BA4BA4A-A058-4297-8E73-94F89A2D648C}" type="presParOf" srcId="{7CD03E53-B5A1-43EE-BACD-D822FB20657C}" destId="{42A8C67A-3308-43C8-AF5B-2EFB7863BE42}" srcOrd="5" destOrd="0" presId="urn:microsoft.com/office/officeart/2005/8/layout/process5"/>
    <dgm:cxn modelId="{9B6E84FD-C445-4346-9373-02ECED9CFBBC}" type="presParOf" srcId="{42A8C67A-3308-43C8-AF5B-2EFB7863BE42}" destId="{34284975-C0AB-4BFC-8EF1-8177F0F1C887}" srcOrd="0" destOrd="0" presId="urn:microsoft.com/office/officeart/2005/8/layout/process5"/>
    <dgm:cxn modelId="{083FCB9C-A8C1-48ED-A160-0A73A2DEC498}" type="presParOf" srcId="{7CD03E53-B5A1-43EE-BACD-D822FB20657C}" destId="{E9F5D00D-BCA0-40ED-B587-4CD29A14398C}" srcOrd="6"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7D331CC-48C7-4A00-A7AC-C4616742A91D}" type="doc">
      <dgm:prSet loTypeId="urn:microsoft.com/office/officeart/2005/8/layout/hProcess9" loCatId="process" qsTypeId="urn:microsoft.com/office/officeart/2005/8/quickstyle/simple1" qsCatId="simple" csTypeId="urn:microsoft.com/office/officeart/2005/8/colors/accent1_2" csCatId="accent1" phldr="1"/>
      <dgm:spPr/>
    </dgm:pt>
    <dgm:pt modelId="{126DE782-FE39-4CD8-9CFB-3FA2513A64E7}">
      <dgm:prSet phldrT="[Text]"/>
      <dgm:spPr/>
      <dgm:t>
        <a:bodyPr/>
        <a:lstStyle/>
        <a:p>
          <a:r>
            <a:rPr lang="en-US" dirty="0"/>
            <a:t>Open Files Recovery tool</a:t>
          </a:r>
        </a:p>
      </dgm:t>
    </dgm:pt>
    <dgm:pt modelId="{A7886F5F-DD1E-403F-9AC5-5C78939CF195}" type="parTrans" cxnId="{8EB2A37A-6BA0-41E3-9178-E3A091151BAC}">
      <dgm:prSet/>
      <dgm:spPr/>
      <dgm:t>
        <a:bodyPr/>
        <a:lstStyle/>
        <a:p>
          <a:endParaRPr lang="en-US"/>
        </a:p>
      </dgm:t>
    </dgm:pt>
    <dgm:pt modelId="{CA008DF9-18F0-496C-92CF-BCE7BE9023D5}" type="sibTrans" cxnId="{8EB2A37A-6BA0-41E3-9178-E3A091151BAC}">
      <dgm:prSet/>
      <dgm:spPr/>
      <dgm:t>
        <a:bodyPr/>
        <a:lstStyle/>
        <a:p>
          <a:endParaRPr lang="en-US"/>
        </a:p>
      </dgm:t>
    </dgm:pt>
    <dgm:pt modelId="{3EDF509A-3A65-42E9-9A88-2A62AE3CD197}">
      <dgm:prSet phldrT="[Text]"/>
      <dgm:spPr/>
      <dgm:t>
        <a:bodyPr/>
        <a:lstStyle/>
        <a:p>
          <a:r>
            <a:rPr lang="en-US" dirty="0"/>
            <a:t>Select volume</a:t>
          </a:r>
        </a:p>
      </dgm:t>
    </dgm:pt>
    <dgm:pt modelId="{F2FC9570-D777-4C03-9143-0095E06A3CB9}" type="parTrans" cxnId="{37CA63C4-8A28-43BC-9588-0FB21CCBD41F}">
      <dgm:prSet/>
      <dgm:spPr/>
      <dgm:t>
        <a:bodyPr/>
        <a:lstStyle/>
        <a:p>
          <a:endParaRPr lang="en-US"/>
        </a:p>
      </dgm:t>
    </dgm:pt>
    <dgm:pt modelId="{D9A96AC7-65C4-4B45-A910-E5558328CCB5}" type="sibTrans" cxnId="{37CA63C4-8A28-43BC-9588-0FB21CCBD41F}">
      <dgm:prSet/>
      <dgm:spPr/>
      <dgm:t>
        <a:bodyPr/>
        <a:lstStyle/>
        <a:p>
          <a:endParaRPr lang="en-US"/>
        </a:p>
      </dgm:t>
    </dgm:pt>
    <dgm:pt modelId="{E1F6E992-3EBB-46D5-9DE5-B9AB17C2616B}">
      <dgm:prSet phldrT="[Text]"/>
      <dgm:spPr/>
      <dgm:t>
        <a:bodyPr/>
        <a:lstStyle/>
        <a:p>
          <a:r>
            <a:rPr lang="en-US" dirty="0"/>
            <a:t>Select </a:t>
          </a:r>
          <a:r>
            <a:rPr lang="en-US" b="1" dirty="0"/>
            <a:t>Undelete</a:t>
          </a:r>
        </a:p>
      </dgm:t>
    </dgm:pt>
    <dgm:pt modelId="{2E99602B-D4CC-4EBE-A518-8C63336BD4D7}" type="parTrans" cxnId="{890C68BB-29A4-4BEE-9747-3F86D4457FBC}">
      <dgm:prSet/>
      <dgm:spPr/>
      <dgm:t>
        <a:bodyPr/>
        <a:lstStyle/>
        <a:p>
          <a:endParaRPr lang="en-US"/>
        </a:p>
      </dgm:t>
    </dgm:pt>
    <dgm:pt modelId="{D6EA0B27-8F81-4E1E-BA23-45E687EEC26C}" type="sibTrans" cxnId="{890C68BB-29A4-4BEE-9747-3F86D4457FBC}">
      <dgm:prSet/>
      <dgm:spPr/>
      <dgm:t>
        <a:bodyPr/>
        <a:lstStyle/>
        <a:p>
          <a:endParaRPr lang="en-US"/>
        </a:p>
      </dgm:t>
    </dgm:pt>
    <dgm:pt modelId="{059C9DD3-974C-4E8C-9315-89DE1AEB33BA}" type="pres">
      <dgm:prSet presAssocID="{B7D331CC-48C7-4A00-A7AC-C4616742A91D}" presName="CompostProcess" presStyleCnt="0">
        <dgm:presLayoutVars>
          <dgm:dir/>
          <dgm:resizeHandles val="exact"/>
        </dgm:presLayoutVars>
      </dgm:prSet>
      <dgm:spPr/>
    </dgm:pt>
    <dgm:pt modelId="{69633568-C1A1-4864-98F2-9C369AD9922A}" type="pres">
      <dgm:prSet presAssocID="{B7D331CC-48C7-4A00-A7AC-C4616742A91D}" presName="arrow" presStyleLbl="bgShp" presStyleIdx="0" presStyleCnt="1"/>
      <dgm:spPr/>
    </dgm:pt>
    <dgm:pt modelId="{88E5232B-40FE-4066-AF86-1D45DC14E7AE}" type="pres">
      <dgm:prSet presAssocID="{B7D331CC-48C7-4A00-A7AC-C4616742A91D}" presName="linearProcess" presStyleCnt="0"/>
      <dgm:spPr/>
    </dgm:pt>
    <dgm:pt modelId="{92480426-E9B3-4CD5-A81E-E581BAD119F0}" type="pres">
      <dgm:prSet presAssocID="{126DE782-FE39-4CD8-9CFB-3FA2513A64E7}" presName="textNode" presStyleLbl="node1" presStyleIdx="0" presStyleCnt="3">
        <dgm:presLayoutVars>
          <dgm:bulletEnabled val="1"/>
        </dgm:presLayoutVars>
      </dgm:prSet>
      <dgm:spPr/>
    </dgm:pt>
    <dgm:pt modelId="{08FBC14D-C848-4182-BE97-062DB6442774}" type="pres">
      <dgm:prSet presAssocID="{CA008DF9-18F0-496C-92CF-BCE7BE9023D5}" presName="sibTrans" presStyleCnt="0"/>
      <dgm:spPr/>
    </dgm:pt>
    <dgm:pt modelId="{0238FFAC-60F0-4623-A399-8D49BCA2EC66}" type="pres">
      <dgm:prSet presAssocID="{3EDF509A-3A65-42E9-9A88-2A62AE3CD197}" presName="textNode" presStyleLbl="node1" presStyleIdx="1" presStyleCnt="3">
        <dgm:presLayoutVars>
          <dgm:bulletEnabled val="1"/>
        </dgm:presLayoutVars>
      </dgm:prSet>
      <dgm:spPr/>
    </dgm:pt>
    <dgm:pt modelId="{D1E137DA-1FD7-44E5-8DD8-67A7A95DADF1}" type="pres">
      <dgm:prSet presAssocID="{D9A96AC7-65C4-4B45-A910-E5558328CCB5}" presName="sibTrans" presStyleCnt="0"/>
      <dgm:spPr/>
    </dgm:pt>
    <dgm:pt modelId="{E2802E7E-1BFC-41F5-A0D7-DE544F2C4CEE}" type="pres">
      <dgm:prSet presAssocID="{E1F6E992-3EBB-46D5-9DE5-B9AB17C2616B}" presName="textNode" presStyleLbl="node1" presStyleIdx="2" presStyleCnt="3">
        <dgm:presLayoutVars>
          <dgm:bulletEnabled val="1"/>
        </dgm:presLayoutVars>
      </dgm:prSet>
      <dgm:spPr/>
    </dgm:pt>
  </dgm:ptLst>
  <dgm:cxnLst>
    <dgm:cxn modelId="{1FA2391D-893F-4A73-91C7-B1A8D7676526}" type="presOf" srcId="{126DE782-FE39-4CD8-9CFB-3FA2513A64E7}" destId="{92480426-E9B3-4CD5-A81E-E581BAD119F0}" srcOrd="0" destOrd="0" presId="urn:microsoft.com/office/officeart/2005/8/layout/hProcess9"/>
    <dgm:cxn modelId="{BEB0F53E-5865-4222-8127-3876E026E18F}" type="presOf" srcId="{B7D331CC-48C7-4A00-A7AC-C4616742A91D}" destId="{059C9DD3-974C-4E8C-9315-89DE1AEB33BA}" srcOrd="0" destOrd="0" presId="urn:microsoft.com/office/officeart/2005/8/layout/hProcess9"/>
    <dgm:cxn modelId="{8EB2A37A-6BA0-41E3-9178-E3A091151BAC}" srcId="{B7D331CC-48C7-4A00-A7AC-C4616742A91D}" destId="{126DE782-FE39-4CD8-9CFB-3FA2513A64E7}" srcOrd="0" destOrd="0" parTransId="{A7886F5F-DD1E-403F-9AC5-5C78939CF195}" sibTransId="{CA008DF9-18F0-496C-92CF-BCE7BE9023D5}"/>
    <dgm:cxn modelId="{53DECD8E-DC23-4729-9ACC-22FF02EAE0CD}" type="presOf" srcId="{E1F6E992-3EBB-46D5-9DE5-B9AB17C2616B}" destId="{E2802E7E-1BFC-41F5-A0D7-DE544F2C4CEE}" srcOrd="0" destOrd="0" presId="urn:microsoft.com/office/officeart/2005/8/layout/hProcess9"/>
    <dgm:cxn modelId="{B38DA7A3-643F-4000-A72A-E80986223410}" type="presOf" srcId="{3EDF509A-3A65-42E9-9A88-2A62AE3CD197}" destId="{0238FFAC-60F0-4623-A399-8D49BCA2EC66}" srcOrd="0" destOrd="0" presId="urn:microsoft.com/office/officeart/2005/8/layout/hProcess9"/>
    <dgm:cxn modelId="{890C68BB-29A4-4BEE-9747-3F86D4457FBC}" srcId="{B7D331CC-48C7-4A00-A7AC-C4616742A91D}" destId="{E1F6E992-3EBB-46D5-9DE5-B9AB17C2616B}" srcOrd="2" destOrd="0" parTransId="{2E99602B-D4CC-4EBE-A518-8C63336BD4D7}" sibTransId="{D6EA0B27-8F81-4E1E-BA23-45E687EEC26C}"/>
    <dgm:cxn modelId="{37CA63C4-8A28-43BC-9588-0FB21CCBD41F}" srcId="{B7D331CC-48C7-4A00-A7AC-C4616742A91D}" destId="{3EDF509A-3A65-42E9-9A88-2A62AE3CD197}" srcOrd="1" destOrd="0" parTransId="{F2FC9570-D777-4C03-9143-0095E06A3CB9}" sibTransId="{D9A96AC7-65C4-4B45-A910-E5558328CCB5}"/>
    <dgm:cxn modelId="{B6D8E7E6-1F46-4736-A21C-EA5D40968043}" type="presParOf" srcId="{059C9DD3-974C-4E8C-9315-89DE1AEB33BA}" destId="{69633568-C1A1-4864-98F2-9C369AD9922A}" srcOrd="0" destOrd="0" presId="urn:microsoft.com/office/officeart/2005/8/layout/hProcess9"/>
    <dgm:cxn modelId="{A28D140D-5704-4F20-9F51-6115B7B37AB6}" type="presParOf" srcId="{059C9DD3-974C-4E8C-9315-89DE1AEB33BA}" destId="{88E5232B-40FE-4066-AF86-1D45DC14E7AE}" srcOrd="1" destOrd="0" presId="urn:microsoft.com/office/officeart/2005/8/layout/hProcess9"/>
    <dgm:cxn modelId="{DE06FD9E-3B60-46D2-A5B8-48DEFA368A5B}" type="presParOf" srcId="{88E5232B-40FE-4066-AF86-1D45DC14E7AE}" destId="{92480426-E9B3-4CD5-A81E-E581BAD119F0}" srcOrd="0" destOrd="0" presId="urn:microsoft.com/office/officeart/2005/8/layout/hProcess9"/>
    <dgm:cxn modelId="{F177ED9F-C625-4594-8FF3-1AFD2DA7BD1B}" type="presParOf" srcId="{88E5232B-40FE-4066-AF86-1D45DC14E7AE}" destId="{08FBC14D-C848-4182-BE97-062DB6442774}" srcOrd="1" destOrd="0" presId="urn:microsoft.com/office/officeart/2005/8/layout/hProcess9"/>
    <dgm:cxn modelId="{713DA0D7-6B53-437F-9E75-7358A13EB171}" type="presParOf" srcId="{88E5232B-40FE-4066-AF86-1D45DC14E7AE}" destId="{0238FFAC-60F0-4623-A399-8D49BCA2EC66}" srcOrd="2" destOrd="0" presId="urn:microsoft.com/office/officeart/2005/8/layout/hProcess9"/>
    <dgm:cxn modelId="{D6C6E70D-18FB-47BA-A0C5-84A6AD6AB6D2}" type="presParOf" srcId="{88E5232B-40FE-4066-AF86-1D45DC14E7AE}" destId="{D1E137DA-1FD7-44E5-8DD8-67A7A95DADF1}" srcOrd="3" destOrd="0" presId="urn:microsoft.com/office/officeart/2005/8/layout/hProcess9"/>
    <dgm:cxn modelId="{8AA251E5-EC2F-448F-B77E-42782264417A}" type="presParOf" srcId="{88E5232B-40FE-4066-AF86-1D45DC14E7AE}" destId="{E2802E7E-1BFC-41F5-A0D7-DE544F2C4CEE}"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4B2C16D-AAEE-4E86-8244-DA64AE3EBA0A}" type="doc">
      <dgm:prSet loTypeId="urn:microsoft.com/office/officeart/2005/8/layout/bProcess3" loCatId="process" qsTypeId="urn:microsoft.com/office/officeart/2005/8/quickstyle/simple1" qsCatId="simple" csTypeId="urn:microsoft.com/office/officeart/2005/8/colors/accent1_2" csCatId="accent1" phldr="1"/>
      <dgm:spPr/>
      <dgm:t>
        <a:bodyPr/>
        <a:lstStyle/>
        <a:p>
          <a:endParaRPr lang="en-US"/>
        </a:p>
      </dgm:t>
    </dgm:pt>
    <dgm:pt modelId="{A789A414-1AFC-46EE-A5A4-FA20A7B7150A}">
      <dgm:prSet phldrT="[Text]"/>
      <dgm:spPr/>
      <dgm:t>
        <a:bodyPr/>
        <a:lstStyle/>
        <a:p>
          <a:r>
            <a:rPr lang="en-US" dirty="0"/>
            <a:t>Remove drive/connect to test system</a:t>
          </a:r>
        </a:p>
      </dgm:t>
    </dgm:pt>
    <dgm:pt modelId="{BA7856F3-5AF5-4157-864E-1ACE85BCE2B7}" type="parTrans" cxnId="{A7F6BE6D-31DE-44DE-9CC5-210F734B9E1B}">
      <dgm:prSet/>
      <dgm:spPr/>
      <dgm:t>
        <a:bodyPr/>
        <a:lstStyle/>
        <a:p>
          <a:endParaRPr lang="en-US"/>
        </a:p>
      </dgm:t>
    </dgm:pt>
    <dgm:pt modelId="{A96BF30C-8577-4884-8FE4-2CA605F15107}" type="sibTrans" cxnId="{A7F6BE6D-31DE-44DE-9CC5-210F734B9E1B}">
      <dgm:prSet/>
      <dgm:spPr/>
      <dgm:t>
        <a:bodyPr/>
        <a:lstStyle/>
        <a:p>
          <a:endParaRPr lang="en-US" dirty="0"/>
        </a:p>
      </dgm:t>
    </dgm:pt>
    <dgm:pt modelId="{E4C0A64D-213D-4495-A55F-6F918DA6BF32}">
      <dgm:prSet phldrT="[Text]"/>
      <dgm:spPr/>
      <dgm:t>
        <a:bodyPr/>
        <a:lstStyle/>
        <a:p>
          <a:r>
            <a:rPr lang="en-US" dirty="0"/>
            <a:t>Boot test system</a:t>
          </a:r>
        </a:p>
      </dgm:t>
    </dgm:pt>
    <dgm:pt modelId="{CAC7D6A0-EB02-43C8-B75E-A07B78EA5B02}" type="parTrans" cxnId="{68F0DAD3-B65F-4F99-BDFE-F7301A940E5F}">
      <dgm:prSet/>
      <dgm:spPr/>
      <dgm:t>
        <a:bodyPr/>
        <a:lstStyle/>
        <a:p>
          <a:endParaRPr lang="en-US"/>
        </a:p>
      </dgm:t>
    </dgm:pt>
    <dgm:pt modelId="{732F3426-0AF6-4C9A-A476-31C7DE429A71}" type="sibTrans" cxnId="{68F0DAD3-B65F-4F99-BDFE-F7301A940E5F}">
      <dgm:prSet/>
      <dgm:spPr/>
      <dgm:t>
        <a:bodyPr/>
        <a:lstStyle/>
        <a:p>
          <a:endParaRPr lang="en-US" dirty="0"/>
        </a:p>
      </dgm:t>
    </dgm:pt>
    <dgm:pt modelId="{D4AC3A4D-7B78-4786-B88C-37EB43F7D74E}">
      <dgm:prSet phldrT="[Text]"/>
      <dgm:spPr/>
      <dgm:t>
        <a:bodyPr/>
        <a:lstStyle/>
        <a:p>
          <a:r>
            <a:rPr lang="en-US" dirty="0"/>
            <a:t>Copy files from drive to test system</a:t>
          </a:r>
        </a:p>
      </dgm:t>
    </dgm:pt>
    <dgm:pt modelId="{4471F3CF-CFFF-462F-98F0-296BB8EE0F27}" type="parTrans" cxnId="{CE5C9D18-9A4A-4500-A848-21D837666782}">
      <dgm:prSet/>
      <dgm:spPr/>
      <dgm:t>
        <a:bodyPr/>
        <a:lstStyle/>
        <a:p>
          <a:endParaRPr lang="en-US"/>
        </a:p>
      </dgm:t>
    </dgm:pt>
    <dgm:pt modelId="{957B06C1-0D20-4097-848A-4834171A99C2}" type="sibTrans" cxnId="{CE5C9D18-9A4A-4500-A848-21D837666782}">
      <dgm:prSet/>
      <dgm:spPr/>
      <dgm:t>
        <a:bodyPr/>
        <a:lstStyle/>
        <a:p>
          <a:endParaRPr lang="en-US"/>
        </a:p>
      </dgm:t>
    </dgm:pt>
    <dgm:pt modelId="{BBCD2277-1A7A-49D3-97BA-B20EB6CF907F}" type="pres">
      <dgm:prSet presAssocID="{E4B2C16D-AAEE-4E86-8244-DA64AE3EBA0A}" presName="Name0" presStyleCnt="0">
        <dgm:presLayoutVars>
          <dgm:dir/>
          <dgm:resizeHandles val="exact"/>
        </dgm:presLayoutVars>
      </dgm:prSet>
      <dgm:spPr/>
    </dgm:pt>
    <dgm:pt modelId="{7555A36A-3F02-4C85-B152-D955F176E0EF}" type="pres">
      <dgm:prSet presAssocID="{A789A414-1AFC-46EE-A5A4-FA20A7B7150A}" presName="node" presStyleLbl="node1" presStyleIdx="0" presStyleCnt="3">
        <dgm:presLayoutVars>
          <dgm:bulletEnabled val="1"/>
        </dgm:presLayoutVars>
      </dgm:prSet>
      <dgm:spPr/>
    </dgm:pt>
    <dgm:pt modelId="{C0485606-AAD0-42C6-858B-BC9AB75CFE13}" type="pres">
      <dgm:prSet presAssocID="{A96BF30C-8577-4884-8FE4-2CA605F15107}" presName="sibTrans" presStyleLbl="sibTrans1D1" presStyleIdx="0" presStyleCnt="2"/>
      <dgm:spPr/>
    </dgm:pt>
    <dgm:pt modelId="{DF700F06-757E-4677-9AFC-0D0EFBB443F1}" type="pres">
      <dgm:prSet presAssocID="{A96BF30C-8577-4884-8FE4-2CA605F15107}" presName="connectorText" presStyleLbl="sibTrans1D1" presStyleIdx="0" presStyleCnt="2"/>
      <dgm:spPr/>
    </dgm:pt>
    <dgm:pt modelId="{A37B90F3-399A-4290-A052-673C09D1BAB2}" type="pres">
      <dgm:prSet presAssocID="{E4C0A64D-213D-4495-A55F-6F918DA6BF32}" presName="node" presStyleLbl="node1" presStyleIdx="1" presStyleCnt="3">
        <dgm:presLayoutVars>
          <dgm:bulletEnabled val="1"/>
        </dgm:presLayoutVars>
      </dgm:prSet>
      <dgm:spPr/>
    </dgm:pt>
    <dgm:pt modelId="{843FCDBD-C522-44C7-A1F2-059CA48E6702}" type="pres">
      <dgm:prSet presAssocID="{732F3426-0AF6-4C9A-A476-31C7DE429A71}" presName="sibTrans" presStyleLbl="sibTrans1D1" presStyleIdx="1" presStyleCnt="2"/>
      <dgm:spPr/>
    </dgm:pt>
    <dgm:pt modelId="{0542EF84-88F8-4D00-B0B9-701B8E80C59A}" type="pres">
      <dgm:prSet presAssocID="{732F3426-0AF6-4C9A-A476-31C7DE429A71}" presName="connectorText" presStyleLbl="sibTrans1D1" presStyleIdx="1" presStyleCnt="2"/>
      <dgm:spPr/>
    </dgm:pt>
    <dgm:pt modelId="{970F0AE2-08FA-4283-8316-6CFA97CC98C5}" type="pres">
      <dgm:prSet presAssocID="{D4AC3A4D-7B78-4786-B88C-37EB43F7D74E}" presName="node" presStyleLbl="node1" presStyleIdx="2" presStyleCnt="3">
        <dgm:presLayoutVars>
          <dgm:bulletEnabled val="1"/>
        </dgm:presLayoutVars>
      </dgm:prSet>
      <dgm:spPr/>
    </dgm:pt>
  </dgm:ptLst>
  <dgm:cxnLst>
    <dgm:cxn modelId="{CE5C9D18-9A4A-4500-A848-21D837666782}" srcId="{E4B2C16D-AAEE-4E86-8244-DA64AE3EBA0A}" destId="{D4AC3A4D-7B78-4786-B88C-37EB43F7D74E}" srcOrd="2" destOrd="0" parTransId="{4471F3CF-CFFF-462F-98F0-296BB8EE0F27}" sibTransId="{957B06C1-0D20-4097-848A-4834171A99C2}"/>
    <dgm:cxn modelId="{D53F9122-2A5F-4382-AFC3-089BA5D4DE23}" type="presOf" srcId="{E4C0A64D-213D-4495-A55F-6F918DA6BF32}" destId="{A37B90F3-399A-4290-A052-673C09D1BAB2}" srcOrd="0" destOrd="0" presId="urn:microsoft.com/office/officeart/2005/8/layout/bProcess3"/>
    <dgm:cxn modelId="{97851830-64F3-491B-AEF7-84870159850E}" type="presOf" srcId="{D4AC3A4D-7B78-4786-B88C-37EB43F7D74E}" destId="{970F0AE2-08FA-4283-8316-6CFA97CC98C5}" srcOrd="0" destOrd="0" presId="urn:microsoft.com/office/officeart/2005/8/layout/bProcess3"/>
    <dgm:cxn modelId="{B884AD39-B28E-4D83-99A4-E3E2398813E2}" type="presOf" srcId="{732F3426-0AF6-4C9A-A476-31C7DE429A71}" destId="{0542EF84-88F8-4D00-B0B9-701B8E80C59A}" srcOrd="1" destOrd="0" presId="urn:microsoft.com/office/officeart/2005/8/layout/bProcess3"/>
    <dgm:cxn modelId="{A7F6BE6D-31DE-44DE-9CC5-210F734B9E1B}" srcId="{E4B2C16D-AAEE-4E86-8244-DA64AE3EBA0A}" destId="{A789A414-1AFC-46EE-A5A4-FA20A7B7150A}" srcOrd="0" destOrd="0" parTransId="{BA7856F3-5AF5-4157-864E-1ACE85BCE2B7}" sibTransId="{A96BF30C-8577-4884-8FE4-2CA605F15107}"/>
    <dgm:cxn modelId="{97764155-1F57-4459-8D14-F4B0AFA0481A}" type="presOf" srcId="{A789A414-1AFC-46EE-A5A4-FA20A7B7150A}" destId="{7555A36A-3F02-4C85-B152-D955F176E0EF}" srcOrd="0" destOrd="0" presId="urn:microsoft.com/office/officeart/2005/8/layout/bProcess3"/>
    <dgm:cxn modelId="{ED345C9B-C5FE-4D0B-804A-BDD474F5DED3}" type="presOf" srcId="{732F3426-0AF6-4C9A-A476-31C7DE429A71}" destId="{843FCDBD-C522-44C7-A1F2-059CA48E6702}" srcOrd="0" destOrd="0" presId="urn:microsoft.com/office/officeart/2005/8/layout/bProcess3"/>
    <dgm:cxn modelId="{5FBEE6A9-7FFC-4CFE-8B4E-C9848315021B}" type="presOf" srcId="{E4B2C16D-AAEE-4E86-8244-DA64AE3EBA0A}" destId="{BBCD2277-1A7A-49D3-97BA-B20EB6CF907F}" srcOrd="0" destOrd="0" presId="urn:microsoft.com/office/officeart/2005/8/layout/bProcess3"/>
    <dgm:cxn modelId="{68F0DAD3-B65F-4F99-BDFE-F7301A940E5F}" srcId="{E4B2C16D-AAEE-4E86-8244-DA64AE3EBA0A}" destId="{E4C0A64D-213D-4495-A55F-6F918DA6BF32}" srcOrd="1" destOrd="0" parTransId="{CAC7D6A0-EB02-43C8-B75E-A07B78EA5B02}" sibTransId="{732F3426-0AF6-4C9A-A476-31C7DE429A71}"/>
    <dgm:cxn modelId="{8737E7ED-37B6-4A92-97B6-B32B5C9EADD8}" type="presOf" srcId="{A96BF30C-8577-4884-8FE4-2CA605F15107}" destId="{C0485606-AAD0-42C6-858B-BC9AB75CFE13}" srcOrd="0" destOrd="0" presId="urn:microsoft.com/office/officeart/2005/8/layout/bProcess3"/>
    <dgm:cxn modelId="{348241F5-F6A4-4B87-B3D9-A5FF4A4E313A}" type="presOf" srcId="{A96BF30C-8577-4884-8FE4-2CA605F15107}" destId="{DF700F06-757E-4677-9AFC-0D0EFBB443F1}" srcOrd="1" destOrd="0" presId="urn:microsoft.com/office/officeart/2005/8/layout/bProcess3"/>
    <dgm:cxn modelId="{FE77FF8B-FBFB-490C-A233-1C3D4D3E0B67}" type="presParOf" srcId="{BBCD2277-1A7A-49D3-97BA-B20EB6CF907F}" destId="{7555A36A-3F02-4C85-B152-D955F176E0EF}" srcOrd="0" destOrd="0" presId="urn:microsoft.com/office/officeart/2005/8/layout/bProcess3"/>
    <dgm:cxn modelId="{9849B9A1-F4CE-48AC-959A-E0684505A176}" type="presParOf" srcId="{BBCD2277-1A7A-49D3-97BA-B20EB6CF907F}" destId="{C0485606-AAD0-42C6-858B-BC9AB75CFE13}" srcOrd="1" destOrd="0" presId="urn:microsoft.com/office/officeart/2005/8/layout/bProcess3"/>
    <dgm:cxn modelId="{3D50C2A7-E223-4803-BE3D-F16A7BC97FEF}" type="presParOf" srcId="{C0485606-AAD0-42C6-858B-BC9AB75CFE13}" destId="{DF700F06-757E-4677-9AFC-0D0EFBB443F1}" srcOrd="0" destOrd="0" presId="urn:microsoft.com/office/officeart/2005/8/layout/bProcess3"/>
    <dgm:cxn modelId="{5B3CF83B-92C5-4F2B-9771-573DEE538E42}" type="presParOf" srcId="{BBCD2277-1A7A-49D3-97BA-B20EB6CF907F}" destId="{A37B90F3-399A-4290-A052-673C09D1BAB2}" srcOrd="2" destOrd="0" presId="urn:microsoft.com/office/officeart/2005/8/layout/bProcess3"/>
    <dgm:cxn modelId="{C1ED325D-A8D2-47C5-A8D0-1D250F72F5C7}" type="presParOf" srcId="{BBCD2277-1A7A-49D3-97BA-B20EB6CF907F}" destId="{843FCDBD-C522-44C7-A1F2-059CA48E6702}" srcOrd="3" destOrd="0" presId="urn:microsoft.com/office/officeart/2005/8/layout/bProcess3"/>
    <dgm:cxn modelId="{539DD5DE-D342-40F9-AD9C-7F9B4C4B4A29}" type="presParOf" srcId="{843FCDBD-C522-44C7-A1F2-059CA48E6702}" destId="{0542EF84-88F8-4D00-B0B9-701B8E80C59A}" srcOrd="0" destOrd="0" presId="urn:microsoft.com/office/officeart/2005/8/layout/bProcess3"/>
    <dgm:cxn modelId="{43495360-EDA6-4FAB-80AC-7450AADD2537}" type="presParOf" srcId="{BBCD2277-1A7A-49D3-97BA-B20EB6CF907F}" destId="{970F0AE2-08FA-4283-8316-6CFA97CC98C5}" srcOrd="4"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4B2C16D-AAEE-4E86-8244-DA64AE3EBA0A}" type="doc">
      <dgm:prSet loTypeId="urn:microsoft.com/office/officeart/2005/8/layout/bProcess3" loCatId="process" qsTypeId="urn:microsoft.com/office/officeart/2005/8/quickstyle/simple1" qsCatId="simple" csTypeId="urn:microsoft.com/office/officeart/2005/8/colors/accent1_3" csCatId="accent1" phldr="1"/>
      <dgm:spPr/>
      <dgm:t>
        <a:bodyPr/>
        <a:lstStyle/>
        <a:p>
          <a:endParaRPr lang="en-US"/>
        </a:p>
      </dgm:t>
    </dgm:pt>
    <dgm:pt modelId="{A789A414-1AFC-46EE-A5A4-FA20A7B7150A}">
      <dgm:prSet phldrT="[Text]"/>
      <dgm:spPr/>
      <dgm:t>
        <a:bodyPr/>
        <a:lstStyle/>
        <a:p>
          <a:r>
            <a:rPr lang="en-US" dirty="0"/>
            <a:t>Remove drive/connect to test system</a:t>
          </a:r>
        </a:p>
      </dgm:t>
    </dgm:pt>
    <dgm:pt modelId="{BA7856F3-5AF5-4157-864E-1ACE85BCE2B7}" type="parTrans" cxnId="{A7F6BE6D-31DE-44DE-9CC5-210F734B9E1B}">
      <dgm:prSet/>
      <dgm:spPr/>
      <dgm:t>
        <a:bodyPr/>
        <a:lstStyle/>
        <a:p>
          <a:endParaRPr lang="en-US"/>
        </a:p>
      </dgm:t>
    </dgm:pt>
    <dgm:pt modelId="{A96BF30C-8577-4884-8FE4-2CA605F15107}" type="sibTrans" cxnId="{A7F6BE6D-31DE-44DE-9CC5-210F734B9E1B}">
      <dgm:prSet/>
      <dgm:spPr/>
      <dgm:t>
        <a:bodyPr/>
        <a:lstStyle/>
        <a:p>
          <a:endParaRPr lang="en-US" dirty="0"/>
        </a:p>
      </dgm:t>
    </dgm:pt>
    <dgm:pt modelId="{E4C0A64D-213D-4495-A55F-6F918DA6BF32}">
      <dgm:prSet phldrT="[Text]"/>
      <dgm:spPr/>
      <dgm:t>
        <a:bodyPr/>
        <a:lstStyle/>
        <a:p>
          <a:r>
            <a:rPr lang="en-US" dirty="0"/>
            <a:t>Boot test system</a:t>
          </a:r>
        </a:p>
      </dgm:t>
    </dgm:pt>
    <dgm:pt modelId="{CAC7D6A0-EB02-43C8-B75E-A07B78EA5B02}" type="parTrans" cxnId="{68F0DAD3-B65F-4F99-BDFE-F7301A940E5F}">
      <dgm:prSet/>
      <dgm:spPr/>
      <dgm:t>
        <a:bodyPr/>
        <a:lstStyle/>
        <a:p>
          <a:endParaRPr lang="en-US"/>
        </a:p>
      </dgm:t>
    </dgm:pt>
    <dgm:pt modelId="{732F3426-0AF6-4C9A-A476-31C7DE429A71}" type="sibTrans" cxnId="{68F0DAD3-B65F-4F99-BDFE-F7301A940E5F}">
      <dgm:prSet/>
      <dgm:spPr/>
      <dgm:t>
        <a:bodyPr/>
        <a:lstStyle/>
        <a:p>
          <a:endParaRPr lang="en-US" dirty="0"/>
        </a:p>
      </dgm:t>
    </dgm:pt>
    <dgm:pt modelId="{D4AC3A4D-7B78-4786-B88C-37EB43F7D74E}">
      <dgm:prSet phldrT="[Text]"/>
      <dgm:spPr/>
      <dgm:t>
        <a:bodyPr/>
        <a:lstStyle/>
        <a:p>
          <a:r>
            <a:rPr lang="en-US" dirty="0"/>
            <a:t>Drive not recognized?</a:t>
          </a:r>
        </a:p>
      </dgm:t>
    </dgm:pt>
    <dgm:pt modelId="{4471F3CF-CFFF-462F-98F0-296BB8EE0F27}" type="parTrans" cxnId="{CE5C9D18-9A4A-4500-A848-21D837666782}">
      <dgm:prSet/>
      <dgm:spPr/>
      <dgm:t>
        <a:bodyPr/>
        <a:lstStyle/>
        <a:p>
          <a:endParaRPr lang="en-US"/>
        </a:p>
      </dgm:t>
    </dgm:pt>
    <dgm:pt modelId="{957B06C1-0D20-4097-848A-4834171A99C2}" type="sibTrans" cxnId="{CE5C9D18-9A4A-4500-A848-21D837666782}">
      <dgm:prSet/>
      <dgm:spPr/>
      <dgm:t>
        <a:bodyPr/>
        <a:lstStyle/>
        <a:p>
          <a:endParaRPr lang="en-US" dirty="0"/>
        </a:p>
      </dgm:t>
    </dgm:pt>
    <dgm:pt modelId="{9DEC92A6-5C06-4716-8D51-0530330111F3}">
      <dgm:prSet phldrT="[Text]"/>
      <dgm:spPr/>
      <dgm:t>
        <a:bodyPr/>
        <a:lstStyle/>
        <a:p>
          <a:r>
            <a:rPr lang="en-US" dirty="0"/>
            <a:t>Perform repair</a:t>
          </a:r>
        </a:p>
      </dgm:t>
    </dgm:pt>
    <dgm:pt modelId="{B1BFFAAF-7E18-469A-836B-C1CEF03248ED}" type="parTrans" cxnId="{A93AC822-5B68-40E8-A1DA-9DAC3587B190}">
      <dgm:prSet/>
      <dgm:spPr/>
      <dgm:t>
        <a:bodyPr/>
        <a:lstStyle/>
        <a:p>
          <a:endParaRPr lang="en-US"/>
        </a:p>
      </dgm:t>
    </dgm:pt>
    <dgm:pt modelId="{8E9A5A26-6ACF-4727-A9D0-A9D1D7083C27}" type="sibTrans" cxnId="{A93AC822-5B68-40E8-A1DA-9DAC3587B190}">
      <dgm:prSet/>
      <dgm:spPr/>
      <dgm:t>
        <a:bodyPr/>
        <a:lstStyle/>
        <a:p>
          <a:endParaRPr lang="en-US" dirty="0"/>
        </a:p>
      </dgm:t>
    </dgm:pt>
    <dgm:pt modelId="{669B624F-6C3D-4362-B868-D00924B6B0D0}">
      <dgm:prSet phldrT="[Text]"/>
      <dgm:spPr/>
      <dgm:t>
        <a:bodyPr/>
        <a:lstStyle/>
        <a:p>
          <a:r>
            <a:rPr lang="en-US" dirty="0"/>
            <a:t>Image drive content</a:t>
          </a:r>
        </a:p>
      </dgm:t>
    </dgm:pt>
    <dgm:pt modelId="{820B074D-FA46-4C5A-8328-C4C04ECF373C}" type="parTrans" cxnId="{D3CAB5E0-7F88-475F-8552-A45A6B6D689E}">
      <dgm:prSet/>
      <dgm:spPr/>
      <dgm:t>
        <a:bodyPr/>
        <a:lstStyle/>
        <a:p>
          <a:endParaRPr lang="en-US"/>
        </a:p>
      </dgm:t>
    </dgm:pt>
    <dgm:pt modelId="{A5D1D919-E896-4B07-9818-FE98FA3F09D2}" type="sibTrans" cxnId="{D3CAB5E0-7F88-475F-8552-A45A6B6D689E}">
      <dgm:prSet/>
      <dgm:spPr/>
      <dgm:t>
        <a:bodyPr/>
        <a:lstStyle/>
        <a:p>
          <a:endParaRPr lang="en-US"/>
        </a:p>
      </dgm:t>
    </dgm:pt>
    <dgm:pt modelId="{BBCD2277-1A7A-49D3-97BA-B20EB6CF907F}" type="pres">
      <dgm:prSet presAssocID="{E4B2C16D-AAEE-4E86-8244-DA64AE3EBA0A}" presName="Name0" presStyleCnt="0">
        <dgm:presLayoutVars>
          <dgm:dir/>
          <dgm:resizeHandles val="exact"/>
        </dgm:presLayoutVars>
      </dgm:prSet>
      <dgm:spPr/>
    </dgm:pt>
    <dgm:pt modelId="{7555A36A-3F02-4C85-B152-D955F176E0EF}" type="pres">
      <dgm:prSet presAssocID="{A789A414-1AFC-46EE-A5A4-FA20A7B7150A}" presName="node" presStyleLbl="node1" presStyleIdx="0" presStyleCnt="5">
        <dgm:presLayoutVars>
          <dgm:bulletEnabled val="1"/>
        </dgm:presLayoutVars>
      </dgm:prSet>
      <dgm:spPr/>
    </dgm:pt>
    <dgm:pt modelId="{C0485606-AAD0-42C6-858B-BC9AB75CFE13}" type="pres">
      <dgm:prSet presAssocID="{A96BF30C-8577-4884-8FE4-2CA605F15107}" presName="sibTrans" presStyleLbl="sibTrans1D1" presStyleIdx="0" presStyleCnt="4"/>
      <dgm:spPr/>
    </dgm:pt>
    <dgm:pt modelId="{DF700F06-757E-4677-9AFC-0D0EFBB443F1}" type="pres">
      <dgm:prSet presAssocID="{A96BF30C-8577-4884-8FE4-2CA605F15107}" presName="connectorText" presStyleLbl="sibTrans1D1" presStyleIdx="0" presStyleCnt="4"/>
      <dgm:spPr/>
    </dgm:pt>
    <dgm:pt modelId="{A37B90F3-399A-4290-A052-673C09D1BAB2}" type="pres">
      <dgm:prSet presAssocID="{E4C0A64D-213D-4495-A55F-6F918DA6BF32}" presName="node" presStyleLbl="node1" presStyleIdx="1" presStyleCnt="5">
        <dgm:presLayoutVars>
          <dgm:bulletEnabled val="1"/>
        </dgm:presLayoutVars>
      </dgm:prSet>
      <dgm:spPr/>
    </dgm:pt>
    <dgm:pt modelId="{843FCDBD-C522-44C7-A1F2-059CA48E6702}" type="pres">
      <dgm:prSet presAssocID="{732F3426-0AF6-4C9A-A476-31C7DE429A71}" presName="sibTrans" presStyleLbl="sibTrans1D1" presStyleIdx="1" presStyleCnt="4"/>
      <dgm:spPr/>
    </dgm:pt>
    <dgm:pt modelId="{0542EF84-88F8-4D00-B0B9-701B8E80C59A}" type="pres">
      <dgm:prSet presAssocID="{732F3426-0AF6-4C9A-A476-31C7DE429A71}" presName="connectorText" presStyleLbl="sibTrans1D1" presStyleIdx="1" presStyleCnt="4"/>
      <dgm:spPr/>
    </dgm:pt>
    <dgm:pt modelId="{970F0AE2-08FA-4283-8316-6CFA97CC98C5}" type="pres">
      <dgm:prSet presAssocID="{D4AC3A4D-7B78-4786-B88C-37EB43F7D74E}" presName="node" presStyleLbl="node1" presStyleIdx="2" presStyleCnt="5">
        <dgm:presLayoutVars>
          <dgm:bulletEnabled val="1"/>
        </dgm:presLayoutVars>
      </dgm:prSet>
      <dgm:spPr/>
    </dgm:pt>
    <dgm:pt modelId="{BC740966-7F90-4A55-8342-BEC494AE3A32}" type="pres">
      <dgm:prSet presAssocID="{957B06C1-0D20-4097-848A-4834171A99C2}" presName="sibTrans" presStyleLbl="sibTrans1D1" presStyleIdx="2" presStyleCnt="4"/>
      <dgm:spPr/>
    </dgm:pt>
    <dgm:pt modelId="{B413DA5B-EAFF-49E3-88E3-55EA4BAC4E28}" type="pres">
      <dgm:prSet presAssocID="{957B06C1-0D20-4097-848A-4834171A99C2}" presName="connectorText" presStyleLbl="sibTrans1D1" presStyleIdx="2" presStyleCnt="4"/>
      <dgm:spPr/>
    </dgm:pt>
    <dgm:pt modelId="{41E413E2-B084-4F60-9EF7-7DEE26902F60}" type="pres">
      <dgm:prSet presAssocID="{9DEC92A6-5C06-4716-8D51-0530330111F3}" presName="node" presStyleLbl="node1" presStyleIdx="3" presStyleCnt="5">
        <dgm:presLayoutVars>
          <dgm:bulletEnabled val="1"/>
        </dgm:presLayoutVars>
      </dgm:prSet>
      <dgm:spPr/>
    </dgm:pt>
    <dgm:pt modelId="{6C04BC7F-EDCC-44E5-B40B-72AA834E1C1E}" type="pres">
      <dgm:prSet presAssocID="{8E9A5A26-6ACF-4727-A9D0-A9D1D7083C27}" presName="sibTrans" presStyleLbl="sibTrans1D1" presStyleIdx="3" presStyleCnt="4"/>
      <dgm:spPr/>
    </dgm:pt>
    <dgm:pt modelId="{9227C010-F2D4-4ACB-A7C0-2D6C540E246E}" type="pres">
      <dgm:prSet presAssocID="{8E9A5A26-6ACF-4727-A9D0-A9D1D7083C27}" presName="connectorText" presStyleLbl="sibTrans1D1" presStyleIdx="3" presStyleCnt="4"/>
      <dgm:spPr/>
    </dgm:pt>
    <dgm:pt modelId="{B47A94FD-21EA-4574-9D22-D98B04BF06AC}" type="pres">
      <dgm:prSet presAssocID="{669B624F-6C3D-4362-B868-D00924B6B0D0}" presName="node" presStyleLbl="node1" presStyleIdx="4" presStyleCnt="5">
        <dgm:presLayoutVars>
          <dgm:bulletEnabled val="1"/>
        </dgm:presLayoutVars>
      </dgm:prSet>
      <dgm:spPr/>
    </dgm:pt>
  </dgm:ptLst>
  <dgm:cxnLst>
    <dgm:cxn modelId="{CE5C9D18-9A4A-4500-A848-21D837666782}" srcId="{E4B2C16D-AAEE-4E86-8244-DA64AE3EBA0A}" destId="{D4AC3A4D-7B78-4786-B88C-37EB43F7D74E}" srcOrd="2" destOrd="0" parTransId="{4471F3CF-CFFF-462F-98F0-296BB8EE0F27}" sibTransId="{957B06C1-0D20-4097-848A-4834171A99C2}"/>
    <dgm:cxn modelId="{94F56020-1035-4A79-AE47-5B1CEF075658}" type="presOf" srcId="{9DEC92A6-5C06-4716-8D51-0530330111F3}" destId="{41E413E2-B084-4F60-9EF7-7DEE26902F60}" srcOrd="0" destOrd="0" presId="urn:microsoft.com/office/officeart/2005/8/layout/bProcess3"/>
    <dgm:cxn modelId="{A93AC822-5B68-40E8-A1DA-9DAC3587B190}" srcId="{E4B2C16D-AAEE-4E86-8244-DA64AE3EBA0A}" destId="{9DEC92A6-5C06-4716-8D51-0530330111F3}" srcOrd="3" destOrd="0" parTransId="{B1BFFAAF-7E18-469A-836B-C1CEF03248ED}" sibTransId="{8E9A5A26-6ACF-4727-A9D0-A9D1D7083C27}"/>
    <dgm:cxn modelId="{089EB226-33A1-4621-9F67-1A97D5A6D2CC}" type="presOf" srcId="{E4B2C16D-AAEE-4E86-8244-DA64AE3EBA0A}" destId="{BBCD2277-1A7A-49D3-97BA-B20EB6CF907F}" srcOrd="0" destOrd="0" presId="urn:microsoft.com/office/officeart/2005/8/layout/bProcess3"/>
    <dgm:cxn modelId="{B4183760-E1D0-4BF6-AE06-A38DB3ACB2CB}" type="presOf" srcId="{8E9A5A26-6ACF-4727-A9D0-A9D1D7083C27}" destId="{6C04BC7F-EDCC-44E5-B40B-72AA834E1C1E}" srcOrd="0" destOrd="0" presId="urn:microsoft.com/office/officeart/2005/8/layout/bProcess3"/>
    <dgm:cxn modelId="{59D00264-6CA9-4666-B10F-B6840BCABCF9}" type="presOf" srcId="{A789A414-1AFC-46EE-A5A4-FA20A7B7150A}" destId="{7555A36A-3F02-4C85-B152-D955F176E0EF}" srcOrd="0" destOrd="0" presId="urn:microsoft.com/office/officeart/2005/8/layout/bProcess3"/>
    <dgm:cxn modelId="{A7F6BE6D-31DE-44DE-9CC5-210F734B9E1B}" srcId="{E4B2C16D-AAEE-4E86-8244-DA64AE3EBA0A}" destId="{A789A414-1AFC-46EE-A5A4-FA20A7B7150A}" srcOrd="0" destOrd="0" parTransId="{BA7856F3-5AF5-4157-864E-1ACE85BCE2B7}" sibTransId="{A96BF30C-8577-4884-8FE4-2CA605F15107}"/>
    <dgm:cxn modelId="{CE11918B-FF08-4A77-9583-0A94B445BC12}" type="presOf" srcId="{E4C0A64D-213D-4495-A55F-6F918DA6BF32}" destId="{A37B90F3-399A-4290-A052-673C09D1BAB2}" srcOrd="0" destOrd="0" presId="urn:microsoft.com/office/officeart/2005/8/layout/bProcess3"/>
    <dgm:cxn modelId="{D05CA990-1178-4F64-8568-B92F1F6532B6}" type="presOf" srcId="{732F3426-0AF6-4C9A-A476-31C7DE429A71}" destId="{0542EF84-88F8-4D00-B0B9-701B8E80C59A}" srcOrd="1" destOrd="0" presId="urn:microsoft.com/office/officeart/2005/8/layout/bProcess3"/>
    <dgm:cxn modelId="{A576E7A7-FB1A-4A0D-A801-93409217AB82}" type="presOf" srcId="{A96BF30C-8577-4884-8FE4-2CA605F15107}" destId="{DF700F06-757E-4677-9AFC-0D0EFBB443F1}" srcOrd="1" destOrd="0" presId="urn:microsoft.com/office/officeart/2005/8/layout/bProcess3"/>
    <dgm:cxn modelId="{BFF3F8B9-F9AD-4FC5-AE04-0DC4B9D69589}" type="presOf" srcId="{957B06C1-0D20-4097-848A-4834171A99C2}" destId="{BC740966-7F90-4A55-8342-BEC494AE3A32}" srcOrd="0" destOrd="0" presId="urn:microsoft.com/office/officeart/2005/8/layout/bProcess3"/>
    <dgm:cxn modelId="{175285BF-1B9D-4867-8DBC-17AD507451D2}" type="presOf" srcId="{8E9A5A26-6ACF-4727-A9D0-A9D1D7083C27}" destId="{9227C010-F2D4-4ACB-A7C0-2D6C540E246E}" srcOrd="1" destOrd="0" presId="urn:microsoft.com/office/officeart/2005/8/layout/bProcess3"/>
    <dgm:cxn modelId="{8EB59FCD-429D-498B-9A66-78FD2382FBA1}" type="presOf" srcId="{732F3426-0AF6-4C9A-A476-31C7DE429A71}" destId="{843FCDBD-C522-44C7-A1F2-059CA48E6702}" srcOrd="0" destOrd="0" presId="urn:microsoft.com/office/officeart/2005/8/layout/bProcess3"/>
    <dgm:cxn modelId="{68F0DAD3-B65F-4F99-BDFE-F7301A940E5F}" srcId="{E4B2C16D-AAEE-4E86-8244-DA64AE3EBA0A}" destId="{E4C0A64D-213D-4495-A55F-6F918DA6BF32}" srcOrd="1" destOrd="0" parTransId="{CAC7D6A0-EB02-43C8-B75E-A07B78EA5B02}" sibTransId="{732F3426-0AF6-4C9A-A476-31C7DE429A71}"/>
    <dgm:cxn modelId="{D69FA8D5-72E6-431E-BAF5-BBD50D09C558}" type="presOf" srcId="{957B06C1-0D20-4097-848A-4834171A99C2}" destId="{B413DA5B-EAFF-49E3-88E3-55EA4BAC4E28}" srcOrd="1" destOrd="0" presId="urn:microsoft.com/office/officeart/2005/8/layout/bProcess3"/>
    <dgm:cxn modelId="{5CB368D7-3E67-4594-8038-5FF64B275070}" type="presOf" srcId="{D4AC3A4D-7B78-4786-B88C-37EB43F7D74E}" destId="{970F0AE2-08FA-4283-8316-6CFA97CC98C5}" srcOrd="0" destOrd="0" presId="urn:microsoft.com/office/officeart/2005/8/layout/bProcess3"/>
    <dgm:cxn modelId="{F0535DDB-F189-4378-85DD-F3F56367E73E}" type="presOf" srcId="{669B624F-6C3D-4362-B868-D00924B6B0D0}" destId="{B47A94FD-21EA-4574-9D22-D98B04BF06AC}" srcOrd="0" destOrd="0" presId="urn:microsoft.com/office/officeart/2005/8/layout/bProcess3"/>
    <dgm:cxn modelId="{D3CAB5E0-7F88-475F-8552-A45A6B6D689E}" srcId="{E4B2C16D-AAEE-4E86-8244-DA64AE3EBA0A}" destId="{669B624F-6C3D-4362-B868-D00924B6B0D0}" srcOrd="4" destOrd="0" parTransId="{820B074D-FA46-4C5A-8328-C4C04ECF373C}" sibTransId="{A5D1D919-E896-4B07-9818-FE98FA3F09D2}"/>
    <dgm:cxn modelId="{59D2DAE2-4B19-4D2F-B927-4D3BE86241D5}" type="presOf" srcId="{A96BF30C-8577-4884-8FE4-2CA605F15107}" destId="{C0485606-AAD0-42C6-858B-BC9AB75CFE13}" srcOrd="0" destOrd="0" presId="urn:microsoft.com/office/officeart/2005/8/layout/bProcess3"/>
    <dgm:cxn modelId="{5ED03D0D-5F07-4E82-9A1D-19FD5C9D240D}" type="presParOf" srcId="{BBCD2277-1A7A-49D3-97BA-B20EB6CF907F}" destId="{7555A36A-3F02-4C85-B152-D955F176E0EF}" srcOrd="0" destOrd="0" presId="urn:microsoft.com/office/officeart/2005/8/layout/bProcess3"/>
    <dgm:cxn modelId="{0BB5CFAB-5A12-40B8-AB26-116215296B9E}" type="presParOf" srcId="{BBCD2277-1A7A-49D3-97BA-B20EB6CF907F}" destId="{C0485606-AAD0-42C6-858B-BC9AB75CFE13}" srcOrd="1" destOrd="0" presId="urn:microsoft.com/office/officeart/2005/8/layout/bProcess3"/>
    <dgm:cxn modelId="{92F48DBC-6333-40A7-9677-91E12700184B}" type="presParOf" srcId="{C0485606-AAD0-42C6-858B-BC9AB75CFE13}" destId="{DF700F06-757E-4677-9AFC-0D0EFBB443F1}" srcOrd="0" destOrd="0" presId="urn:microsoft.com/office/officeart/2005/8/layout/bProcess3"/>
    <dgm:cxn modelId="{5F42621E-87B5-470E-B822-ECED99470303}" type="presParOf" srcId="{BBCD2277-1A7A-49D3-97BA-B20EB6CF907F}" destId="{A37B90F3-399A-4290-A052-673C09D1BAB2}" srcOrd="2" destOrd="0" presId="urn:microsoft.com/office/officeart/2005/8/layout/bProcess3"/>
    <dgm:cxn modelId="{DF08E6FA-D7BD-4FB8-9611-DF896A3D64B8}" type="presParOf" srcId="{BBCD2277-1A7A-49D3-97BA-B20EB6CF907F}" destId="{843FCDBD-C522-44C7-A1F2-059CA48E6702}" srcOrd="3" destOrd="0" presId="urn:microsoft.com/office/officeart/2005/8/layout/bProcess3"/>
    <dgm:cxn modelId="{0C1DFB54-AF37-44FA-958F-BE400E2DBF3A}" type="presParOf" srcId="{843FCDBD-C522-44C7-A1F2-059CA48E6702}" destId="{0542EF84-88F8-4D00-B0B9-701B8E80C59A}" srcOrd="0" destOrd="0" presId="urn:microsoft.com/office/officeart/2005/8/layout/bProcess3"/>
    <dgm:cxn modelId="{AC358A3C-E693-4DBE-B056-FA1CC8E3B863}" type="presParOf" srcId="{BBCD2277-1A7A-49D3-97BA-B20EB6CF907F}" destId="{970F0AE2-08FA-4283-8316-6CFA97CC98C5}" srcOrd="4" destOrd="0" presId="urn:microsoft.com/office/officeart/2005/8/layout/bProcess3"/>
    <dgm:cxn modelId="{DFD976DF-23E7-4452-AA18-E987648D6333}" type="presParOf" srcId="{BBCD2277-1A7A-49D3-97BA-B20EB6CF907F}" destId="{BC740966-7F90-4A55-8342-BEC494AE3A32}" srcOrd="5" destOrd="0" presId="urn:microsoft.com/office/officeart/2005/8/layout/bProcess3"/>
    <dgm:cxn modelId="{2C8C3CF2-D13F-45CA-B431-8A96EDD19C57}" type="presParOf" srcId="{BC740966-7F90-4A55-8342-BEC494AE3A32}" destId="{B413DA5B-EAFF-49E3-88E3-55EA4BAC4E28}" srcOrd="0" destOrd="0" presId="urn:microsoft.com/office/officeart/2005/8/layout/bProcess3"/>
    <dgm:cxn modelId="{3167815E-4100-4BC4-8711-F1B59E854DA9}" type="presParOf" srcId="{BBCD2277-1A7A-49D3-97BA-B20EB6CF907F}" destId="{41E413E2-B084-4F60-9EF7-7DEE26902F60}" srcOrd="6" destOrd="0" presId="urn:microsoft.com/office/officeart/2005/8/layout/bProcess3"/>
    <dgm:cxn modelId="{AB1FE329-8449-4C3C-A65B-227681F38247}" type="presParOf" srcId="{BBCD2277-1A7A-49D3-97BA-B20EB6CF907F}" destId="{6C04BC7F-EDCC-44E5-B40B-72AA834E1C1E}" srcOrd="7" destOrd="0" presId="urn:microsoft.com/office/officeart/2005/8/layout/bProcess3"/>
    <dgm:cxn modelId="{2AADCDE4-1C04-4150-A399-0C6C62EACB5E}" type="presParOf" srcId="{6C04BC7F-EDCC-44E5-B40B-72AA834E1C1E}" destId="{9227C010-F2D4-4ACB-A7C0-2D6C540E246E}" srcOrd="0" destOrd="0" presId="urn:microsoft.com/office/officeart/2005/8/layout/bProcess3"/>
    <dgm:cxn modelId="{4AAF817D-1CCE-40CD-94FB-B9EDE3D5F896}" type="presParOf" srcId="{BBCD2277-1A7A-49D3-97BA-B20EB6CF907F}" destId="{B47A94FD-21EA-4574-9D22-D98B04BF06AC}" srcOrd="8"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CA90578-FC6F-4CDE-8131-955918F9DA3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AEEF6837-5089-420B-9C1D-DCD563BBEA98}">
      <dgm:prSet phldrT="[Text]"/>
      <dgm:spPr/>
      <dgm:t>
        <a:bodyPr/>
        <a:lstStyle/>
        <a:p>
          <a:r>
            <a:rPr lang="en-US" dirty="0"/>
            <a:t>Replace printed circuit board</a:t>
          </a:r>
        </a:p>
      </dgm:t>
    </dgm:pt>
    <dgm:pt modelId="{F44666F8-4DB9-433D-8E5B-4AF6505CE980}" type="parTrans" cxnId="{67580BB2-6B7F-4352-B697-B861AEB81969}">
      <dgm:prSet/>
      <dgm:spPr/>
      <dgm:t>
        <a:bodyPr/>
        <a:lstStyle/>
        <a:p>
          <a:endParaRPr lang="en-US"/>
        </a:p>
      </dgm:t>
    </dgm:pt>
    <dgm:pt modelId="{58C368C2-088C-468C-AEE1-A2A36F5314CC}" type="sibTrans" cxnId="{67580BB2-6B7F-4352-B697-B861AEB81969}">
      <dgm:prSet/>
      <dgm:spPr/>
      <dgm:t>
        <a:bodyPr/>
        <a:lstStyle/>
        <a:p>
          <a:endParaRPr lang="en-US"/>
        </a:p>
      </dgm:t>
    </dgm:pt>
    <dgm:pt modelId="{3584F3A3-1F35-40B8-9A03-4AEA5AA1C9C1}">
      <dgm:prSet phldrT="[Text]"/>
      <dgm:spPr/>
      <dgm:t>
        <a:bodyPr/>
        <a:lstStyle/>
        <a:p>
          <a:r>
            <a:rPr lang="en-US" dirty="0"/>
            <a:t>Replace read/write head assembly</a:t>
          </a:r>
        </a:p>
      </dgm:t>
    </dgm:pt>
    <dgm:pt modelId="{0EC97DF5-D69B-4A91-AF68-D4A71F4C4EEB}" type="parTrans" cxnId="{AC6641C4-BAC5-4D75-8B6A-07EB8152CC24}">
      <dgm:prSet/>
      <dgm:spPr/>
      <dgm:t>
        <a:bodyPr/>
        <a:lstStyle/>
        <a:p>
          <a:endParaRPr lang="en-US"/>
        </a:p>
      </dgm:t>
    </dgm:pt>
    <dgm:pt modelId="{AD2C4AE0-9D38-4B33-83BE-92D17FEB6D44}" type="sibTrans" cxnId="{AC6641C4-BAC5-4D75-8B6A-07EB8152CC24}">
      <dgm:prSet/>
      <dgm:spPr/>
      <dgm:t>
        <a:bodyPr/>
        <a:lstStyle/>
        <a:p>
          <a:endParaRPr lang="en-US"/>
        </a:p>
      </dgm:t>
    </dgm:pt>
    <dgm:pt modelId="{6CCF5984-A71C-475D-9EE2-B6FF043FFA3A}">
      <dgm:prSet phldrT="[Text]"/>
      <dgm:spPr/>
      <dgm:t>
        <a:bodyPr/>
        <a:lstStyle/>
        <a:p>
          <a:r>
            <a:rPr lang="en-US" dirty="0"/>
            <a:t>Transfer disk platters to healthy drive</a:t>
          </a:r>
        </a:p>
      </dgm:t>
    </dgm:pt>
    <dgm:pt modelId="{15000D13-135B-4533-934A-14FDA7F1D162}" type="parTrans" cxnId="{2482778F-1CD6-4DC6-9742-9EA4C392F7AC}">
      <dgm:prSet/>
      <dgm:spPr/>
      <dgm:t>
        <a:bodyPr/>
        <a:lstStyle/>
        <a:p>
          <a:endParaRPr lang="en-US"/>
        </a:p>
      </dgm:t>
    </dgm:pt>
    <dgm:pt modelId="{F6023F1F-2C1A-4A5C-B1A1-6701EBB99C20}" type="sibTrans" cxnId="{2482778F-1CD6-4DC6-9742-9EA4C392F7AC}">
      <dgm:prSet/>
      <dgm:spPr/>
      <dgm:t>
        <a:bodyPr/>
        <a:lstStyle/>
        <a:p>
          <a:endParaRPr lang="en-US"/>
        </a:p>
      </dgm:t>
    </dgm:pt>
    <dgm:pt modelId="{06BC9E2C-FAE2-455C-81FE-824B0269FF6A}" type="pres">
      <dgm:prSet presAssocID="{8CA90578-FC6F-4CDE-8131-955918F9DA3E}" presName="linear" presStyleCnt="0">
        <dgm:presLayoutVars>
          <dgm:dir/>
          <dgm:animLvl val="lvl"/>
          <dgm:resizeHandles val="exact"/>
        </dgm:presLayoutVars>
      </dgm:prSet>
      <dgm:spPr/>
    </dgm:pt>
    <dgm:pt modelId="{DD8ABD13-1645-4468-AE3E-C3B209C854ED}" type="pres">
      <dgm:prSet presAssocID="{AEEF6837-5089-420B-9C1D-DCD563BBEA98}" presName="parentLin" presStyleCnt="0"/>
      <dgm:spPr/>
    </dgm:pt>
    <dgm:pt modelId="{83377B73-DC42-4250-95B8-6FB25D9EF136}" type="pres">
      <dgm:prSet presAssocID="{AEEF6837-5089-420B-9C1D-DCD563BBEA98}" presName="parentLeftMargin" presStyleLbl="node1" presStyleIdx="0" presStyleCnt="3"/>
      <dgm:spPr/>
    </dgm:pt>
    <dgm:pt modelId="{B0522293-204A-4AD0-B5AC-9C050A9C090E}" type="pres">
      <dgm:prSet presAssocID="{AEEF6837-5089-420B-9C1D-DCD563BBEA98}" presName="parentText" presStyleLbl="node1" presStyleIdx="0" presStyleCnt="3">
        <dgm:presLayoutVars>
          <dgm:chMax val="0"/>
          <dgm:bulletEnabled val="1"/>
        </dgm:presLayoutVars>
      </dgm:prSet>
      <dgm:spPr/>
    </dgm:pt>
    <dgm:pt modelId="{71ADDB35-2FA7-4754-B7AE-E8591C143130}" type="pres">
      <dgm:prSet presAssocID="{AEEF6837-5089-420B-9C1D-DCD563BBEA98}" presName="negativeSpace" presStyleCnt="0"/>
      <dgm:spPr/>
    </dgm:pt>
    <dgm:pt modelId="{EF403D02-9027-4212-AC33-2A6E8535DF19}" type="pres">
      <dgm:prSet presAssocID="{AEEF6837-5089-420B-9C1D-DCD563BBEA98}" presName="childText" presStyleLbl="conFgAcc1" presStyleIdx="0" presStyleCnt="3">
        <dgm:presLayoutVars>
          <dgm:bulletEnabled val="1"/>
        </dgm:presLayoutVars>
      </dgm:prSet>
      <dgm:spPr/>
    </dgm:pt>
    <dgm:pt modelId="{14B9613E-1BE3-43C4-832A-AC65A97139B2}" type="pres">
      <dgm:prSet presAssocID="{58C368C2-088C-468C-AEE1-A2A36F5314CC}" presName="spaceBetweenRectangles" presStyleCnt="0"/>
      <dgm:spPr/>
    </dgm:pt>
    <dgm:pt modelId="{B43A3246-1688-4F2A-A5D7-96248C23D083}" type="pres">
      <dgm:prSet presAssocID="{3584F3A3-1F35-40B8-9A03-4AEA5AA1C9C1}" presName="parentLin" presStyleCnt="0"/>
      <dgm:spPr/>
    </dgm:pt>
    <dgm:pt modelId="{616495A4-2F11-4378-9F13-FA1852A09BBD}" type="pres">
      <dgm:prSet presAssocID="{3584F3A3-1F35-40B8-9A03-4AEA5AA1C9C1}" presName="parentLeftMargin" presStyleLbl="node1" presStyleIdx="0" presStyleCnt="3"/>
      <dgm:spPr/>
    </dgm:pt>
    <dgm:pt modelId="{9C77314F-97B5-4EB2-8440-7A923620D9E1}" type="pres">
      <dgm:prSet presAssocID="{3584F3A3-1F35-40B8-9A03-4AEA5AA1C9C1}" presName="parentText" presStyleLbl="node1" presStyleIdx="1" presStyleCnt="3">
        <dgm:presLayoutVars>
          <dgm:chMax val="0"/>
          <dgm:bulletEnabled val="1"/>
        </dgm:presLayoutVars>
      </dgm:prSet>
      <dgm:spPr/>
    </dgm:pt>
    <dgm:pt modelId="{0E7C0FA7-126F-454B-80D1-5B4FB8FBCCC3}" type="pres">
      <dgm:prSet presAssocID="{3584F3A3-1F35-40B8-9A03-4AEA5AA1C9C1}" presName="negativeSpace" presStyleCnt="0"/>
      <dgm:spPr/>
    </dgm:pt>
    <dgm:pt modelId="{A5A52890-7CBA-42D2-90D7-010F0FAFD9AF}" type="pres">
      <dgm:prSet presAssocID="{3584F3A3-1F35-40B8-9A03-4AEA5AA1C9C1}" presName="childText" presStyleLbl="conFgAcc1" presStyleIdx="1" presStyleCnt="3">
        <dgm:presLayoutVars>
          <dgm:bulletEnabled val="1"/>
        </dgm:presLayoutVars>
      </dgm:prSet>
      <dgm:spPr/>
    </dgm:pt>
    <dgm:pt modelId="{37D3E869-EBB5-47D5-9A85-26C577E1C9BA}" type="pres">
      <dgm:prSet presAssocID="{AD2C4AE0-9D38-4B33-83BE-92D17FEB6D44}" presName="spaceBetweenRectangles" presStyleCnt="0"/>
      <dgm:spPr/>
    </dgm:pt>
    <dgm:pt modelId="{DA486DFD-51A7-4138-A541-9464AA1DDE51}" type="pres">
      <dgm:prSet presAssocID="{6CCF5984-A71C-475D-9EE2-B6FF043FFA3A}" presName="parentLin" presStyleCnt="0"/>
      <dgm:spPr/>
    </dgm:pt>
    <dgm:pt modelId="{709BD8ED-F1DB-4C5D-BAA7-3954D27E80C8}" type="pres">
      <dgm:prSet presAssocID="{6CCF5984-A71C-475D-9EE2-B6FF043FFA3A}" presName="parentLeftMargin" presStyleLbl="node1" presStyleIdx="1" presStyleCnt="3"/>
      <dgm:spPr/>
    </dgm:pt>
    <dgm:pt modelId="{3B3681CC-4173-4AF4-9EBB-4BC2B14CCE0F}" type="pres">
      <dgm:prSet presAssocID="{6CCF5984-A71C-475D-9EE2-B6FF043FFA3A}" presName="parentText" presStyleLbl="node1" presStyleIdx="2" presStyleCnt="3">
        <dgm:presLayoutVars>
          <dgm:chMax val="0"/>
          <dgm:bulletEnabled val="1"/>
        </dgm:presLayoutVars>
      </dgm:prSet>
      <dgm:spPr/>
    </dgm:pt>
    <dgm:pt modelId="{0F3D837B-97A0-4F33-B7AE-B81BD16CA3B4}" type="pres">
      <dgm:prSet presAssocID="{6CCF5984-A71C-475D-9EE2-B6FF043FFA3A}" presName="negativeSpace" presStyleCnt="0"/>
      <dgm:spPr/>
    </dgm:pt>
    <dgm:pt modelId="{0421EC2D-644B-4616-9A32-AE63F64659E0}" type="pres">
      <dgm:prSet presAssocID="{6CCF5984-A71C-475D-9EE2-B6FF043FFA3A}" presName="childText" presStyleLbl="conFgAcc1" presStyleIdx="2" presStyleCnt="3">
        <dgm:presLayoutVars>
          <dgm:bulletEnabled val="1"/>
        </dgm:presLayoutVars>
      </dgm:prSet>
      <dgm:spPr/>
    </dgm:pt>
  </dgm:ptLst>
  <dgm:cxnLst>
    <dgm:cxn modelId="{CCAA3005-6AC1-4FD4-80A4-746CB6B4087F}" type="presOf" srcId="{AEEF6837-5089-420B-9C1D-DCD563BBEA98}" destId="{B0522293-204A-4AD0-B5AC-9C050A9C090E}" srcOrd="1" destOrd="0" presId="urn:microsoft.com/office/officeart/2005/8/layout/list1"/>
    <dgm:cxn modelId="{60700B78-C0B8-4FAA-845E-7C773061F630}" type="presOf" srcId="{6CCF5984-A71C-475D-9EE2-B6FF043FFA3A}" destId="{709BD8ED-F1DB-4C5D-BAA7-3954D27E80C8}" srcOrd="0" destOrd="0" presId="urn:microsoft.com/office/officeart/2005/8/layout/list1"/>
    <dgm:cxn modelId="{2482778F-1CD6-4DC6-9742-9EA4C392F7AC}" srcId="{8CA90578-FC6F-4CDE-8131-955918F9DA3E}" destId="{6CCF5984-A71C-475D-9EE2-B6FF043FFA3A}" srcOrd="2" destOrd="0" parTransId="{15000D13-135B-4533-934A-14FDA7F1D162}" sibTransId="{F6023F1F-2C1A-4A5C-B1A1-6701EBB99C20}"/>
    <dgm:cxn modelId="{6258998F-9C1D-4C7B-AE18-911AEE882C1F}" type="presOf" srcId="{6CCF5984-A71C-475D-9EE2-B6FF043FFA3A}" destId="{3B3681CC-4173-4AF4-9EBB-4BC2B14CCE0F}" srcOrd="1" destOrd="0" presId="urn:microsoft.com/office/officeart/2005/8/layout/list1"/>
    <dgm:cxn modelId="{9A9A8CB1-B841-4084-8E40-0D24FB1B319D}" type="presOf" srcId="{3584F3A3-1F35-40B8-9A03-4AEA5AA1C9C1}" destId="{616495A4-2F11-4378-9F13-FA1852A09BBD}" srcOrd="0" destOrd="0" presId="urn:microsoft.com/office/officeart/2005/8/layout/list1"/>
    <dgm:cxn modelId="{67580BB2-6B7F-4352-B697-B861AEB81969}" srcId="{8CA90578-FC6F-4CDE-8131-955918F9DA3E}" destId="{AEEF6837-5089-420B-9C1D-DCD563BBEA98}" srcOrd="0" destOrd="0" parTransId="{F44666F8-4DB9-433D-8E5B-4AF6505CE980}" sibTransId="{58C368C2-088C-468C-AEE1-A2A36F5314CC}"/>
    <dgm:cxn modelId="{7607CCB5-FA9D-41CD-9D56-5C872512528B}" type="presOf" srcId="{3584F3A3-1F35-40B8-9A03-4AEA5AA1C9C1}" destId="{9C77314F-97B5-4EB2-8440-7A923620D9E1}" srcOrd="1" destOrd="0" presId="urn:microsoft.com/office/officeart/2005/8/layout/list1"/>
    <dgm:cxn modelId="{AC6641C4-BAC5-4D75-8B6A-07EB8152CC24}" srcId="{8CA90578-FC6F-4CDE-8131-955918F9DA3E}" destId="{3584F3A3-1F35-40B8-9A03-4AEA5AA1C9C1}" srcOrd="1" destOrd="0" parTransId="{0EC97DF5-D69B-4A91-AF68-D4A71F4C4EEB}" sibTransId="{AD2C4AE0-9D38-4B33-83BE-92D17FEB6D44}"/>
    <dgm:cxn modelId="{FB27C0D0-ACB6-4E3F-9CEE-F21119AB7862}" type="presOf" srcId="{8CA90578-FC6F-4CDE-8131-955918F9DA3E}" destId="{06BC9E2C-FAE2-455C-81FE-824B0269FF6A}" srcOrd="0" destOrd="0" presId="urn:microsoft.com/office/officeart/2005/8/layout/list1"/>
    <dgm:cxn modelId="{48B522FD-FFB2-437B-A229-DCA38686D28F}" type="presOf" srcId="{AEEF6837-5089-420B-9C1D-DCD563BBEA98}" destId="{83377B73-DC42-4250-95B8-6FB25D9EF136}" srcOrd="0" destOrd="0" presId="urn:microsoft.com/office/officeart/2005/8/layout/list1"/>
    <dgm:cxn modelId="{379CD430-6ACA-4301-9AB4-74298B009DD7}" type="presParOf" srcId="{06BC9E2C-FAE2-455C-81FE-824B0269FF6A}" destId="{DD8ABD13-1645-4468-AE3E-C3B209C854ED}" srcOrd="0" destOrd="0" presId="urn:microsoft.com/office/officeart/2005/8/layout/list1"/>
    <dgm:cxn modelId="{DF131283-5896-4BAB-9306-EB62C0B7DF02}" type="presParOf" srcId="{DD8ABD13-1645-4468-AE3E-C3B209C854ED}" destId="{83377B73-DC42-4250-95B8-6FB25D9EF136}" srcOrd="0" destOrd="0" presId="urn:microsoft.com/office/officeart/2005/8/layout/list1"/>
    <dgm:cxn modelId="{41A5DD3E-15D7-4457-ABCC-95CD9B2E6A54}" type="presParOf" srcId="{DD8ABD13-1645-4468-AE3E-C3B209C854ED}" destId="{B0522293-204A-4AD0-B5AC-9C050A9C090E}" srcOrd="1" destOrd="0" presId="urn:microsoft.com/office/officeart/2005/8/layout/list1"/>
    <dgm:cxn modelId="{89802B78-7BEB-413B-8E60-692E19BCF555}" type="presParOf" srcId="{06BC9E2C-FAE2-455C-81FE-824B0269FF6A}" destId="{71ADDB35-2FA7-4754-B7AE-E8591C143130}" srcOrd="1" destOrd="0" presId="urn:microsoft.com/office/officeart/2005/8/layout/list1"/>
    <dgm:cxn modelId="{3616FA66-3C9C-44CA-82B6-5DF703B8663A}" type="presParOf" srcId="{06BC9E2C-FAE2-455C-81FE-824B0269FF6A}" destId="{EF403D02-9027-4212-AC33-2A6E8535DF19}" srcOrd="2" destOrd="0" presId="urn:microsoft.com/office/officeart/2005/8/layout/list1"/>
    <dgm:cxn modelId="{132C25A5-C415-4FE3-A680-D1DF7B650F43}" type="presParOf" srcId="{06BC9E2C-FAE2-455C-81FE-824B0269FF6A}" destId="{14B9613E-1BE3-43C4-832A-AC65A97139B2}" srcOrd="3" destOrd="0" presId="urn:microsoft.com/office/officeart/2005/8/layout/list1"/>
    <dgm:cxn modelId="{F718E941-CA8D-4B0F-A224-392C6B6132D7}" type="presParOf" srcId="{06BC9E2C-FAE2-455C-81FE-824B0269FF6A}" destId="{B43A3246-1688-4F2A-A5D7-96248C23D083}" srcOrd="4" destOrd="0" presId="urn:microsoft.com/office/officeart/2005/8/layout/list1"/>
    <dgm:cxn modelId="{EE9BF7A6-5477-4E2A-A021-F385650ECD6C}" type="presParOf" srcId="{B43A3246-1688-4F2A-A5D7-96248C23D083}" destId="{616495A4-2F11-4378-9F13-FA1852A09BBD}" srcOrd="0" destOrd="0" presId="urn:microsoft.com/office/officeart/2005/8/layout/list1"/>
    <dgm:cxn modelId="{982F5394-09EB-4FD3-A482-E1DC93FD3CAD}" type="presParOf" srcId="{B43A3246-1688-4F2A-A5D7-96248C23D083}" destId="{9C77314F-97B5-4EB2-8440-7A923620D9E1}" srcOrd="1" destOrd="0" presId="urn:microsoft.com/office/officeart/2005/8/layout/list1"/>
    <dgm:cxn modelId="{22597834-546D-4D21-9957-298CF2B8C221}" type="presParOf" srcId="{06BC9E2C-FAE2-455C-81FE-824B0269FF6A}" destId="{0E7C0FA7-126F-454B-80D1-5B4FB8FBCCC3}" srcOrd="5" destOrd="0" presId="urn:microsoft.com/office/officeart/2005/8/layout/list1"/>
    <dgm:cxn modelId="{12867A49-5184-4159-935F-5DAA8122F5F2}" type="presParOf" srcId="{06BC9E2C-FAE2-455C-81FE-824B0269FF6A}" destId="{A5A52890-7CBA-42D2-90D7-010F0FAFD9AF}" srcOrd="6" destOrd="0" presId="urn:microsoft.com/office/officeart/2005/8/layout/list1"/>
    <dgm:cxn modelId="{893F2C6B-9FAF-422D-A532-4EA167D259E5}" type="presParOf" srcId="{06BC9E2C-FAE2-455C-81FE-824B0269FF6A}" destId="{37D3E869-EBB5-47D5-9A85-26C577E1C9BA}" srcOrd="7" destOrd="0" presId="urn:microsoft.com/office/officeart/2005/8/layout/list1"/>
    <dgm:cxn modelId="{2F75E933-710A-4724-9DB7-84239CD1AA73}" type="presParOf" srcId="{06BC9E2C-FAE2-455C-81FE-824B0269FF6A}" destId="{DA486DFD-51A7-4138-A541-9464AA1DDE51}" srcOrd="8" destOrd="0" presId="urn:microsoft.com/office/officeart/2005/8/layout/list1"/>
    <dgm:cxn modelId="{EB6ECA74-056C-49A3-B627-3A4991E52094}" type="presParOf" srcId="{DA486DFD-51A7-4138-A541-9464AA1DDE51}" destId="{709BD8ED-F1DB-4C5D-BAA7-3954D27E80C8}" srcOrd="0" destOrd="0" presId="urn:microsoft.com/office/officeart/2005/8/layout/list1"/>
    <dgm:cxn modelId="{F43FFC14-B0F2-4498-9A28-6183ECFCF08D}" type="presParOf" srcId="{DA486DFD-51A7-4138-A541-9464AA1DDE51}" destId="{3B3681CC-4173-4AF4-9EBB-4BC2B14CCE0F}" srcOrd="1" destOrd="0" presId="urn:microsoft.com/office/officeart/2005/8/layout/list1"/>
    <dgm:cxn modelId="{6E063969-3F9F-4591-8DFD-C676555821BB}" type="presParOf" srcId="{06BC9E2C-FAE2-455C-81FE-824B0269FF6A}" destId="{0F3D837B-97A0-4F33-B7AE-B81BD16CA3B4}" srcOrd="9" destOrd="0" presId="urn:microsoft.com/office/officeart/2005/8/layout/list1"/>
    <dgm:cxn modelId="{2C174066-AF1B-4F8A-941F-D8716A6094AB}" type="presParOf" srcId="{06BC9E2C-FAE2-455C-81FE-824B0269FF6A}" destId="{0421EC2D-644B-4616-9A32-AE63F64659E0}"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988DCB8-41D8-483F-B1B7-972AA208D238}"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62605379-801E-4947-A514-93C8C1081BB9}">
      <dgm:prSet phldrT="[Text]"/>
      <dgm:spPr/>
      <dgm:t>
        <a:bodyPr/>
        <a:lstStyle/>
        <a:p>
          <a:r>
            <a:rPr lang="en-US" dirty="0"/>
            <a:t>Can fail is file system is highly damaged</a:t>
          </a:r>
        </a:p>
      </dgm:t>
    </dgm:pt>
    <dgm:pt modelId="{15E30306-4889-4BAE-AB37-FC5B2F60A394}" type="parTrans" cxnId="{7F0FC074-AB08-4743-B0FB-849EBDCCEB57}">
      <dgm:prSet/>
      <dgm:spPr/>
      <dgm:t>
        <a:bodyPr/>
        <a:lstStyle/>
        <a:p>
          <a:endParaRPr lang="en-US"/>
        </a:p>
      </dgm:t>
    </dgm:pt>
    <dgm:pt modelId="{E45D7870-0318-489F-A4BD-749D07026659}" type="sibTrans" cxnId="{7F0FC074-AB08-4743-B0FB-849EBDCCEB57}">
      <dgm:prSet/>
      <dgm:spPr/>
      <dgm:t>
        <a:bodyPr/>
        <a:lstStyle/>
        <a:p>
          <a:endParaRPr lang="en-US"/>
        </a:p>
      </dgm:t>
    </dgm:pt>
    <dgm:pt modelId="{2ED1B16D-8AA8-47FE-BBF8-08F5607EF426}">
      <dgm:prSet phldrT="[Text]"/>
      <dgm:spPr/>
      <dgm:t>
        <a:bodyPr/>
        <a:lstStyle/>
        <a:p>
          <a:r>
            <a:rPr lang="en-US" dirty="0"/>
            <a:t>Chkdsk utility might delete files that are out of place or unexplainable</a:t>
          </a:r>
        </a:p>
      </dgm:t>
    </dgm:pt>
    <dgm:pt modelId="{F2B33C1C-7272-41D0-B4DD-2261A6F4A2F2}" type="parTrans" cxnId="{372E57C8-7BD1-44B5-9962-D8852A647FAB}">
      <dgm:prSet/>
      <dgm:spPr/>
      <dgm:t>
        <a:bodyPr/>
        <a:lstStyle/>
        <a:p>
          <a:endParaRPr lang="en-US"/>
        </a:p>
      </dgm:t>
    </dgm:pt>
    <dgm:pt modelId="{07C2362B-71D0-4542-9DB3-AACB38A1B083}" type="sibTrans" cxnId="{372E57C8-7BD1-44B5-9962-D8852A647FAB}">
      <dgm:prSet/>
      <dgm:spPr/>
      <dgm:t>
        <a:bodyPr/>
        <a:lstStyle/>
        <a:p>
          <a:endParaRPr lang="en-US"/>
        </a:p>
      </dgm:t>
    </dgm:pt>
    <dgm:pt modelId="{81B0E7FE-6814-4E9B-815D-08B1F1126B4B}" type="pres">
      <dgm:prSet presAssocID="{A988DCB8-41D8-483F-B1B7-972AA208D238}" presName="Name0" presStyleCnt="0">
        <dgm:presLayoutVars>
          <dgm:chMax val="7"/>
          <dgm:chPref val="7"/>
          <dgm:dir/>
        </dgm:presLayoutVars>
      </dgm:prSet>
      <dgm:spPr/>
    </dgm:pt>
    <dgm:pt modelId="{7114C794-8EB8-4692-B7FA-31F961E45725}" type="pres">
      <dgm:prSet presAssocID="{A988DCB8-41D8-483F-B1B7-972AA208D238}" presName="Name1" presStyleCnt="0"/>
      <dgm:spPr/>
    </dgm:pt>
    <dgm:pt modelId="{365A80FE-1395-4B03-AB83-89E6F5124B00}" type="pres">
      <dgm:prSet presAssocID="{A988DCB8-41D8-483F-B1B7-972AA208D238}" presName="cycle" presStyleCnt="0"/>
      <dgm:spPr/>
    </dgm:pt>
    <dgm:pt modelId="{B909673D-3D35-4DBA-956A-62126D085798}" type="pres">
      <dgm:prSet presAssocID="{A988DCB8-41D8-483F-B1B7-972AA208D238}" presName="srcNode" presStyleLbl="node1" presStyleIdx="0" presStyleCnt="2"/>
      <dgm:spPr/>
    </dgm:pt>
    <dgm:pt modelId="{3BB373CF-3B83-4CA4-9B94-570A1D916460}" type="pres">
      <dgm:prSet presAssocID="{A988DCB8-41D8-483F-B1B7-972AA208D238}" presName="conn" presStyleLbl="parChTrans1D2" presStyleIdx="0" presStyleCnt="1"/>
      <dgm:spPr/>
    </dgm:pt>
    <dgm:pt modelId="{C92FD9AA-1C5E-467B-87E0-AE91AD7C70FA}" type="pres">
      <dgm:prSet presAssocID="{A988DCB8-41D8-483F-B1B7-972AA208D238}" presName="extraNode" presStyleLbl="node1" presStyleIdx="0" presStyleCnt="2"/>
      <dgm:spPr/>
    </dgm:pt>
    <dgm:pt modelId="{455EC783-FE49-4363-A3B1-0B6323AAB3FF}" type="pres">
      <dgm:prSet presAssocID="{A988DCB8-41D8-483F-B1B7-972AA208D238}" presName="dstNode" presStyleLbl="node1" presStyleIdx="0" presStyleCnt="2"/>
      <dgm:spPr/>
    </dgm:pt>
    <dgm:pt modelId="{2434C8F6-CEBD-4CFC-BAFD-6EEE8287ECAA}" type="pres">
      <dgm:prSet presAssocID="{62605379-801E-4947-A514-93C8C1081BB9}" presName="text_1" presStyleLbl="node1" presStyleIdx="0" presStyleCnt="2">
        <dgm:presLayoutVars>
          <dgm:bulletEnabled val="1"/>
        </dgm:presLayoutVars>
      </dgm:prSet>
      <dgm:spPr/>
    </dgm:pt>
    <dgm:pt modelId="{9F8CA98E-3B42-4690-8194-2A03170BD68E}" type="pres">
      <dgm:prSet presAssocID="{62605379-801E-4947-A514-93C8C1081BB9}" presName="accent_1" presStyleCnt="0"/>
      <dgm:spPr/>
    </dgm:pt>
    <dgm:pt modelId="{5551A0BC-1EAE-469E-87C7-493D25DFED97}" type="pres">
      <dgm:prSet presAssocID="{62605379-801E-4947-A514-93C8C1081BB9}" presName="accentRepeatNode" presStyleLbl="solidFgAcc1" presStyleIdx="0" presStyleCnt="2"/>
      <dgm:spPr/>
    </dgm:pt>
    <dgm:pt modelId="{511E6038-7748-456C-B3B2-FE0EA66DD516}" type="pres">
      <dgm:prSet presAssocID="{2ED1B16D-8AA8-47FE-BBF8-08F5607EF426}" presName="text_2" presStyleLbl="node1" presStyleIdx="1" presStyleCnt="2">
        <dgm:presLayoutVars>
          <dgm:bulletEnabled val="1"/>
        </dgm:presLayoutVars>
      </dgm:prSet>
      <dgm:spPr/>
    </dgm:pt>
    <dgm:pt modelId="{CF871938-44AE-4598-911F-2E4F003C2EF0}" type="pres">
      <dgm:prSet presAssocID="{2ED1B16D-8AA8-47FE-BBF8-08F5607EF426}" presName="accent_2" presStyleCnt="0"/>
      <dgm:spPr/>
    </dgm:pt>
    <dgm:pt modelId="{E462E13B-6398-439D-87EC-B375BC554E9B}" type="pres">
      <dgm:prSet presAssocID="{2ED1B16D-8AA8-47FE-BBF8-08F5607EF426}" presName="accentRepeatNode" presStyleLbl="solidFgAcc1" presStyleIdx="1" presStyleCnt="2"/>
      <dgm:spPr/>
    </dgm:pt>
  </dgm:ptLst>
  <dgm:cxnLst>
    <dgm:cxn modelId="{94E0252B-6E4B-4ABA-8DF9-D119A5D44755}" type="presOf" srcId="{62605379-801E-4947-A514-93C8C1081BB9}" destId="{2434C8F6-CEBD-4CFC-BAFD-6EEE8287ECAA}" srcOrd="0" destOrd="0" presId="urn:microsoft.com/office/officeart/2008/layout/VerticalCurvedList"/>
    <dgm:cxn modelId="{006D4674-4376-48B0-87B5-B544B80AE160}" type="presOf" srcId="{A988DCB8-41D8-483F-B1B7-972AA208D238}" destId="{81B0E7FE-6814-4E9B-815D-08B1F1126B4B}" srcOrd="0" destOrd="0" presId="urn:microsoft.com/office/officeart/2008/layout/VerticalCurvedList"/>
    <dgm:cxn modelId="{7F0FC074-AB08-4743-B0FB-849EBDCCEB57}" srcId="{A988DCB8-41D8-483F-B1B7-972AA208D238}" destId="{62605379-801E-4947-A514-93C8C1081BB9}" srcOrd="0" destOrd="0" parTransId="{15E30306-4889-4BAE-AB37-FC5B2F60A394}" sibTransId="{E45D7870-0318-489F-A4BD-749D07026659}"/>
    <dgm:cxn modelId="{6E6C0A8B-A5CD-4F54-959C-9595589A8A14}" type="presOf" srcId="{2ED1B16D-8AA8-47FE-BBF8-08F5607EF426}" destId="{511E6038-7748-456C-B3B2-FE0EA66DD516}" srcOrd="0" destOrd="0" presId="urn:microsoft.com/office/officeart/2008/layout/VerticalCurvedList"/>
    <dgm:cxn modelId="{95D7DAA1-A887-438B-8A25-94EE7ADB4092}" type="presOf" srcId="{E45D7870-0318-489F-A4BD-749D07026659}" destId="{3BB373CF-3B83-4CA4-9B94-570A1D916460}" srcOrd="0" destOrd="0" presId="urn:microsoft.com/office/officeart/2008/layout/VerticalCurvedList"/>
    <dgm:cxn modelId="{372E57C8-7BD1-44B5-9962-D8852A647FAB}" srcId="{A988DCB8-41D8-483F-B1B7-972AA208D238}" destId="{2ED1B16D-8AA8-47FE-BBF8-08F5607EF426}" srcOrd="1" destOrd="0" parTransId="{F2B33C1C-7272-41D0-B4DD-2261A6F4A2F2}" sibTransId="{07C2362B-71D0-4542-9DB3-AACB38A1B083}"/>
    <dgm:cxn modelId="{171DF82E-CE92-4E57-BFE2-97ECAC93B274}" type="presParOf" srcId="{81B0E7FE-6814-4E9B-815D-08B1F1126B4B}" destId="{7114C794-8EB8-4692-B7FA-31F961E45725}" srcOrd="0" destOrd="0" presId="urn:microsoft.com/office/officeart/2008/layout/VerticalCurvedList"/>
    <dgm:cxn modelId="{D781B1B7-049C-4399-9602-855A25ED7CC8}" type="presParOf" srcId="{7114C794-8EB8-4692-B7FA-31F961E45725}" destId="{365A80FE-1395-4B03-AB83-89E6F5124B00}" srcOrd="0" destOrd="0" presId="urn:microsoft.com/office/officeart/2008/layout/VerticalCurvedList"/>
    <dgm:cxn modelId="{9CE07C98-F296-4B81-A57E-8F1A618A33B3}" type="presParOf" srcId="{365A80FE-1395-4B03-AB83-89E6F5124B00}" destId="{B909673D-3D35-4DBA-956A-62126D085798}" srcOrd="0" destOrd="0" presId="urn:microsoft.com/office/officeart/2008/layout/VerticalCurvedList"/>
    <dgm:cxn modelId="{57BF2049-EC19-4C92-A6F1-FC4AD841913B}" type="presParOf" srcId="{365A80FE-1395-4B03-AB83-89E6F5124B00}" destId="{3BB373CF-3B83-4CA4-9B94-570A1D916460}" srcOrd="1" destOrd="0" presId="urn:microsoft.com/office/officeart/2008/layout/VerticalCurvedList"/>
    <dgm:cxn modelId="{C6821B77-3C48-4A24-8FDC-2E334AD58207}" type="presParOf" srcId="{365A80FE-1395-4B03-AB83-89E6F5124B00}" destId="{C92FD9AA-1C5E-467B-87E0-AE91AD7C70FA}" srcOrd="2" destOrd="0" presId="urn:microsoft.com/office/officeart/2008/layout/VerticalCurvedList"/>
    <dgm:cxn modelId="{333633EB-69FA-4354-8951-DFC2025F671E}" type="presParOf" srcId="{365A80FE-1395-4B03-AB83-89E6F5124B00}" destId="{455EC783-FE49-4363-A3B1-0B6323AAB3FF}" srcOrd="3" destOrd="0" presId="urn:microsoft.com/office/officeart/2008/layout/VerticalCurvedList"/>
    <dgm:cxn modelId="{CAECF5DF-8058-440C-91D7-D9666B1EF6CD}" type="presParOf" srcId="{7114C794-8EB8-4692-B7FA-31F961E45725}" destId="{2434C8F6-CEBD-4CFC-BAFD-6EEE8287ECAA}" srcOrd="1" destOrd="0" presId="urn:microsoft.com/office/officeart/2008/layout/VerticalCurvedList"/>
    <dgm:cxn modelId="{FC230BC5-E996-43E6-B91A-A7881B3861FF}" type="presParOf" srcId="{7114C794-8EB8-4692-B7FA-31F961E45725}" destId="{9F8CA98E-3B42-4690-8194-2A03170BD68E}" srcOrd="2" destOrd="0" presId="urn:microsoft.com/office/officeart/2008/layout/VerticalCurvedList"/>
    <dgm:cxn modelId="{8B9648CE-AB55-4532-AED3-4BB0EC855803}" type="presParOf" srcId="{9F8CA98E-3B42-4690-8194-2A03170BD68E}" destId="{5551A0BC-1EAE-469E-87C7-493D25DFED97}" srcOrd="0" destOrd="0" presId="urn:microsoft.com/office/officeart/2008/layout/VerticalCurvedList"/>
    <dgm:cxn modelId="{7DF07426-1FA1-4354-9B63-948D09D56D44}" type="presParOf" srcId="{7114C794-8EB8-4692-B7FA-31F961E45725}" destId="{511E6038-7748-456C-B3B2-FE0EA66DD516}" srcOrd="3" destOrd="0" presId="urn:microsoft.com/office/officeart/2008/layout/VerticalCurvedList"/>
    <dgm:cxn modelId="{B0AEDAB1-C547-4861-8899-D900CEA14C27}" type="presParOf" srcId="{7114C794-8EB8-4692-B7FA-31F961E45725}" destId="{CF871938-44AE-4598-911F-2E4F003C2EF0}" srcOrd="4" destOrd="0" presId="urn:microsoft.com/office/officeart/2008/layout/VerticalCurvedList"/>
    <dgm:cxn modelId="{65BF2ED3-A305-4804-B0A9-B2C9726F5B30}" type="presParOf" srcId="{CF871938-44AE-4598-911F-2E4F003C2EF0}" destId="{E462E13B-6398-439D-87EC-B375BC554E9B}"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8CBAA35-629A-4A0C-A43C-8B3C32906950}" type="doc">
      <dgm:prSet loTypeId="urn:microsoft.com/office/officeart/2005/8/layout/process1" loCatId="process" qsTypeId="urn:microsoft.com/office/officeart/2005/8/quickstyle/simple1" qsCatId="simple" csTypeId="urn:microsoft.com/office/officeart/2005/8/colors/accent1_2" csCatId="accent1" phldr="1"/>
      <dgm:spPr/>
    </dgm:pt>
    <dgm:pt modelId="{6C19BFD0-76DE-4D96-9BC2-517EB2DFB8FD}">
      <dgm:prSet phldrT="[Text]"/>
      <dgm:spPr/>
      <dgm:t>
        <a:bodyPr/>
        <a:lstStyle/>
        <a:p>
          <a:r>
            <a:rPr lang="en-US" dirty="0"/>
            <a:t>Scan drive</a:t>
          </a:r>
        </a:p>
      </dgm:t>
    </dgm:pt>
    <dgm:pt modelId="{022A2242-0EF4-4AC6-9176-CFD812B22FFE}" type="parTrans" cxnId="{ED51F6E5-51C0-4BE8-984D-BB61E54D90E0}">
      <dgm:prSet/>
      <dgm:spPr/>
      <dgm:t>
        <a:bodyPr/>
        <a:lstStyle/>
        <a:p>
          <a:endParaRPr lang="en-US"/>
        </a:p>
      </dgm:t>
    </dgm:pt>
    <dgm:pt modelId="{B0C65DC0-0354-4645-957C-6A058F5D893C}" type="sibTrans" cxnId="{ED51F6E5-51C0-4BE8-984D-BB61E54D90E0}">
      <dgm:prSet/>
      <dgm:spPr/>
      <dgm:t>
        <a:bodyPr/>
        <a:lstStyle/>
        <a:p>
          <a:endParaRPr lang="en-US" dirty="0"/>
        </a:p>
      </dgm:t>
    </dgm:pt>
    <dgm:pt modelId="{ED8A0411-BC3C-4ABD-B2BC-D8839BAFE485}">
      <dgm:prSet phldrT="[Text]"/>
      <dgm:spPr/>
      <dgm:t>
        <a:bodyPr/>
        <a:lstStyle/>
        <a:p>
          <a:r>
            <a:rPr lang="en-US" dirty="0"/>
            <a:t>Match results to specs</a:t>
          </a:r>
        </a:p>
      </dgm:t>
    </dgm:pt>
    <dgm:pt modelId="{B2C08538-DBEC-4B54-AC89-0EB74C42CD7F}" type="parTrans" cxnId="{58265BF0-87E4-435E-8791-0519D18F27B6}">
      <dgm:prSet/>
      <dgm:spPr/>
      <dgm:t>
        <a:bodyPr/>
        <a:lstStyle/>
        <a:p>
          <a:endParaRPr lang="en-US"/>
        </a:p>
      </dgm:t>
    </dgm:pt>
    <dgm:pt modelId="{9EB591A7-106E-4976-9A3D-4172730EBEED}" type="sibTrans" cxnId="{58265BF0-87E4-435E-8791-0519D18F27B6}">
      <dgm:prSet/>
      <dgm:spPr/>
      <dgm:t>
        <a:bodyPr/>
        <a:lstStyle/>
        <a:p>
          <a:endParaRPr lang="en-US"/>
        </a:p>
      </dgm:t>
    </dgm:pt>
    <dgm:pt modelId="{177BF8C7-450E-40BF-AA18-5C43F1A2B8B9}" type="pres">
      <dgm:prSet presAssocID="{58CBAA35-629A-4A0C-A43C-8B3C32906950}" presName="Name0" presStyleCnt="0">
        <dgm:presLayoutVars>
          <dgm:dir/>
          <dgm:resizeHandles val="exact"/>
        </dgm:presLayoutVars>
      </dgm:prSet>
      <dgm:spPr/>
    </dgm:pt>
    <dgm:pt modelId="{8DABC627-A67C-4B9F-A707-EBCDFF11F64B}" type="pres">
      <dgm:prSet presAssocID="{6C19BFD0-76DE-4D96-9BC2-517EB2DFB8FD}" presName="node" presStyleLbl="node1" presStyleIdx="0" presStyleCnt="2">
        <dgm:presLayoutVars>
          <dgm:bulletEnabled val="1"/>
        </dgm:presLayoutVars>
      </dgm:prSet>
      <dgm:spPr/>
    </dgm:pt>
    <dgm:pt modelId="{F6858545-018F-4785-A255-774FFCD869D6}" type="pres">
      <dgm:prSet presAssocID="{B0C65DC0-0354-4645-957C-6A058F5D893C}" presName="sibTrans" presStyleLbl="sibTrans2D1" presStyleIdx="0" presStyleCnt="1"/>
      <dgm:spPr/>
    </dgm:pt>
    <dgm:pt modelId="{06989098-6AE2-44C4-BA77-EC6D1CC177FA}" type="pres">
      <dgm:prSet presAssocID="{B0C65DC0-0354-4645-957C-6A058F5D893C}" presName="connectorText" presStyleLbl="sibTrans2D1" presStyleIdx="0" presStyleCnt="1"/>
      <dgm:spPr/>
    </dgm:pt>
    <dgm:pt modelId="{E6151BAC-BDE3-414A-9292-B2C862A50159}" type="pres">
      <dgm:prSet presAssocID="{ED8A0411-BC3C-4ABD-B2BC-D8839BAFE485}" presName="node" presStyleLbl="node1" presStyleIdx="1" presStyleCnt="2">
        <dgm:presLayoutVars>
          <dgm:bulletEnabled val="1"/>
        </dgm:presLayoutVars>
      </dgm:prSet>
      <dgm:spPr/>
    </dgm:pt>
  </dgm:ptLst>
  <dgm:cxnLst>
    <dgm:cxn modelId="{7EB7AF19-A356-4485-BC43-728046D44806}" type="presOf" srcId="{ED8A0411-BC3C-4ABD-B2BC-D8839BAFE485}" destId="{E6151BAC-BDE3-414A-9292-B2C862A50159}" srcOrd="0" destOrd="0" presId="urn:microsoft.com/office/officeart/2005/8/layout/process1"/>
    <dgm:cxn modelId="{C211591E-B4B9-4EC7-9F80-95CFBCE7EEAA}" type="presOf" srcId="{58CBAA35-629A-4A0C-A43C-8B3C32906950}" destId="{177BF8C7-450E-40BF-AA18-5C43F1A2B8B9}" srcOrd="0" destOrd="0" presId="urn:microsoft.com/office/officeart/2005/8/layout/process1"/>
    <dgm:cxn modelId="{CC9F6E28-AD0A-4E13-ABA9-D0B987EE97D0}" type="presOf" srcId="{6C19BFD0-76DE-4D96-9BC2-517EB2DFB8FD}" destId="{8DABC627-A67C-4B9F-A707-EBCDFF11F64B}" srcOrd="0" destOrd="0" presId="urn:microsoft.com/office/officeart/2005/8/layout/process1"/>
    <dgm:cxn modelId="{6855232A-82B4-4D71-8DC0-C684BDBCA6B6}" type="presOf" srcId="{B0C65DC0-0354-4645-957C-6A058F5D893C}" destId="{06989098-6AE2-44C4-BA77-EC6D1CC177FA}" srcOrd="1" destOrd="0" presId="urn:microsoft.com/office/officeart/2005/8/layout/process1"/>
    <dgm:cxn modelId="{C1C2F48B-53C6-451D-BD4A-5900E3F23804}" type="presOf" srcId="{B0C65DC0-0354-4645-957C-6A058F5D893C}" destId="{F6858545-018F-4785-A255-774FFCD869D6}" srcOrd="0" destOrd="0" presId="urn:microsoft.com/office/officeart/2005/8/layout/process1"/>
    <dgm:cxn modelId="{ED51F6E5-51C0-4BE8-984D-BB61E54D90E0}" srcId="{58CBAA35-629A-4A0C-A43C-8B3C32906950}" destId="{6C19BFD0-76DE-4D96-9BC2-517EB2DFB8FD}" srcOrd="0" destOrd="0" parTransId="{022A2242-0EF4-4AC6-9176-CFD812B22FFE}" sibTransId="{B0C65DC0-0354-4645-957C-6A058F5D893C}"/>
    <dgm:cxn modelId="{58265BF0-87E4-435E-8791-0519D18F27B6}" srcId="{58CBAA35-629A-4A0C-A43C-8B3C32906950}" destId="{ED8A0411-BC3C-4ABD-B2BC-D8839BAFE485}" srcOrd="1" destOrd="0" parTransId="{B2C08538-DBEC-4B54-AC89-0EB74C42CD7F}" sibTransId="{9EB591A7-106E-4976-9A3D-4172730EBEED}"/>
    <dgm:cxn modelId="{F3D63814-2C00-4E30-9209-68A5D95A1FE7}" type="presParOf" srcId="{177BF8C7-450E-40BF-AA18-5C43F1A2B8B9}" destId="{8DABC627-A67C-4B9F-A707-EBCDFF11F64B}" srcOrd="0" destOrd="0" presId="urn:microsoft.com/office/officeart/2005/8/layout/process1"/>
    <dgm:cxn modelId="{4922E812-3367-4FAC-AA3F-A4E726743828}" type="presParOf" srcId="{177BF8C7-450E-40BF-AA18-5C43F1A2B8B9}" destId="{F6858545-018F-4785-A255-774FFCD869D6}" srcOrd="1" destOrd="0" presId="urn:microsoft.com/office/officeart/2005/8/layout/process1"/>
    <dgm:cxn modelId="{678A820F-DCA3-4A57-AE56-7E7A3EC9F4DF}" type="presParOf" srcId="{F6858545-018F-4785-A255-774FFCD869D6}" destId="{06989098-6AE2-44C4-BA77-EC6D1CC177FA}" srcOrd="0" destOrd="0" presId="urn:microsoft.com/office/officeart/2005/8/layout/process1"/>
    <dgm:cxn modelId="{7C94BB81-2BE1-4510-B0CE-7EE1BDA2D494}" type="presParOf" srcId="{177BF8C7-450E-40BF-AA18-5C43F1A2B8B9}" destId="{E6151BAC-BDE3-414A-9292-B2C862A50159}" srcOrd="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B3B7BE-B5D1-47E3-9236-FF4134883C6F}">
      <dsp:nvSpPr>
        <dsp:cNvPr id="0" name=""/>
        <dsp:cNvSpPr/>
      </dsp:nvSpPr>
      <dsp:spPr>
        <a:xfrm>
          <a:off x="1949995" y="2163"/>
          <a:ext cx="1955314" cy="97765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105" tIns="52070" rIns="78105" bIns="52070" numCol="1" spcCol="1270" anchor="ctr" anchorCtr="0">
          <a:noAutofit/>
        </a:bodyPr>
        <a:lstStyle/>
        <a:p>
          <a:pPr marL="0" lvl="0" indent="0" algn="ctr" defTabSz="1822450">
            <a:lnSpc>
              <a:spcPct val="90000"/>
            </a:lnSpc>
            <a:spcBef>
              <a:spcPct val="0"/>
            </a:spcBef>
            <a:spcAft>
              <a:spcPct val="35000"/>
            </a:spcAft>
            <a:buNone/>
          </a:pPr>
          <a:r>
            <a:rPr lang="en-US" sz="4100" kern="1200" dirty="0"/>
            <a:t>Current</a:t>
          </a:r>
        </a:p>
      </dsp:txBody>
      <dsp:txXfrm>
        <a:off x="1978630" y="30798"/>
        <a:ext cx="1898044" cy="920387"/>
      </dsp:txXfrm>
    </dsp:sp>
    <dsp:sp modelId="{859A98AD-29A2-47F0-B5CF-D50D7066C594}">
      <dsp:nvSpPr>
        <dsp:cNvPr id="0" name=""/>
        <dsp:cNvSpPr/>
      </dsp:nvSpPr>
      <dsp:spPr>
        <a:xfrm>
          <a:off x="2145527" y="979821"/>
          <a:ext cx="195531" cy="733243"/>
        </a:xfrm>
        <a:custGeom>
          <a:avLst/>
          <a:gdLst/>
          <a:ahLst/>
          <a:cxnLst/>
          <a:rect l="0" t="0" r="0" b="0"/>
          <a:pathLst>
            <a:path>
              <a:moveTo>
                <a:pt x="0" y="0"/>
              </a:moveTo>
              <a:lnTo>
                <a:pt x="0" y="733243"/>
              </a:lnTo>
              <a:lnTo>
                <a:pt x="195531" y="73324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F629A29-324B-43EA-B5B4-B9E9B99A6118}">
      <dsp:nvSpPr>
        <dsp:cNvPr id="0" name=""/>
        <dsp:cNvSpPr/>
      </dsp:nvSpPr>
      <dsp:spPr>
        <a:xfrm>
          <a:off x="2341058" y="1224235"/>
          <a:ext cx="1564251" cy="97765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kern="1200" dirty="0"/>
            <a:t>Windows 10, 8, 7, Vista</a:t>
          </a:r>
        </a:p>
      </dsp:txBody>
      <dsp:txXfrm>
        <a:off x="2369693" y="1252870"/>
        <a:ext cx="1506981" cy="920387"/>
      </dsp:txXfrm>
    </dsp:sp>
    <dsp:sp modelId="{0B8C5E90-8005-44ED-9930-33A22B4BBF55}">
      <dsp:nvSpPr>
        <dsp:cNvPr id="0" name=""/>
        <dsp:cNvSpPr/>
      </dsp:nvSpPr>
      <dsp:spPr>
        <a:xfrm>
          <a:off x="2145527" y="979821"/>
          <a:ext cx="195531" cy="1955314"/>
        </a:xfrm>
        <a:custGeom>
          <a:avLst/>
          <a:gdLst/>
          <a:ahLst/>
          <a:cxnLst/>
          <a:rect l="0" t="0" r="0" b="0"/>
          <a:pathLst>
            <a:path>
              <a:moveTo>
                <a:pt x="0" y="0"/>
              </a:moveTo>
              <a:lnTo>
                <a:pt x="0" y="1955314"/>
              </a:lnTo>
              <a:lnTo>
                <a:pt x="195531" y="195531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EC0CBFD-AC04-426E-BBEC-3FEF0978CEFC}">
      <dsp:nvSpPr>
        <dsp:cNvPr id="0" name=""/>
        <dsp:cNvSpPr/>
      </dsp:nvSpPr>
      <dsp:spPr>
        <a:xfrm>
          <a:off x="2341058" y="2446307"/>
          <a:ext cx="1564251" cy="97765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kern="1200" dirty="0"/>
            <a:t>Windows Server 2012, 2008</a:t>
          </a:r>
        </a:p>
      </dsp:txBody>
      <dsp:txXfrm>
        <a:off x="2369693" y="2474942"/>
        <a:ext cx="1506981" cy="920387"/>
      </dsp:txXfrm>
    </dsp:sp>
    <dsp:sp modelId="{E01D8844-F1D8-4831-8F6C-C223850E9A39}">
      <dsp:nvSpPr>
        <dsp:cNvPr id="0" name=""/>
        <dsp:cNvSpPr/>
      </dsp:nvSpPr>
      <dsp:spPr>
        <a:xfrm>
          <a:off x="2145527" y="979821"/>
          <a:ext cx="195531" cy="3177386"/>
        </a:xfrm>
        <a:custGeom>
          <a:avLst/>
          <a:gdLst/>
          <a:ahLst/>
          <a:cxnLst/>
          <a:rect l="0" t="0" r="0" b="0"/>
          <a:pathLst>
            <a:path>
              <a:moveTo>
                <a:pt x="0" y="0"/>
              </a:moveTo>
              <a:lnTo>
                <a:pt x="0" y="3177386"/>
              </a:lnTo>
              <a:lnTo>
                <a:pt x="195531" y="317738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4120106-FACC-468F-9DA4-FD0EA0142BAD}">
      <dsp:nvSpPr>
        <dsp:cNvPr id="0" name=""/>
        <dsp:cNvSpPr/>
      </dsp:nvSpPr>
      <dsp:spPr>
        <a:xfrm>
          <a:off x="2341058" y="3668378"/>
          <a:ext cx="1564251" cy="97765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kern="1200" dirty="0"/>
            <a:t>Mac OS 9 and 10</a:t>
          </a:r>
        </a:p>
      </dsp:txBody>
      <dsp:txXfrm>
        <a:off x="2369693" y="3697013"/>
        <a:ext cx="1506981" cy="920387"/>
      </dsp:txXfrm>
    </dsp:sp>
    <dsp:sp modelId="{74553037-5D99-4CFB-B7CF-74C5343F7F05}">
      <dsp:nvSpPr>
        <dsp:cNvPr id="0" name=""/>
        <dsp:cNvSpPr/>
      </dsp:nvSpPr>
      <dsp:spPr>
        <a:xfrm>
          <a:off x="4394139" y="2163"/>
          <a:ext cx="1955314" cy="97765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105" tIns="52070" rIns="78105" bIns="52070" numCol="1" spcCol="1270" anchor="ctr" anchorCtr="0">
          <a:noAutofit/>
        </a:bodyPr>
        <a:lstStyle/>
        <a:p>
          <a:pPr marL="0" lvl="0" indent="0" algn="ctr" defTabSz="1822450">
            <a:lnSpc>
              <a:spcPct val="90000"/>
            </a:lnSpc>
            <a:spcBef>
              <a:spcPct val="0"/>
            </a:spcBef>
            <a:spcAft>
              <a:spcPct val="35000"/>
            </a:spcAft>
            <a:buNone/>
          </a:pPr>
          <a:r>
            <a:rPr lang="en-US" sz="4100" kern="1200" dirty="0"/>
            <a:t>Legacy</a:t>
          </a:r>
        </a:p>
      </dsp:txBody>
      <dsp:txXfrm>
        <a:off x="4422774" y="30798"/>
        <a:ext cx="1898044" cy="920387"/>
      </dsp:txXfrm>
    </dsp:sp>
    <dsp:sp modelId="{C8B2C034-AFC8-41A6-90F5-102E31F008CF}">
      <dsp:nvSpPr>
        <dsp:cNvPr id="0" name=""/>
        <dsp:cNvSpPr/>
      </dsp:nvSpPr>
      <dsp:spPr>
        <a:xfrm>
          <a:off x="4589670" y="979821"/>
          <a:ext cx="195531" cy="733243"/>
        </a:xfrm>
        <a:custGeom>
          <a:avLst/>
          <a:gdLst/>
          <a:ahLst/>
          <a:cxnLst/>
          <a:rect l="0" t="0" r="0" b="0"/>
          <a:pathLst>
            <a:path>
              <a:moveTo>
                <a:pt x="0" y="0"/>
              </a:moveTo>
              <a:lnTo>
                <a:pt x="0" y="733243"/>
              </a:lnTo>
              <a:lnTo>
                <a:pt x="195531" y="73324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35CE34C-5A10-48E6-A042-AC80C2B002DC}">
      <dsp:nvSpPr>
        <dsp:cNvPr id="0" name=""/>
        <dsp:cNvSpPr/>
      </dsp:nvSpPr>
      <dsp:spPr>
        <a:xfrm>
          <a:off x="4785202" y="1224235"/>
          <a:ext cx="1564251" cy="97765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kern="1200" dirty="0"/>
            <a:t>Windows XP, 2000</a:t>
          </a:r>
        </a:p>
      </dsp:txBody>
      <dsp:txXfrm>
        <a:off x="4813837" y="1252870"/>
        <a:ext cx="1506981" cy="920387"/>
      </dsp:txXfrm>
    </dsp:sp>
    <dsp:sp modelId="{ADB3E2C9-F907-4D51-A47E-E7441650424D}">
      <dsp:nvSpPr>
        <dsp:cNvPr id="0" name=""/>
        <dsp:cNvSpPr/>
      </dsp:nvSpPr>
      <dsp:spPr>
        <a:xfrm>
          <a:off x="4589670" y="979821"/>
          <a:ext cx="195531" cy="1955314"/>
        </a:xfrm>
        <a:custGeom>
          <a:avLst/>
          <a:gdLst/>
          <a:ahLst/>
          <a:cxnLst/>
          <a:rect l="0" t="0" r="0" b="0"/>
          <a:pathLst>
            <a:path>
              <a:moveTo>
                <a:pt x="0" y="0"/>
              </a:moveTo>
              <a:lnTo>
                <a:pt x="0" y="1955314"/>
              </a:lnTo>
              <a:lnTo>
                <a:pt x="195531" y="195531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7DF1149-8EFB-4BA9-8BB4-54BB02E882FC}">
      <dsp:nvSpPr>
        <dsp:cNvPr id="0" name=""/>
        <dsp:cNvSpPr/>
      </dsp:nvSpPr>
      <dsp:spPr>
        <a:xfrm>
          <a:off x="4785202" y="2446307"/>
          <a:ext cx="1564251" cy="97765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kern="1200" dirty="0"/>
            <a:t>Mac OS 8 or earlier</a:t>
          </a:r>
        </a:p>
      </dsp:txBody>
      <dsp:txXfrm>
        <a:off x="4813837" y="2474942"/>
        <a:ext cx="1506981" cy="9203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EC56A1-A841-4C7E-9098-D3200ACB3642}">
      <dsp:nvSpPr>
        <dsp:cNvPr id="0" name=""/>
        <dsp:cNvSpPr/>
      </dsp:nvSpPr>
      <dsp:spPr>
        <a:xfrm>
          <a:off x="0" y="505880"/>
          <a:ext cx="8299450" cy="756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EDE9A53-F15C-4DB1-98C1-CA2463710C03}">
      <dsp:nvSpPr>
        <dsp:cNvPr id="0" name=""/>
        <dsp:cNvSpPr/>
      </dsp:nvSpPr>
      <dsp:spPr>
        <a:xfrm>
          <a:off x="414972" y="63080"/>
          <a:ext cx="5809615" cy="885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333500">
            <a:lnSpc>
              <a:spcPct val="90000"/>
            </a:lnSpc>
            <a:spcBef>
              <a:spcPct val="0"/>
            </a:spcBef>
            <a:spcAft>
              <a:spcPct val="35000"/>
            </a:spcAft>
            <a:buNone/>
          </a:pPr>
          <a:r>
            <a:rPr lang="en-US" sz="3000" kern="1200" dirty="0"/>
            <a:t>Record cluster number for next cluster</a:t>
          </a:r>
        </a:p>
      </dsp:txBody>
      <dsp:txXfrm>
        <a:off x="458203" y="106311"/>
        <a:ext cx="5723153" cy="799138"/>
      </dsp:txXfrm>
    </dsp:sp>
    <dsp:sp modelId="{62397C7B-32F7-4E8E-9866-07A05BDD17D8}">
      <dsp:nvSpPr>
        <dsp:cNvPr id="0" name=""/>
        <dsp:cNvSpPr/>
      </dsp:nvSpPr>
      <dsp:spPr>
        <a:xfrm>
          <a:off x="0" y="1866680"/>
          <a:ext cx="8299450" cy="756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3DDD2D7-C078-4540-A560-D0816D6F9E4B}">
      <dsp:nvSpPr>
        <dsp:cNvPr id="0" name=""/>
        <dsp:cNvSpPr/>
      </dsp:nvSpPr>
      <dsp:spPr>
        <a:xfrm>
          <a:off x="414972" y="1423880"/>
          <a:ext cx="5809615" cy="885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333500">
            <a:lnSpc>
              <a:spcPct val="90000"/>
            </a:lnSpc>
            <a:spcBef>
              <a:spcPct val="0"/>
            </a:spcBef>
            <a:spcAft>
              <a:spcPct val="35000"/>
            </a:spcAft>
            <a:buNone/>
          </a:pPr>
          <a:r>
            <a:rPr lang="en-US" sz="3000" kern="1200" dirty="0"/>
            <a:t>Add EOC if at end of chain</a:t>
          </a:r>
        </a:p>
      </dsp:txBody>
      <dsp:txXfrm>
        <a:off x="458203" y="1467111"/>
        <a:ext cx="5723153" cy="799138"/>
      </dsp:txXfrm>
    </dsp:sp>
    <dsp:sp modelId="{B8ADC888-F975-46F8-9B03-7D4D544CFD81}">
      <dsp:nvSpPr>
        <dsp:cNvPr id="0" name=""/>
        <dsp:cNvSpPr/>
      </dsp:nvSpPr>
      <dsp:spPr>
        <a:xfrm>
          <a:off x="0" y="3227480"/>
          <a:ext cx="8299450" cy="756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5B7456C-5378-4B7F-8F73-18EA711CA4AC}">
      <dsp:nvSpPr>
        <dsp:cNvPr id="0" name=""/>
        <dsp:cNvSpPr/>
      </dsp:nvSpPr>
      <dsp:spPr>
        <a:xfrm>
          <a:off x="414972" y="2784680"/>
          <a:ext cx="5809615" cy="885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333500">
            <a:lnSpc>
              <a:spcPct val="90000"/>
            </a:lnSpc>
            <a:spcBef>
              <a:spcPct val="0"/>
            </a:spcBef>
            <a:spcAft>
              <a:spcPct val="35000"/>
            </a:spcAft>
            <a:buNone/>
          </a:pPr>
          <a:r>
            <a:rPr lang="en-US" sz="3000" kern="1200" dirty="0"/>
            <a:t>Mark bad, reserved, open clusters</a:t>
          </a:r>
        </a:p>
      </dsp:txBody>
      <dsp:txXfrm>
        <a:off x="458203" y="2827911"/>
        <a:ext cx="5723153" cy="79913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D45EA6-F755-44D5-A87D-5BB75F371D6A}">
      <dsp:nvSpPr>
        <dsp:cNvPr id="0" name=""/>
        <dsp:cNvSpPr/>
      </dsp:nvSpPr>
      <dsp:spPr>
        <a:xfrm>
          <a:off x="2918801" y="398"/>
          <a:ext cx="4378201" cy="1554264"/>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7145" rIns="17145" bIns="17145" numCol="1" spcCol="1270" anchor="t" anchorCtr="0">
          <a:noAutofit/>
        </a:bodyPr>
        <a:lstStyle/>
        <a:p>
          <a:pPr marL="228600" lvl="1" indent="-228600" algn="l" defTabSz="1200150">
            <a:lnSpc>
              <a:spcPct val="90000"/>
            </a:lnSpc>
            <a:spcBef>
              <a:spcPct val="0"/>
            </a:spcBef>
            <a:spcAft>
              <a:spcPct val="15000"/>
            </a:spcAft>
            <a:buChar char="•"/>
          </a:pPr>
          <a:r>
            <a:rPr lang="en-US" sz="2700" kern="1200" dirty="0"/>
            <a:t>Master File Table</a:t>
          </a:r>
        </a:p>
        <a:p>
          <a:pPr marL="228600" lvl="1" indent="-228600" algn="l" defTabSz="1200150">
            <a:lnSpc>
              <a:spcPct val="90000"/>
            </a:lnSpc>
            <a:spcBef>
              <a:spcPct val="0"/>
            </a:spcBef>
            <a:spcAft>
              <a:spcPct val="15000"/>
            </a:spcAft>
            <a:buChar char="•"/>
          </a:pPr>
          <a:r>
            <a:rPr lang="en-US" sz="2700" kern="1200" dirty="0"/>
            <a:t>Describes all files on the volume</a:t>
          </a:r>
        </a:p>
      </dsp:txBody>
      <dsp:txXfrm>
        <a:off x="2918801" y="194681"/>
        <a:ext cx="3795352" cy="1165698"/>
      </dsp:txXfrm>
    </dsp:sp>
    <dsp:sp modelId="{674BEFB0-329D-4343-B390-1ADC8EF4AAD9}">
      <dsp:nvSpPr>
        <dsp:cNvPr id="0" name=""/>
        <dsp:cNvSpPr/>
      </dsp:nvSpPr>
      <dsp:spPr>
        <a:xfrm>
          <a:off x="0" y="398"/>
          <a:ext cx="2918801" cy="155426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5260" tIns="87630" rIns="175260" bIns="87630" numCol="1" spcCol="1270" anchor="ctr" anchorCtr="0">
          <a:noAutofit/>
        </a:bodyPr>
        <a:lstStyle/>
        <a:p>
          <a:pPr marL="0" lvl="0" indent="0" algn="ctr" defTabSz="2044700">
            <a:lnSpc>
              <a:spcPct val="90000"/>
            </a:lnSpc>
            <a:spcBef>
              <a:spcPct val="0"/>
            </a:spcBef>
            <a:spcAft>
              <a:spcPct val="35000"/>
            </a:spcAft>
            <a:buNone/>
          </a:pPr>
          <a:r>
            <a:rPr lang="en-US" sz="4600" kern="1200" dirty="0"/>
            <a:t>MFT</a:t>
          </a:r>
        </a:p>
      </dsp:txBody>
      <dsp:txXfrm>
        <a:off x="75873" y="76271"/>
        <a:ext cx="2767055" cy="1402518"/>
      </dsp:txXfrm>
    </dsp:sp>
    <dsp:sp modelId="{0C7816CE-4B37-40D6-B6A6-53D6F45E2842}">
      <dsp:nvSpPr>
        <dsp:cNvPr id="0" name=""/>
        <dsp:cNvSpPr/>
      </dsp:nvSpPr>
      <dsp:spPr>
        <a:xfrm>
          <a:off x="2918801" y="1710089"/>
          <a:ext cx="4378201" cy="1554264"/>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7145" rIns="17145" bIns="17145" numCol="1" spcCol="1270" anchor="t" anchorCtr="0">
          <a:noAutofit/>
        </a:bodyPr>
        <a:lstStyle/>
        <a:p>
          <a:pPr marL="228600" lvl="1" indent="-228600" algn="l" defTabSz="1200150">
            <a:lnSpc>
              <a:spcPct val="90000"/>
            </a:lnSpc>
            <a:spcBef>
              <a:spcPct val="0"/>
            </a:spcBef>
            <a:spcAft>
              <a:spcPct val="15000"/>
            </a:spcAft>
            <a:buChar char="•"/>
          </a:pPr>
          <a:r>
            <a:rPr lang="en-US" sz="2700" kern="1200" dirty="0"/>
            <a:t>A map of all the clusters on the hard drive</a:t>
          </a:r>
        </a:p>
      </dsp:txBody>
      <dsp:txXfrm>
        <a:off x="2918801" y="1904372"/>
        <a:ext cx="3795352" cy="1165698"/>
      </dsp:txXfrm>
    </dsp:sp>
    <dsp:sp modelId="{55731A21-496E-4AB8-BCDC-386223C15E3C}">
      <dsp:nvSpPr>
        <dsp:cNvPr id="0" name=""/>
        <dsp:cNvSpPr/>
      </dsp:nvSpPr>
      <dsp:spPr>
        <a:xfrm>
          <a:off x="0" y="1710089"/>
          <a:ext cx="2918801" cy="155426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5260" tIns="87630" rIns="175260" bIns="87630" numCol="1" spcCol="1270" anchor="ctr" anchorCtr="0">
          <a:noAutofit/>
        </a:bodyPr>
        <a:lstStyle/>
        <a:p>
          <a:pPr marL="0" lvl="0" indent="0" algn="ctr" defTabSz="2044700">
            <a:lnSpc>
              <a:spcPct val="90000"/>
            </a:lnSpc>
            <a:spcBef>
              <a:spcPct val="0"/>
            </a:spcBef>
            <a:spcAft>
              <a:spcPct val="35000"/>
            </a:spcAft>
            <a:buNone/>
          </a:pPr>
          <a:r>
            <a:rPr lang="en-US" sz="4600" kern="1200" dirty="0"/>
            <a:t>Cluster bitmap</a:t>
          </a:r>
        </a:p>
      </dsp:txBody>
      <dsp:txXfrm>
        <a:off x="75873" y="1785962"/>
        <a:ext cx="2767055" cy="140251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1C0D1E-D662-434A-93D1-005C7D462B1D}">
      <dsp:nvSpPr>
        <dsp:cNvPr id="0" name=""/>
        <dsp:cNvSpPr/>
      </dsp:nvSpPr>
      <dsp:spPr>
        <a:xfrm>
          <a:off x="0" y="857280"/>
          <a:ext cx="8299450" cy="730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7FC1582-0D76-4FEC-9D9A-C33D1650D780}">
      <dsp:nvSpPr>
        <dsp:cNvPr id="0" name=""/>
        <dsp:cNvSpPr/>
      </dsp:nvSpPr>
      <dsp:spPr>
        <a:xfrm>
          <a:off x="414972" y="429240"/>
          <a:ext cx="5809615" cy="8560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289050">
            <a:lnSpc>
              <a:spcPct val="90000"/>
            </a:lnSpc>
            <a:spcBef>
              <a:spcPct val="0"/>
            </a:spcBef>
            <a:spcAft>
              <a:spcPct val="35000"/>
            </a:spcAft>
            <a:buNone/>
          </a:pPr>
          <a:r>
            <a:rPr lang="en-US" sz="2900" kern="1200" dirty="0"/>
            <a:t>MFT contains one base file record for each file and directory</a:t>
          </a:r>
        </a:p>
      </dsp:txBody>
      <dsp:txXfrm>
        <a:off x="456762" y="471030"/>
        <a:ext cx="5726035" cy="772500"/>
      </dsp:txXfrm>
    </dsp:sp>
    <dsp:sp modelId="{9DABE6DF-D804-4C0A-98C0-25B120FA4162}">
      <dsp:nvSpPr>
        <dsp:cNvPr id="0" name=""/>
        <dsp:cNvSpPr/>
      </dsp:nvSpPr>
      <dsp:spPr>
        <a:xfrm>
          <a:off x="0" y="2172720"/>
          <a:ext cx="8299450" cy="730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ED851CB-C5A8-4372-82BF-A7E6525B6853}">
      <dsp:nvSpPr>
        <dsp:cNvPr id="0" name=""/>
        <dsp:cNvSpPr/>
      </dsp:nvSpPr>
      <dsp:spPr>
        <a:xfrm>
          <a:off x="414972" y="1744680"/>
          <a:ext cx="5809615" cy="8560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289050">
            <a:lnSpc>
              <a:spcPct val="90000"/>
            </a:lnSpc>
            <a:spcBef>
              <a:spcPct val="0"/>
            </a:spcBef>
            <a:spcAft>
              <a:spcPct val="35000"/>
            </a:spcAft>
            <a:buNone/>
          </a:pPr>
          <a:r>
            <a:rPr lang="en-US" sz="2900" kern="1200" dirty="0"/>
            <a:t>MFT serves same purpose as FAT</a:t>
          </a:r>
        </a:p>
      </dsp:txBody>
      <dsp:txXfrm>
        <a:off x="456762" y="1786470"/>
        <a:ext cx="5726035" cy="772500"/>
      </dsp:txXfrm>
    </dsp:sp>
    <dsp:sp modelId="{C9742FAA-EC80-4618-B215-2DCB3E70B047}">
      <dsp:nvSpPr>
        <dsp:cNvPr id="0" name=""/>
        <dsp:cNvSpPr/>
      </dsp:nvSpPr>
      <dsp:spPr>
        <a:xfrm>
          <a:off x="0" y="3488160"/>
          <a:ext cx="8299450" cy="730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E0DBA43-E842-4A50-BCEB-193AF746F3F1}">
      <dsp:nvSpPr>
        <dsp:cNvPr id="0" name=""/>
        <dsp:cNvSpPr/>
      </dsp:nvSpPr>
      <dsp:spPr>
        <a:xfrm>
          <a:off x="414972" y="3060120"/>
          <a:ext cx="5809615" cy="8560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289050">
            <a:lnSpc>
              <a:spcPct val="90000"/>
            </a:lnSpc>
            <a:spcBef>
              <a:spcPct val="0"/>
            </a:spcBef>
            <a:spcAft>
              <a:spcPct val="35000"/>
            </a:spcAft>
            <a:buNone/>
          </a:pPr>
          <a:r>
            <a:rPr lang="en-US" sz="2900" kern="1200" dirty="0"/>
            <a:t>Cluster bitmap file maps all clusters on disk</a:t>
          </a:r>
        </a:p>
      </dsp:txBody>
      <dsp:txXfrm>
        <a:off x="456762" y="3101910"/>
        <a:ext cx="5726035" cy="7725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8C41CF-446D-444B-BDDE-F34862657963}">
      <dsp:nvSpPr>
        <dsp:cNvPr id="0" name=""/>
        <dsp:cNvSpPr/>
      </dsp:nvSpPr>
      <dsp:spPr>
        <a:xfrm>
          <a:off x="667846" y="2847"/>
          <a:ext cx="2901565" cy="17409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Install</a:t>
          </a:r>
        </a:p>
      </dsp:txBody>
      <dsp:txXfrm>
        <a:off x="718836" y="53837"/>
        <a:ext cx="2799585" cy="1638959"/>
      </dsp:txXfrm>
    </dsp:sp>
    <dsp:sp modelId="{A3C8D0CD-9527-4B51-9FAA-D07EE077EFCF}">
      <dsp:nvSpPr>
        <dsp:cNvPr id="0" name=""/>
        <dsp:cNvSpPr/>
      </dsp:nvSpPr>
      <dsp:spPr>
        <a:xfrm>
          <a:off x="3824749" y="513523"/>
          <a:ext cx="615131" cy="71958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00150">
            <a:lnSpc>
              <a:spcPct val="90000"/>
            </a:lnSpc>
            <a:spcBef>
              <a:spcPct val="0"/>
            </a:spcBef>
            <a:spcAft>
              <a:spcPct val="35000"/>
            </a:spcAft>
            <a:buNone/>
          </a:pPr>
          <a:endParaRPr lang="en-US" sz="2700" kern="1200" dirty="0"/>
        </a:p>
      </dsp:txBody>
      <dsp:txXfrm>
        <a:off x="3824749" y="657441"/>
        <a:ext cx="430592" cy="431752"/>
      </dsp:txXfrm>
    </dsp:sp>
    <dsp:sp modelId="{8F23476F-6CD9-45EE-93CC-09E7AB080E80}">
      <dsp:nvSpPr>
        <dsp:cNvPr id="0" name=""/>
        <dsp:cNvSpPr/>
      </dsp:nvSpPr>
      <dsp:spPr>
        <a:xfrm>
          <a:off x="4730038" y="2847"/>
          <a:ext cx="2901565" cy="17409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Verify output directory is empty</a:t>
          </a:r>
        </a:p>
      </dsp:txBody>
      <dsp:txXfrm>
        <a:off x="4781028" y="53837"/>
        <a:ext cx="2799585" cy="1638959"/>
      </dsp:txXfrm>
    </dsp:sp>
    <dsp:sp modelId="{C91174A5-362B-4349-8A7F-729839D3CF24}">
      <dsp:nvSpPr>
        <dsp:cNvPr id="0" name=""/>
        <dsp:cNvSpPr/>
      </dsp:nvSpPr>
      <dsp:spPr>
        <a:xfrm rot="5400000">
          <a:off x="5873254" y="1946896"/>
          <a:ext cx="615131" cy="71958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00150">
            <a:lnSpc>
              <a:spcPct val="90000"/>
            </a:lnSpc>
            <a:spcBef>
              <a:spcPct val="0"/>
            </a:spcBef>
            <a:spcAft>
              <a:spcPct val="35000"/>
            </a:spcAft>
            <a:buNone/>
          </a:pPr>
          <a:endParaRPr lang="en-US" sz="2700" kern="1200" dirty="0"/>
        </a:p>
      </dsp:txBody>
      <dsp:txXfrm rot="-5400000">
        <a:off x="5964944" y="1999125"/>
        <a:ext cx="431752" cy="430592"/>
      </dsp:txXfrm>
    </dsp:sp>
    <dsp:sp modelId="{FABBDD1E-5CC4-4EFA-9022-15B9EE756523}">
      <dsp:nvSpPr>
        <dsp:cNvPr id="0" name=""/>
        <dsp:cNvSpPr/>
      </dsp:nvSpPr>
      <dsp:spPr>
        <a:xfrm>
          <a:off x="4730038" y="2904413"/>
          <a:ext cx="2901565" cy="17409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Edit config file</a:t>
          </a:r>
        </a:p>
      </dsp:txBody>
      <dsp:txXfrm>
        <a:off x="4781028" y="2955403"/>
        <a:ext cx="2799585" cy="1638959"/>
      </dsp:txXfrm>
    </dsp:sp>
    <dsp:sp modelId="{42A8C67A-3308-43C8-AF5B-2EFB7863BE42}">
      <dsp:nvSpPr>
        <dsp:cNvPr id="0" name=""/>
        <dsp:cNvSpPr/>
      </dsp:nvSpPr>
      <dsp:spPr>
        <a:xfrm rot="10800000">
          <a:off x="3859568" y="3415088"/>
          <a:ext cx="615131" cy="71958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00150">
            <a:lnSpc>
              <a:spcPct val="90000"/>
            </a:lnSpc>
            <a:spcBef>
              <a:spcPct val="0"/>
            </a:spcBef>
            <a:spcAft>
              <a:spcPct val="35000"/>
            </a:spcAft>
            <a:buNone/>
          </a:pPr>
          <a:endParaRPr lang="en-US" sz="2700" kern="1200" dirty="0"/>
        </a:p>
      </dsp:txBody>
      <dsp:txXfrm rot="10800000">
        <a:off x="4044107" y="3559006"/>
        <a:ext cx="430592" cy="431752"/>
      </dsp:txXfrm>
    </dsp:sp>
    <dsp:sp modelId="{E9F5D00D-BCA0-40ED-B587-4CD29A14398C}">
      <dsp:nvSpPr>
        <dsp:cNvPr id="0" name=""/>
        <dsp:cNvSpPr/>
      </dsp:nvSpPr>
      <dsp:spPr>
        <a:xfrm>
          <a:off x="667846" y="2904413"/>
          <a:ext cx="2901565" cy="17409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Run scalpel command</a:t>
          </a:r>
        </a:p>
      </dsp:txBody>
      <dsp:txXfrm>
        <a:off x="718836" y="2955403"/>
        <a:ext cx="2799585" cy="163895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633568-C1A1-4864-98F2-9C369AD9922A}">
      <dsp:nvSpPr>
        <dsp:cNvPr id="0" name=""/>
        <dsp:cNvSpPr/>
      </dsp:nvSpPr>
      <dsp:spPr>
        <a:xfrm>
          <a:off x="622458" y="0"/>
          <a:ext cx="7054532" cy="464820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480426-E9B3-4CD5-A81E-E581BAD119F0}">
      <dsp:nvSpPr>
        <dsp:cNvPr id="0" name=""/>
        <dsp:cNvSpPr/>
      </dsp:nvSpPr>
      <dsp:spPr>
        <a:xfrm>
          <a:off x="8915" y="1394460"/>
          <a:ext cx="2671385" cy="1859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Open Files Recovery tool</a:t>
          </a:r>
        </a:p>
      </dsp:txBody>
      <dsp:txXfrm>
        <a:off x="99678" y="1485223"/>
        <a:ext cx="2489859" cy="1677754"/>
      </dsp:txXfrm>
    </dsp:sp>
    <dsp:sp modelId="{0238FFAC-60F0-4623-A399-8D49BCA2EC66}">
      <dsp:nvSpPr>
        <dsp:cNvPr id="0" name=""/>
        <dsp:cNvSpPr/>
      </dsp:nvSpPr>
      <dsp:spPr>
        <a:xfrm>
          <a:off x="2814032" y="1394460"/>
          <a:ext cx="2671385" cy="1859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Select volume</a:t>
          </a:r>
        </a:p>
      </dsp:txBody>
      <dsp:txXfrm>
        <a:off x="2904795" y="1485223"/>
        <a:ext cx="2489859" cy="1677754"/>
      </dsp:txXfrm>
    </dsp:sp>
    <dsp:sp modelId="{E2802E7E-1BFC-41F5-A0D7-DE544F2C4CEE}">
      <dsp:nvSpPr>
        <dsp:cNvPr id="0" name=""/>
        <dsp:cNvSpPr/>
      </dsp:nvSpPr>
      <dsp:spPr>
        <a:xfrm>
          <a:off x="5619149" y="1394460"/>
          <a:ext cx="2671385" cy="1859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Select </a:t>
          </a:r>
          <a:r>
            <a:rPr lang="en-US" sz="3500" b="1" kern="1200" dirty="0"/>
            <a:t>Undelete</a:t>
          </a:r>
        </a:p>
      </dsp:txBody>
      <dsp:txXfrm>
        <a:off x="5709912" y="1485223"/>
        <a:ext cx="2489859" cy="167775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485606-AAD0-42C6-858B-BC9AB75CFE13}">
      <dsp:nvSpPr>
        <dsp:cNvPr id="0" name=""/>
        <dsp:cNvSpPr/>
      </dsp:nvSpPr>
      <dsp:spPr>
        <a:xfrm>
          <a:off x="2399569" y="1588599"/>
          <a:ext cx="520251" cy="91440"/>
        </a:xfrm>
        <a:custGeom>
          <a:avLst/>
          <a:gdLst/>
          <a:ahLst/>
          <a:cxnLst/>
          <a:rect l="0" t="0" r="0" b="0"/>
          <a:pathLst>
            <a:path>
              <a:moveTo>
                <a:pt x="0" y="45720"/>
              </a:moveTo>
              <a:lnTo>
                <a:pt x="520251"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2645924" y="1631565"/>
        <a:ext cx="27542" cy="5508"/>
      </dsp:txXfrm>
    </dsp:sp>
    <dsp:sp modelId="{7555A36A-3F02-4C85-B152-D955F176E0EF}">
      <dsp:nvSpPr>
        <dsp:cNvPr id="0" name=""/>
        <dsp:cNvSpPr/>
      </dsp:nvSpPr>
      <dsp:spPr>
        <a:xfrm>
          <a:off x="6362" y="915817"/>
          <a:ext cx="2395007" cy="143700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Remove drive/connect to test system</a:t>
          </a:r>
        </a:p>
      </dsp:txBody>
      <dsp:txXfrm>
        <a:off x="6362" y="915817"/>
        <a:ext cx="2395007" cy="1437004"/>
      </dsp:txXfrm>
    </dsp:sp>
    <dsp:sp modelId="{843FCDBD-C522-44C7-A1F2-059CA48E6702}">
      <dsp:nvSpPr>
        <dsp:cNvPr id="0" name=""/>
        <dsp:cNvSpPr/>
      </dsp:nvSpPr>
      <dsp:spPr>
        <a:xfrm>
          <a:off x="5345428" y="1588599"/>
          <a:ext cx="520251" cy="91440"/>
        </a:xfrm>
        <a:custGeom>
          <a:avLst/>
          <a:gdLst/>
          <a:ahLst/>
          <a:cxnLst/>
          <a:rect l="0" t="0" r="0" b="0"/>
          <a:pathLst>
            <a:path>
              <a:moveTo>
                <a:pt x="0" y="45720"/>
              </a:moveTo>
              <a:lnTo>
                <a:pt x="520251"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5591783" y="1631565"/>
        <a:ext cx="27542" cy="5508"/>
      </dsp:txXfrm>
    </dsp:sp>
    <dsp:sp modelId="{A37B90F3-399A-4290-A052-673C09D1BAB2}">
      <dsp:nvSpPr>
        <dsp:cNvPr id="0" name=""/>
        <dsp:cNvSpPr/>
      </dsp:nvSpPr>
      <dsp:spPr>
        <a:xfrm>
          <a:off x="2952221" y="915817"/>
          <a:ext cx="2395007" cy="143700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Boot test system</a:t>
          </a:r>
        </a:p>
      </dsp:txBody>
      <dsp:txXfrm>
        <a:off x="2952221" y="915817"/>
        <a:ext cx="2395007" cy="1437004"/>
      </dsp:txXfrm>
    </dsp:sp>
    <dsp:sp modelId="{970F0AE2-08FA-4283-8316-6CFA97CC98C5}">
      <dsp:nvSpPr>
        <dsp:cNvPr id="0" name=""/>
        <dsp:cNvSpPr/>
      </dsp:nvSpPr>
      <dsp:spPr>
        <a:xfrm>
          <a:off x="5898080" y="915817"/>
          <a:ext cx="2395007" cy="143700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Copy files from drive to test system</a:t>
          </a:r>
        </a:p>
      </dsp:txBody>
      <dsp:txXfrm>
        <a:off x="5898080" y="915817"/>
        <a:ext cx="2395007" cy="143700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485606-AAD0-42C6-858B-BC9AB75CFE13}">
      <dsp:nvSpPr>
        <dsp:cNvPr id="0" name=""/>
        <dsp:cNvSpPr/>
      </dsp:nvSpPr>
      <dsp:spPr>
        <a:xfrm>
          <a:off x="2399569" y="1284451"/>
          <a:ext cx="520251" cy="91440"/>
        </a:xfrm>
        <a:custGeom>
          <a:avLst/>
          <a:gdLst/>
          <a:ahLst/>
          <a:cxnLst/>
          <a:rect l="0" t="0" r="0" b="0"/>
          <a:pathLst>
            <a:path>
              <a:moveTo>
                <a:pt x="0" y="45720"/>
              </a:moveTo>
              <a:lnTo>
                <a:pt x="520251" y="45720"/>
              </a:lnTo>
            </a:path>
          </a:pathLst>
        </a:custGeom>
        <a:noFill/>
        <a:ln w="9525" cap="flat" cmpd="sng" algn="ctr">
          <a:solidFill>
            <a:schemeClr val="accent1">
              <a:shade val="90000"/>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2645924" y="1327417"/>
        <a:ext cx="27542" cy="5508"/>
      </dsp:txXfrm>
    </dsp:sp>
    <dsp:sp modelId="{7555A36A-3F02-4C85-B152-D955F176E0EF}">
      <dsp:nvSpPr>
        <dsp:cNvPr id="0" name=""/>
        <dsp:cNvSpPr/>
      </dsp:nvSpPr>
      <dsp:spPr>
        <a:xfrm>
          <a:off x="6362" y="611669"/>
          <a:ext cx="2395007" cy="1437004"/>
        </a:xfrm>
        <a:prstGeom prst="rect">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Remove drive/connect to test system</a:t>
          </a:r>
        </a:p>
      </dsp:txBody>
      <dsp:txXfrm>
        <a:off x="6362" y="611669"/>
        <a:ext cx="2395007" cy="1437004"/>
      </dsp:txXfrm>
    </dsp:sp>
    <dsp:sp modelId="{843FCDBD-C522-44C7-A1F2-059CA48E6702}">
      <dsp:nvSpPr>
        <dsp:cNvPr id="0" name=""/>
        <dsp:cNvSpPr/>
      </dsp:nvSpPr>
      <dsp:spPr>
        <a:xfrm>
          <a:off x="5345428" y="1284451"/>
          <a:ext cx="520251" cy="91440"/>
        </a:xfrm>
        <a:custGeom>
          <a:avLst/>
          <a:gdLst/>
          <a:ahLst/>
          <a:cxnLst/>
          <a:rect l="0" t="0" r="0" b="0"/>
          <a:pathLst>
            <a:path>
              <a:moveTo>
                <a:pt x="0" y="45720"/>
              </a:moveTo>
              <a:lnTo>
                <a:pt x="520251" y="45720"/>
              </a:lnTo>
            </a:path>
          </a:pathLst>
        </a:custGeom>
        <a:noFill/>
        <a:ln w="9525" cap="flat" cmpd="sng" algn="ctr">
          <a:solidFill>
            <a:schemeClr val="accent1">
              <a:shade val="90000"/>
              <a:hueOff val="129472"/>
              <a:satOff val="-8018"/>
              <a:lumOff val="9556"/>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5591783" y="1327417"/>
        <a:ext cx="27542" cy="5508"/>
      </dsp:txXfrm>
    </dsp:sp>
    <dsp:sp modelId="{A37B90F3-399A-4290-A052-673C09D1BAB2}">
      <dsp:nvSpPr>
        <dsp:cNvPr id="0" name=""/>
        <dsp:cNvSpPr/>
      </dsp:nvSpPr>
      <dsp:spPr>
        <a:xfrm>
          <a:off x="2952221" y="611669"/>
          <a:ext cx="2395007" cy="1437004"/>
        </a:xfrm>
        <a:prstGeom prst="rect">
          <a:avLst/>
        </a:prstGeom>
        <a:solidFill>
          <a:schemeClr val="accent1">
            <a:shade val="80000"/>
            <a:hueOff val="97063"/>
            <a:satOff val="-6097"/>
            <a:lumOff val="770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Boot test system</a:t>
          </a:r>
        </a:p>
      </dsp:txBody>
      <dsp:txXfrm>
        <a:off x="2952221" y="611669"/>
        <a:ext cx="2395007" cy="1437004"/>
      </dsp:txXfrm>
    </dsp:sp>
    <dsp:sp modelId="{BC740966-7F90-4A55-8342-BEC494AE3A32}">
      <dsp:nvSpPr>
        <dsp:cNvPr id="0" name=""/>
        <dsp:cNvSpPr/>
      </dsp:nvSpPr>
      <dsp:spPr>
        <a:xfrm>
          <a:off x="1203866" y="2046874"/>
          <a:ext cx="5891717" cy="520251"/>
        </a:xfrm>
        <a:custGeom>
          <a:avLst/>
          <a:gdLst/>
          <a:ahLst/>
          <a:cxnLst/>
          <a:rect l="0" t="0" r="0" b="0"/>
          <a:pathLst>
            <a:path>
              <a:moveTo>
                <a:pt x="5891717" y="0"/>
              </a:moveTo>
              <a:lnTo>
                <a:pt x="5891717" y="277225"/>
              </a:lnTo>
              <a:lnTo>
                <a:pt x="0" y="277225"/>
              </a:lnTo>
              <a:lnTo>
                <a:pt x="0" y="520251"/>
              </a:lnTo>
            </a:path>
          </a:pathLst>
        </a:custGeom>
        <a:noFill/>
        <a:ln w="9525" cap="flat" cmpd="sng" algn="ctr">
          <a:solidFill>
            <a:schemeClr val="accent1">
              <a:shade val="90000"/>
              <a:hueOff val="258943"/>
              <a:satOff val="-16037"/>
              <a:lumOff val="19111"/>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4001789" y="2304245"/>
        <a:ext cx="295870" cy="5508"/>
      </dsp:txXfrm>
    </dsp:sp>
    <dsp:sp modelId="{970F0AE2-08FA-4283-8316-6CFA97CC98C5}">
      <dsp:nvSpPr>
        <dsp:cNvPr id="0" name=""/>
        <dsp:cNvSpPr/>
      </dsp:nvSpPr>
      <dsp:spPr>
        <a:xfrm>
          <a:off x="5898080" y="611669"/>
          <a:ext cx="2395007" cy="1437004"/>
        </a:xfrm>
        <a:prstGeom prst="rect">
          <a:avLst/>
        </a:prstGeom>
        <a:solidFill>
          <a:schemeClr val="accent1">
            <a:shade val="80000"/>
            <a:hueOff val="194125"/>
            <a:satOff val="-12193"/>
            <a:lumOff val="1541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Drive not recognized?</a:t>
          </a:r>
        </a:p>
      </dsp:txBody>
      <dsp:txXfrm>
        <a:off x="5898080" y="611669"/>
        <a:ext cx="2395007" cy="1437004"/>
      </dsp:txXfrm>
    </dsp:sp>
    <dsp:sp modelId="{6C04BC7F-EDCC-44E5-B40B-72AA834E1C1E}">
      <dsp:nvSpPr>
        <dsp:cNvPr id="0" name=""/>
        <dsp:cNvSpPr/>
      </dsp:nvSpPr>
      <dsp:spPr>
        <a:xfrm>
          <a:off x="2399569" y="3272308"/>
          <a:ext cx="520251" cy="91440"/>
        </a:xfrm>
        <a:custGeom>
          <a:avLst/>
          <a:gdLst/>
          <a:ahLst/>
          <a:cxnLst/>
          <a:rect l="0" t="0" r="0" b="0"/>
          <a:pathLst>
            <a:path>
              <a:moveTo>
                <a:pt x="0" y="45720"/>
              </a:moveTo>
              <a:lnTo>
                <a:pt x="520251" y="45720"/>
              </a:lnTo>
            </a:path>
          </a:pathLst>
        </a:custGeom>
        <a:noFill/>
        <a:ln w="9525" cap="flat" cmpd="sng" algn="ctr">
          <a:solidFill>
            <a:schemeClr val="accent1">
              <a:shade val="90000"/>
              <a:hueOff val="388415"/>
              <a:satOff val="-24055"/>
              <a:lumOff val="28667"/>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2645924" y="3315273"/>
        <a:ext cx="27542" cy="5508"/>
      </dsp:txXfrm>
    </dsp:sp>
    <dsp:sp modelId="{41E413E2-B084-4F60-9EF7-7DEE26902F60}">
      <dsp:nvSpPr>
        <dsp:cNvPr id="0" name=""/>
        <dsp:cNvSpPr/>
      </dsp:nvSpPr>
      <dsp:spPr>
        <a:xfrm>
          <a:off x="6362" y="2599525"/>
          <a:ext cx="2395007" cy="1437004"/>
        </a:xfrm>
        <a:prstGeom prst="rect">
          <a:avLst/>
        </a:prstGeom>
        <a:solidFill>
          <a:schemeClr val="accent1">
            <a:shade val="80000"/>
            <a:hueOff val="291188"/>
            <a:satOff val="-18290"/>
            <a:lumOff val="2311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Perform repair</a:t>
          </a:r>
        </a:p>
      </dsp:txBody>
      <dsp:txXfrm>
        <a:off x="6362" y="2599525"/>
        <a:ext cx="2395007" cy="1437004"/>
      </dsp:txXfrm>
    </dsp:sp>
    <dsp:sp modelId="{B47A94FD-21EA-4574-9D22-D98B04BF06AC}">
      <dsp:nvSpPr>
        <dsp:cNvPr id="0" name=""/>
        <dsp:cNvSpPr/>
      </dsp:nvSpPr>
      <dsp:spPr>
        <a:xfrm>
          <a:off x="2952221" y="2599525"/>
          <a:ext cx="2395007" cy="1437004"/>
        </a:xfrm>
        <a:prstGeom prst="rect">
          <a:avLst/>
        </a:prstGeom>
        <a:solidFill>
          <a:schemeClr val="accent1">
            <a:shade val="80000"/>
            <a:hueOff val="388250"/>
            <a:satOff val="-24386"/>
            <a:lumOff val="30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Image drive content</a:t>
          </a:r>
        </a:p>
      </dsp:txBody>
      <dsp:txXfrm>
        <a:off x="2952221" y="2599525"/>
        <a:ext cx="2395007" cy="143700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403D02-9027-4212-AC33-2A6E8535DF19}">
      <dsp:nvSpPr>
        <dsp:cNvPr id="0" name=""/>
        <dsp:cNvSpPr/>
      </dsp:nvSpPr>
      <dsp:spPr>
        <a:xfrm>
          <a:off x="0" y="492831"/>
          <a:ext cx="8299450" cy="781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0522293-204A-4AD0-B5AC-9C050A9C090E}">
      <dsp:nvSpPr>
        <dsp:cNvPr id="0" name=""/>
        <dsp:cNvSpPr/>
      </dsp:nvSpPr>
      <dsp:spPr>
        <a:xfrm>
          <a:off x="414972" y="35271"/>
          <a:ext cx="5809615" cy="9151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377950">
            <a:lnSpc>
              <a:spcPct val="90000"/>
            </a:lnSpc>
            <a:spcBef>
              <a:spcPct val="0"/>
            </a:spcBef>
            <a:spcAft>
              <a:spcPct val="35000"/>
            </a:spcAft>
            <a:buNone/>
          </a:pPr>
          <a:r>
            <a:rPr lang="en-US" sz="3100" kern="1200" dirty="0"/>
            <a:t>Replace printed circuit board</a:t>
          </a:r>
        </a:p>
      </dsp:txBody>
      <dsp:txXfrm>
        <a:off x="459644" y="79943"/>
        <a:ext cx="5720271" cy="825776"/>
      </dsp:txXfrm>
    </dsp:sp>
    <dsp:sp modelId="{A5A52890-7CBA-42D2-90D7-010F0FAFD9AF}">
      <dsp:nvSpPr>
        <dsp:cNvPr id="0" name=""/>
        <dsp:cNvSpPr/>
      </dsp:nvSpPr>
      <dsp:spPr>
        <a:xfrm>
          <a:off x="0" y="1898992"/>
          <a:ext cx="8299450" cy="781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C77314F-97B5-4EB2-8440-7A923620D9E1}">
      <dsp:nvSpPr>
        <dsp:cNvPr id="0" name=""/>
        <dsp:cNvSpPr/>
      </dsp:nvSpPr>
      <dsp:spPr>
        <a:xfrm>
          <a:off x="414972" y="1441431"/>
          <a:ext cx="5809615" cy="9151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377950">
            <a:lnSpc>
              <a:spcPct val="90000"/>
            </a:lnSpc>
            <a:spcBef>
              <a:spcPct val="0"/>
            </a:spcBef>
            <a:spcAft>
              <a:spcPct val="35000"/>
            </a:spcAft>
            <a:buNone/>
          </a:pPr>
          <a:r>
            <a:rPr lang="en-US" sz="3100" kern="1200" dirty="0"/>
            <a:t>Replace read/write head assembly</a:t>
          </a:r>
        </a:p>
      </dsp:txBody>
      <dsp:txXfrm>
        <a:off x="459644" y="1486103"/>
        <a:ext cx="5720271" cy="825776"/>
      </dsp:txXfrm>
    </dsp:sp>
    <dsp:sp modelId="{0421EC2D-644B-4616-9A32-AE63F64659E0}">
      <dsp:nvSpPr>
        <dsp:cNvPr id="0" name=""/>
        <dsp:cNvSpPr/>
      </dsp:nvSpPr>
      <dsp:spPr>
        <a:xfrm>
          <a:off x="0" y="3305152"/>
          <a:ext cx="8299450" cy="781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B3681CC-4173-4AF4-9EBB-4BC2B14CCE0F}">
      <dsp:nvSpPr>
        <dsp:cNvPr id="0" name=""/>
        <dsp:cNvSpPr/>
      </dsp:nvSpPr>
      <dsp:spPr>
        <a:xfrm>
          <a:off x="414972" y="2847592"/>
          <a:ext cx="5809615" cy="9151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377950">
            <a:lnSpc>
              <a:spcPct val="90000"/>
            </a:lnSpc>
            <a:spcBef>
              <a:spcPct val="0"/>
            </a:spcBef>
            <a:spcAft>
              <a:spcPct val="35000"/>
            </a:spcAft>
            <a:buNone/>
          </a:pPr>
          <a:r>
            <a:rPr lang="en-US" sz="3100" kern="1200" dirty="0"/>
            <a:t>Transfer disk platters to healthy drive</a:t>
          </a:r>
        </a:p>
      </dsp:txBody>
      <dsp:txXfrm>
        <a:off x="459644" y="2892264"/>
        <a:ext cx="5720271" cy="82577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B373CF-3B83-4CA4-9B94-570A1D916460}">
      <dsp:nvSpPr>
        <dsp:cNvPr id="0" name=""/>
        <dsp:cNvSpPr/>
      </dsp:nvSpPr>
      <dsp:spPr>
        <a:xfrm>
          <a:off x="-4918239" y="-759290"/>
          <a:ext cx="5901668" cy="5901668"/>
        </a:xfrm>
        <a:prstGeom prst="blockArc">
          <a:avLst>
            <a:gd name="adj1" fmla="val 18900000"/>
            <a:gd name="adj2" fmla="val 2700000"/>
            <a:gd name="adj3" fmla="val 366"/>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434C8F6-CEBD-4CFC-BAFD-6EEE8287ECAA}">
      <dsp:nvSpPr>
        <dsp:cNvPr id="0" name=""/>
        <dsp:cNvSpPr/>
      </dsp:nvSpPr>
      <dsp:spPr>
        <a:xfrm>
          <a:off x="805720" y="626167"/>
          <a:ext cx="7470608" cy="125216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3902" tIns="81280" rIns="81280" bIns="81280" numCol="1" spcCol="1270" anchor="ctr" anchorCtr="0">
          <a:noAutofit/>
        </a:bodyPr>
        <a:lstStyle/>
        <a:p>
          <a:pPr marL="0" lvl="0" indent="0" algn="l" defTabSz="1422400">
            <a:lnSpc>
              <a:spcPct val="90000"/>
            </a:lnSpc>
            <a:spcBef>
              <a:spcPct val="0"/>
            </a:spcBef>
            <a:spcAft>
              <a:spcPct val="35000"/>
            </a:spcAft>
            <a:buNone/>
          </a:pPr>
          <a:r>
            <a:rPr lang="en-US" sz="3200" kern="1200" dirty="0"/>
            <a:t>Can fail is file system is highly damaged</a:t>
          </a:r>
        </a:p>
      </dsp:txBody>
      <dsp:txXfrm>
        <a:off x="805720" y="626167"/>
        <a:ext cx="7470608" cy="1252160"/>
      </dsp:txXfrm>
    </dsp:sp>
    <dsp:sp modelId="{5551A0BC-1EAE-469E-87C7-493D25DFED97}">
      <dsp:nvSpPr>
        <dsp:cNvPr id="0" name=""/>
        <dsp:cNvSpPr/>
      </dsp:nvSpPr>
      <dsp:spPr>
        <a:xfrm>
          <a:off x="23120" y="469647"/>
          <a:ext cx="1565200" cy="156520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11E6038-7748-456C-B3B2-FE0EA66DD516}">
      <dsp:nvSpPr>
        <dsp:cNvPr id="0" name=""/>
        <dsp:cNvSpPr/>
      </dsp:nvSpPr>
      <dsp:spPr>
        <a:xfrm>
          <a:off x="805720" y="2504758"/>
          <a:ext cx="7470608" cy="125216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3902" tIns="81280" rIns="81280" bIns="81280" numCol="1" spcCol="1270" anchor="ctr" anchorCtr="0">
          <a:noAutofit/>
        </a:bodyPr>
        <a:lstStyle/>
        <a:p>
          <a:pPr marL="0" lvl="0" indent="0" algn="l" defTabSz="1422400">
            <a:lnSpc>
              <a:spcPct val="90000"/>
            </a:lnSpc>
            <a:spcBef>
              <a:spcPct val="0"/>
            </a:spcBef>
            <a:spcAft>
              <a:spcPct val="35000"/>
            </a:spcAft>
            <a:buNone/>
          </a:pPr>
          <a:r>
            <a:rPr lang="en-US" sz="3200" kern="1200" dirty="0"/>
            <a:t>Chkdsk utility might delete files that are out of place or unexplainable</a:t>
          </a:r>
        </a:p>
      </dsp:txBody>
      <dsp:txXfrm>
        <a:off x="805720" y="2504758"/>
        <a:ext cx="7470608" cy="1252160"/>
      </dsp:txXfrm>
    </dsp:sp>
    <dsp:sp modelId="{E462E13B-6398-439D-87EC-B375BC554E9B}">
      <dsp:nvSpPr>
        <dsp:cNvPr id="0" name=""/>
        <dsp:cNvSpPr/>
      </dsp:nvSpPr>
      <dsp:spPr>
        <a:xfrm>
          <a:off x="23120" y="2348238"/>
          <a:ext cx="1565200" cy="156520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ABC627-A67C-4B9F-A707-EBCDFF11F64B}">
      <dsp:nvSpPr>
        <dsp:cNvPr id="0" name=""/>
        <dsp:cNvSpPr/>
      </dsp:nvSpPr>
      <dsp:spPr>
        <a:xfrm>
          <a:off x="1190" y="522135"/>
          <a:ext cx="2539007" cy="152340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Scan drive</a:t>
          </a:r>
        </a:p>
      </dsp:txBody>
      <dsp:txXfrm>
        <a:off x="45809" y="566754"/>
        <a:ext cx="2449769" cy="1434166"/>
      </dsp:txXfrm>
    </dsp:sp>
    <dsp:sp modelId="{F6858545-018F-4785-A255-774FFCD869D6}">
      <dsp:nvSpPr>
        <dsp:cNvPr id="0" name=""/>
        <dsp:cNvSpPr/>
      </dsp:nvSpPr>
      <dsp:spPr>
        <a:xfrm>
          <a:off x="2794099" y="969000"/>
          <a:ext cx="538269" cy="6296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dirty="0"/>
        </a:p>
      </dsp:txBody>
      <dsp:txXfrm>
        <a:off x="2794099" y="1094935"/>
        <a:ext cx="376788" cy="377803"/>
      </dsp:txXfrm>
    </dsp:sp>
    <dsp:sp modelId="{E6151BAC-BDE3-414A-9292-B2C862A50159}">
      <dsp:nvSpPr>
        <dsp:cNvPr id="0" name=""/>
        <dsp:cNvSpPr/>
      </dsp:nvSpPr>
      <dsp:spPr>
        <a:xfrm>
          <a:off x="3555801" y="522135"/>
          <a:ext cx="2539007" cy="152340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Match results to specs</a:t>
          </a:r>
        </a:p>
      </dsp:txBody>
      <dsp:txXfrm>
        <a:off x="3600420" y="566754"/>
        <a:ext cx="2449769" cy="143416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dirty="0">
                <a:latin typeface="Times New Roman" pitchFamily="18" charset="0"/>
              </a:defRPr>
            </a:lvl1pPr>
          </a:lstStyle>
          <a:p>
            <a:pPr>
              <a:defRPr/>
            </a:pPr>
            <a:endParaRPr lang="en-US" dirty="0"/>
          </a:p>
        </p:txBody>
      </p:sp>
      <p:sp>
        <p:nvSpPr>
          <p:cNvPr id="50179" name="Rectangle 3"/>
          <p:cNvSpPr>
            <a:spLocks noGrp="1" noChangeArrowheads="1"/>
          </p:cNvSpPr>
          <p:nvPr>
            <p:ph type="dt" sz="quarter"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3A819D11-C633-495B-B216-6CFF46051193}" type="datetime1">
              <a:rPr lang="en-US"/>
              <a:pPr>
                <a:defRPr/>
              </a:pPr>
              <a:t>7/2/2017</a:t>
            </a:fld>
            <a:endParaRPr lang="en-US" dirty="0"/>
          </a:p>
        </p:txBody>
      </p:sp>
      <p:sp>
        <p:nvSpPr>
          <p:cNvPr id="50180" name="Rectangle 4"/>
          <p:cNvSpPr>
            <a:spLocks noGrp="1" noChangeArrowheads="1"/>
          </p:cNvSpPr>
          <p:nvPr>
            <p:ph type="ftr" sz="quarter" idx="2"/>
          </p:nvPr>
        </p:nvSpPr>
        <p:spPr bwMode="auto">
          <a:xfrm>
            <a:off x="0"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defTabSz="931887" eaLnBrk="1" hangingPunct="1">
              <a:defRPr sz="1300" dirty="0">
                <a:latin typeface="Times New Roman" pitchFamily="18" charset="0"/>
              </a:defRPr>
            </a:lvl1pPr>
          </a:lstStyle>
          <a:p>
            <a:pPr>
              <a:defRPr/>
            </a:pPr>
            <a:endParaRPr lang="en-US" dirty="0"/>
          </a:p>
        </p:txBody>
      </p:sp>
      <p:sp>
        <p:nvSpPr>
          <p:cNvPr id="50181" name="Rectangle 5"/>
          <p:cNvSpPr>
            <a:spLocks noGrp="1" noChangeArrowheads="1"/>
          </p:cNvSpPr>
          <p:nvPr>
            <p:ph type="sldNum" sz="quarter" idx="3"/>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975B9A23-961D-4D1B-A876-C7BE7CE47121}" type="slidenum">
              <a:rPr lang="en-US"/>
              <a:pPr>
                <a:defRPr/>
              </a:pPr>
              <a:t>‹#›</a:t>
            </a:fld>
            <a:endParaRPr lang="en-US" dirty="0"/>
          </a:p>
        </p:txBody>
      </p:sp>
    </p:spTree>
    <p:extLst>
      <p:ext uri="{BB962C8B-B14F-4D97-AF65-F5344CB8AC3E}">
        <p14:creationId xmlns:p14="http://schemas.microsoft.com/office/powerpoint/2010/main" val="5647760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dirty="0">
                <a:latin typeface="Times New Roman" pitchFamily="18" charset="0"/>
              </a:defRPr>
            </a:lvl1pPr>
          </a:lstStyle>
          <a:p>
            <a:pPr>
              <a:defRPr/>
            </a:pPr>
            <a:endParaRPr lang="en-US" dirty="0"/>
          </a:p>
        </p:txBody>
      </p:sp>
      <p:sp>
        <p:nvSpPr>
          <p:cNvPr id="6147" name="Rectangle 3"/>
          <p:cNvSpPr>
            <a:spLocks noGrp="1" noChangeArrowheads="1"/>
          </p:cNvSpPr>
          <p:nvPr>
            <p:ph type="dt"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70C12249-3328-4DD1-B1EB-468421B22BDE}" type="datetime1">
              <a:rPr lang="en-US"/>
              <a:pPr>
                <a:defRPr/>
              </a:pPr>
              <a:t>7/2/2017</a:t>
            </a:fld>
            <a:endParaRPr lang="en-US" dirty="0"/>
          </a:p>
        </p:txBody>
      </p:sp>
      <p:sp>
        <p:nvSpPr>
          <p:cNvPr id="32772" name="Rectangle 4"/>
          <p:cNvSpPr>
            <a:spLocks noGrp="1" noRot="1" noChangeAspect="1" noChangeArrowheads="1" noTextEdit="1"/>
          </p:cNvSpPr>
          <p:nvPr>
            <p:ph type="sldImg" idx="2"/>
          </p:nvPr>
        </p:nvSpPr>
        <p:spPr bwMode="auto">
          <a:xfrm>
            <a:off x="1181100" y="698500"/>
            <a:ext cx="4648200" cy="348615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33450" y="4416425"/>
            <a:ext cx="5143500" cy="4181475"/>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1" name="Rectangle 7"/>
          <p:cNvSpPr>
            <a:spLocks noGrp="1" noChangeArrowheads="1"/>
          </p:cNvSpPr>
          <p:nvPr>
            <p:ph type="sldNum" sz="quarter" idx="5"/>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59294641-E385-4E62-B526-4C5B132BD578}" type="slidenum">
              <a:rPr lang="en-US"/>
              <a:pPr>
                <a:defRPr/>
              </a:pPr>
              <a:t>‹#›</a:t>
            </a:fld>
            <a:endParaRPr lang="en-US" dirty="0"/>
          </a:p>
        </p:txBody>
      </p:sp>
    </p:spTree>
    <p:extLst>
      <p:ext uri="{BB962C8B-B14F-4D97-AF65-F5344CB8AC3E}">
        <p14:creationId xmlns:p14="http://schemas.microsoft.com/office/powerpoint/2010/main" val="2957783078"/>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pPr defTabSz="930275"/>
            <a:fld id="{7DAED185-D73B-4AC4-A72D-0F84F9031D93}" type="slidenum">
              <a:rPr lang="en-US" smtClean="0">
                <a:ea typeface="MS PGothic" pitchFamily="34" charset="-128"/>
              </a:rPr>
              <a:pPr defTabSz="930275"/>
              <a:t>1</a:t>
            </a:fld>
            <a:endParaRPr lang="en-US" dirty="0">
              <a:ea typeface="MS PGothic" pitchFamily="34" charset="-128"/>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964246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4885788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550188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0764030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p:spPr>
        <p:txBody>
          <a:bodyPr/>
          <a:lstStyle/>
          <a:p>
            <a:pPr marL="171450" indent="-171450">
              <a:buFont typeface="Arial" panose="020B0604020202020204" pitchFamily="34" charset="0"/>
              <a:buChar char="•"/>
            </a:pPr>
            <a:r>
              <a:rPr lang="en-US" dirty="0"/>
              <a:t>Hard drives store data as a sector.</a:t>
            </a:r>
          </a:p>
          <a:p>
            <a:pPr marL="171450" indent="-171450">
              <a:buFont typeface="Arial" panose="020B0604020202020204" pitchFamily="34" charset="0"/>
              <a:buChar char="•"/>
            </a:pPr>
            <a:r>
              <a:rPr lang="en-US" dirty="0"/>
              <a:t>Modern hard drives use Advanced Format, which has 4096-byte sectors.</a:t>
            </a:r>
          </a:p>
          <a:p>
            <a:pPr marL="171450" indent="-171450">
              <a:buFont typeface="Arial" panose="020B0604020202020204" pitchFamily="34" charset="0"/>
              <a:buChar char="•"/>
            </a:pPr>
            <a:r>
              <a:rPr lang="en-US" dirty="0"/>
              <a:t>A sector is an area of one of the disk platters defined by two radii. This is how the hard drive views data.</a:t>
            </a:r>
          </a:p>
          <a:p>
            <a:pPr marL="171450" indent="-171450">
              <a:buFont typeface="Arial" panose="020B0604020202020204" pitchFamily="34" charset="0"/>
              <a:buChar char="•"/>
            </a:pPr>
            <a:r>
              <a:rPr lang="en-US" dirty="0"/>
              <a:t>File systems look at clusters, not sectors.</a:t>
            </a:r>
          </a:p>
          <a:p>
            <a:pPr marL="171450" indent="-171450">
              <a:buFont typeface="Arial" panose="020B0604020202020204" pitchFamily="34" charset="0"/>
              <a:buChar char="•"/>
            </a:pPr>
            <a:r>
              <a:rPr lang="en-US" dirty="0"/>
              <a:t>A cluster can be from 1 to 128 sectors.</a:t>
            </a:r>
          </a:p>
          <a:p>
            <a:pPr marL="171450" indent="-171450">
              <a:buFont typeface="Arial" panose="020B0604020202020204" pitchFamily="34" charset="0"/>
              <a:buChar char="•"/>
            </a:pPr>
            <a:r>
              <a:rPr lang="en-US" dirty="0"/>
              <a:t>Sectors are contiguous on a disk and are defined by two radii on the platter. </a:t>
            </a:r>
          </a:p>
          <a:p>
            <a:pPr marL="171450" indent="-171450">
              <a:buFont typeface="Arial" panose="020B0604020202020204" pitchFamily="34" charset="0"/>
              <a:buChar char="•"/>
            </a:pPr>
            <a:r>
              <a:rPr lang="en-US" dirty="0"/>
              <a:t>Clusters need not consist of contiguous sectors; for example, a 10-sector cluster may have sectors from many different locations.</a:t>
            </a:r>
          </a:p>
          <a:p>
            <a:endParaRPr lang="en-US" dirty="0"/>
          </a:p>
          <a:p>
            <a:r>
              <a:rPr lang="en-US" dirty="0"/>
              <a:t>The formal definition has been changed from </a:t>
            </a:r>
            <a:r>
              <a:rPr lang="en-US" i="1" dirty="0"/>
              <a:t>cluster</a:t>
            </a:r>
            <a:r>
              <a:rPr lang="en-US" dirty="0"/>
              <a:t> to </a:t>
            </a:r>
            <a:r>
              <a:rPr lang="en-US" i="1" dirty="0"/>
              <a:t>allocation unit</a:t>
            </a:r>
            <a:r>
              <a:rPr lang="en-US" dirty="0"/>
              <a:t>; however, in most technical literature the term cluster is still used.</a:t>
            </a:r>
          </a:p>
          <a:p>
            <a:endParaRPr lang="en-US" dirty="0"/>
          </a:p>
        </p:txBody>
      </p:sp>
    </p:spTree>
    <p:extLst>
      <p:ext uri="{BB962C8B-B14F-4D97-AF65-F5344CB8AC3E}">
        <p14:creationId xmlns:p14="http://schemas.microsoft.com/office/powerpoint/2010/main" val="22210989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a:ln/>
        </p:spPr>
        <p:txBody>
          <a:bodyPr/>
          <a:lstStyle/>
          <a:p>
            <a:r>
              <a:rPr lang="en-US" dirty="0"/>
              <a:t>Different operating systems have different file structures.</a:t>
            </a:r>
          </a:p>
          <a:p>
            <a:endParaRPr lang="en-US" dirty="0"/>
          </a:p>
          <a:p>
            <a:r>
              <a:rPr lang="en-US" dirty="0"/>
              <a:t>Linux distributions vary</a:t>
            </a:r>
            <a:r>
              <a:rPr lang="en-US" baseline="0" dirty="0"/>
              <a:t> and are generally updated more frequently than Windows or Mac OS.</a:t>
            </a:r>
          </a:p>
          <a:p>
            <a:endParaRPr lang="en-US" dirty="0"/>
          </a:p>
        </p:txBody>
      </p:sp>
    </p:spTree>
    <p:extLst>
      <p:ext uri="{BB962C8B-B14F-4D97-AF65-F5344CB8AC3E}">
        <p14:creationId xmlns:p14="http://schemas.microsoft.com/office/powerpoint/2010/main" val="25394402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Older versions of Windows use FAT and newer versions (since Windows 2000) use NTFS file systems. In both file systems, a table is used to map files to specific clusters where they are stored on the disk. A number of tools are available to recover deleted files from Windows computers.</a:t>
            </a:r>
          </a:p>
          <a:p>
            <a:endParaRPr lang="en-US" dirty="0"/>
          </a:p>
        </p:txBody>
      </p:sp>
    </p:spTree>
    <p:extLst>
      <p:ext uri="{BB962C8B-B14F-4D97-AF65-F5344CB8AC3E}">
        <p14:creationId xmlns:p14="http://schemas.microsoft.com/office/powerpoint/2010/main" val="33544337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r>
              <a:rPr lang="en-US" dirty="0"/>
              <a:t>1. The cluster number of the next cluster for this file is recorded.</a:t>
            </a:r>
          </a:p>
          <a:p>
            <a:r>
              <a:rPr lang="en-US" dirty="0"/>
              <a:t>2. If this cluster is the end of a chain, then it has a special end of cluster chain (EOC) entry.</a:t>
            </a:r>
          </a:p>
          <a:p>
            <a:r>
              <a:rPr lang="en-US" dirty="0"/>
              <a:t>3. Bad clusters have a special entry in the file allocation table.</a:t>
            </a:r>
          </a:p>
          <a:p>
            <a:r>
              <a:rPr lang="en-US" dirty="0"/>
              <a:t>4. Reserved clusters have a special entry in the file allocation table.</a:t>
            </a:r>
          </a:p>
          <a:p>
            <a:r>
              <a:rPr lang="en-US" dirty="0"/>
              <a:t>5. Open, or available, clusters are also marked in the file allocation table.</a:t>
            </a:r>
          </a:p>
        </p:txBody>
      </p:sp>
    </p:spTree>
    <p:extLst>
      <p:ext uri="{BB962C8B-B14F-4D97-AF65-F5344CB8AC3E}">
        <p14:creationId xmlns:p14="http://schemas.microsoft.com/office/powerpoint/2010/main" val="38449960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r>
              <a:rPr lang="en-US" dirty="0"/>
              <a:t>The more recently a file was deleted, the more likely you will be able to recover the file. </a:t>
            </a:r>
          </a:p>
          <a:p>
            <a:endParaRPr lang="en-US" dirty="0"/>
          </a:p>
          <a:p>
            <a:r>
              <a:rPr lang="en-US" dirty="0"/>
              <a:t>Over time, it becomes more likely that clusters marked as unused have had other information saved in them.</a:t>
            </a:r>
          </a:p>
          <a:p>
            <a:endParaRPr lang="en-US" dirty="0"/>
          </a:p>
          <a:p>
            <a:r>
              <a:rPr lang="en-US" dirty="0"/>
              <a:t>A cluster may have been deleted and saved over several times.</a:t>
            </a:r>
          </a:p>
          <a:p>
            <a:endParaRPr lang="en-US" dirty="0"/>
          </a:p>
          <a:p>
            <a:r>
              <a:rPr lang="en-US" dirty="0"/>
              <a:t>Recovering a deleted file is not always an all-or-nothing procedure. It is possible to recover just a portion of a file.</a:t>
            </a:r>
          </a:p>
        </p:txBody>
      </p:sp>
    </p:spTree>
    <p:extLst>
      <p:ext uri="{BB962C8B-B14F-4D97-AF65-F5344CB8AC3E}">
        <p14:creationId xmlns:p14="http://schemas.microsoft.com/office/powerpoint/2010/main" val="4522260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5860772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r>
              <a:rPr lang="en-US" dirty="0"/>
              <a:t>The cluster bitmap file map is an array of bit entries where each bit indicates whether its corresponding cluster is allocated/used or free/unused.</a:t>
            </a:r>
          </a:p>
        </p:txBody>
      </p:sp>
    </p:spTree>
    <p:extLst>
      <p:ext uri="{BB962C8B-B14F-4D97-AF65-F5344CB8AC3E}">
        <p14:creationId xmlns:p14="http://schemas.microsoft.com/office/powerpoint/2010/main" val="2424048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r>
              <a:rPr lang="en-US" dirty="0"/>
              <a:t>When files are deleted from an NTFS system, the process is similar to what occurs in FAT. The main difference is that clusters are first marked as deleted, thus “moved” to the Recycle Bin. In NTFS prior to Vista, the Recycle Bin resides in a hidden directory called RECYCLER. In Vista and Windows 7, the name of the directory was changed to $recycle.bin.</a:t>
            </a:r>
          </a:p>
          <a:p>
            <a:endParaRPr lang="en-US" dirty="0"/>
          </a:p>
          <a:p>
            <a:r>
              <a:rPr lang="en-US" dirty="0"/>
              <a:t>Only when you empty the Recycle Bin is the cluster marked as fully available. More specifically, when a file is deleted, the filename in the MFT is marked with a special character that signifies to the computer that the file has been deleted. Just as with FAT systems, clusters in an NTFS system are more likely to be overwritten as more time elapses after deletion.</a:t>
            </a:r>
          </a:p>
        </p:txBody>
      </p:sp>
    </p:spTree>
    <p:extLst>
      <p:ext uri="{BB962C8B-B14F-4D97-AF65-F5344CB8AC3E}">
        <p14:creationId xmlns:p14="http://schemas.microsoft.com/office/powerpoint/2010/main" val="11864732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DiskDigger is an easy-to-use tool for Windows. It can be downloaded free of charge and is fully functional. But when recovering files, you have to recover them one at a time. If you pay for the commercial version, you can recover as many files at one time as you want. </a:t>
            </a:r>
          </a:p>
          <a:p>
            <a:endParaRPr lang="en-US" sz="1200" kern="1200" dirty="0">
              <a:solidFill>
                <a:schemeClr val="tx1"/>
              </a:solidFill>
              <a:effectLst/>
              <a:latin typeface="Times New Roman" pitchFamily="18" charset="0"/>
              <a:ea typeface="+mn-ea"/>
              <a:cs typeface="+mn-cs"/>
            </a:endParaRPr>
          </a:p>
        </p:txBody>
      </p:sp>
    </p:spTree>
    <p:extLst>
      <p:ext uri="{BB962C8B-B14F-4D97-AF65-F5344CB8AC3E}">
        <p14:creationId xmlns:p14="http://schemas.microsoft.com/office/powerpoint/2010/main" val="11949952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After launching the program, select the drive you want to examine.</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You can select any file and recover it. On your screen the files will be in color. Green indicates that you should get the entire file back. Gray indicates a partial file. Red indicates very little of the file is left.</a:t>
            </a:r>
          </a:p>
          <a:p>
            <a:endParaRPr lang="en-US" dirty="0"/>
          </a:p>
        </p:txBody>
      </p:sp>
    </p:spTree>
    <p:extLst>
      <p:ext uri="{BB962C8B-B14F-4D97-AF65-F5344CB8AC3E}">
        <p14:creationId xmlns:p14="http://schemas.microsoft.com/office/powerpoint/2010/main" val="1981762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Choose Dig Deep or Dig Deeper. The difference is the level of recovery.</a:t>
            </a:r>
          </a:p>
          <a:p>
            <a:r>
              <a:rPr lang="en-US" sz="1200" kern="1200" dirty="0">
                <a:solidFill>
                  <a:schemeClr val="tx1"/>
                </a:solidFill>
                <a:effectLst/>
                <a:latin typeface="Times New Roman" pitchFamily="18" charset="0"/>
                <a:ea typeface="+mn-ea"/>
                <a:cs typeface="+mn-cs"/>
              </a:rPr>
              <a:t> </a:t>
            </a:r>
          </a:p>
        </p:txBody>
      </p:sp>
    </p:spTree>
    <p:extLst>
      <p:ext uri="{BB962C8B-B14F-4D97-AF65-F5344CB8AC3E}">
        <p14:creationId xmlns:p14="http://schemas.microsoft.com/office/powerpoint/2010/main" val="4561216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You can select any file and recover it. On your screen the files will be in color. Green indicates that you should get the entire file back. Gray indicates a partial file. Red indicates very little of the file is left.</a:t>
            </a:r>
          </a:p>
          <a:p>
            <a:endParaRPr lang="en-US" dirty="0"/>
          </a:p>
        </p:txBody>
      </p:sp>
    </p:spTree>
    <p:extLst>
      <p:ext uri="{BB962C8B-B14F-4D97-AF65-F5344CB8AC3E}">
        <p14:creationId xmlns:p14="http://schemas.microsoft.com/office/powerpoint/2010/main" val="36115526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pPr marL="0" indent="0">
              <a:buFont typeface="+mj-lt"/>
              <a:buNone/>
            </a:pPr>
            <a:endParaRPr lang="en-US" dirty="0"/>
          </a:p>
        </p:txBody>
      </p:sp>
    </p:spTree>
    <p:extLst>
      <p:ext uri="{BB962C8B-B14F-4D97-AF65-F5344CB8AC3E}">
        <p14:creationId xmlns:p14="http://schemas.microsoft.com/office/powerpoint/2010/main" val="5935637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Select the drive you want to recover. </a:t>
            </a:r>
          </a:p>
        </p:txBody>
      </p:sp>
    </p:spTree>
    <p:extLst>
      <p:ext uri="{BB962C8B-B14F-4D97-AF65-F5344CB8AC3E}">
        <p14:creationId xmlns:p14="http://schemas.microsoft.com/office/powerpoint/2010/main" val="22439505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pPr marL="0" lvl="0" indent="0">
              <a:buFont typeface="+mj-lt"/>
              <a:buNone/>
            </a:pPr>
            <a:r>
              <a:rPr lang="en-US" sz="1200" kern="1200" dirty="0">
                <a:solidFill>
                  <a:schemeClr val="tx1"/>
                </a:solidFill>
                <a:effectLst/>
                <a:latin typeface="Times New Roman" pitchFamily="18" charset="0"/>
                <a:ea typeface="+mn-ea"/>
                <a:cs typeface="+mn-cs"/>
              </a:rPr>
              <a:t>Select the file types you want to recover. </a:t>
            </a:r>
          </a:p>
          <a:p>
            <a:pPr marL="0" indent="0">
              <a:buFont typeface="+mj-lt"/>
              <a:buNone/>
            </a:pPr>
            <a:endParaRPr lang="en-US" dirty="0"/>
          </a:p>
        </p:txBody>
      </p:sp>
    </p:spTree>
    <p:extLst>
      <p:ext uri="{BB962C8B-B14F-4D97-AF65-F5344CB8AC3E}">
        <p14:creationId xmlns:p14="http://schemas.microsoft.com/office/powerpoint/2010/main" val="19993007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pPr marL="0" lvl="0" indent="0">
              <a:buFont typeface="+mj-lt"/>
              <a:buNone/>
            </a:pPr>
            <a:r>
              <a:rPr lang="en-US" sz="1200" kern="1200" dirty="0">
                <a:solidFill>
                  <a:schemeClr val="tx1"/>
                </a:solidFill>
                <a:effectLst/>
                <a:latin typeface="Times New Roman" pitchFamily="18" charset="0"/>
                <a:ea typeface="+mn-ea"/>
                <a:cs typeface="+mn-cs"/>
              </a:rPr>
              <a:t>Select a folder to place recovered files in. When WinUndelete has completed running the recovery process, you can go to that folder to see the files.</a:t>
            </a:r>
          </a:p>
          <a:p>
            <a:pPr marL="228600" indent="-228600">
              <a:buFont typeface="+mj-lt"/>
              <a:buAutoNum type="arabicPeriod"/>
            </a:pPr>
            <a:endParaRPr lang="en-US" dirty="0"/>
          </a:p>
        </p:txBody>
      </p:sp>
    </p:spTree>
    <p:extLst>
      <p:ext uri="{BB962C8B-B14F-4D97-AF65-F5344CB8AC3E}">
        <p14:creationId xmlns:p14="http://schemas.microsoft.com/office/powerpoint/2010/main" val="17745975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FreeUndelete is a free Windows tool for personal use. There is a fee for commercial use. </a:t>
            </a:r>
          </a:p>
        </p:txBody>
      </p:sp>
    </p:spTree>
    <p:extLst>
      <p:ext uri="{BB962C8B-B14F-4D97-AF65-F5344CB8AC3E}">
        <p14:creationId xmlns:p14="http://schemas.microsoft.com/office/powerpoint/2010/main" val="30874057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When you launch this program, the first screen requires you to select the drive from which you want to recover files. Then you simply click the Scan button, and any files that can be fully or partially recovered will be listed. </a:t>
            </a:r>
          </a:p>
          <a:p>
            <a:endParaRPr lang="en-US" dirty="0"/>
          </a:p>
        </p:txBody>
      </p:sp>
    </p:spTree>
    <p:extLst>
      <p:ext uri="{BB962C8B-B14F-4D97-AF65-F5344CB8AC3E}">
        <p14:creationId xmlns:p14="http://schemas.microsoft.com/office/powerpoint/2010/main" val="11659066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effectLst/>
              <a:latin typeface="Times New Roman" pitchFamily="18" charset="0"/>
              <a:ea typeface="+mn-ea"/>
              <a:cs typeface="+mn-cs"/>
            </a:endParaRPr>
          </a:p>
        </p:txBody>
      </p:sp>
    </p:spTree>
    <p:extLst>
      <p:ext uri="{BB962C8B-B14F-4D97-AF65-F5344CB8AC3E}">
        <p14:creationId xmlns:p14="http://schemas.microsoft.com/office/powerpoint/2010/main" val="40107629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r>
              <a:rPr lang="en-US" dirty="0"/>
              <a:t>The Deleted Files search is on the menu on the left side of the main OSForensics screen.</a:t>
            </a:r>
          </a:p>
          <a:p>
            <a:endParaRPr lang="en-US" dirty="0"/>
          </a:p>
        </p:txBody>
      </p:sp>
    </p:spTree>
    <p:extLst>
      <p:ext uri="{BB962C8B-B14F-4D97-AF65-F5344CB8AC3E}">
        <p14:creationId xmlns:p14="http://schemas.microsoft.com/office/powerpoint/2010/main" val="12333552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The search result will be color-coded, indicating how likely it is that you can recover a given file. Some files will be so fragmented that recovery is unlikely.</a:t>
            </a:r>
          </a:p>
          <a:p>
            <a:endParaRPr lang="en-US" dirty="0"/>
          </a:p>
        </p:txBody>
      </p:sp>
    </p:spTree>
    <p:extLst>
      <p:ext uri="{BB962C8B-B14F-4D97-AF65-F5344CB8AC3E}">
        <p14:creationId xmlns:p14="http://schemas.microsoft.com/office/powerpoint/2010/main" val="20446120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r>
              <a:rPr lang="en-US" dirty="0"/>
              <a:t>Linux stores files in contiguous blocks which are normally large enough to accommodate the content, so defragmentation is not required. In rare cases, the blocks need to be extended. The exact size of these blocks depends on the parameters used with the command to create that partition. There are prepackaged tools and some built-in commands for recovering deleted files from Linux operating systems.</a:t>
            </a:r>
          </a:p>
        </p:txBody>
      </p:sp>
    </p:spTree>
    <p:extLst>
      <p:ext uri="{BB962C8B-B14F-4D97-AF65-F5344CB8AC3E}">
        <p14:creationId xmlns:p14="http://schemas.microsoft.com/office/powerpoint/2010/main" val="22723838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r>
              <a:rPr lang="en-US" dirty="0"/>
              <a:t>Stores files in contiguous blocks which are normally large enough to accommodate the content, so defragmentation is not required.</a:t>
            </a:r>
          </a:p>
          <a:p>
            <a:endParaRPr lang="en-US" dirty="0"/>
          </a:p>
          <a:p>
            <a:r>
              <a:rPr lang="en-US" dirty="0"/>
              <a:t>In rare cases, the blocks need to be extended.</a:t>
            </a:r>
          </a:p>
          <a:p>
            <a:endParaRPr lang="en-US" dirty="0"/>
          </a:p>
          <a:p>
            <a:r>
              <a:rPr lang="en-US" dirty="0"/>
              <a:t>The exact size of these blocks depends on the parameters used with the command to create that partition. There are prepackaged tools and some built-in commands for recovering deleted files from Linux operating systems.</a:t>
            </a:r>
          </a:p>
          <a:p>
            <a:endParaRPr lang="en-US" dirty="0"/>
          </a:p>
          <a:p>
            <a:r>
              <a:rPr lang="en-US" dirty="0"/>
              <a:t>Hard drives that run Linux address blocks, or integer multiples of blocks, at a time. The specific block size is stored in the superblock. The entire partition is divided into an integral number of blocks, starting at 0.</a:t>
            </a:r>
          </a:p>
          <a:p>
            <a:endParaRPr lang="en-US" dirty="0"/>
          </a:p>
          <a:p>
            <a:r>
              <a:rPr lang="en-US" dirty="0"/>
              <a:t>Blocks are divided into groups. Each group uses one block as a bitmap to keep track of which block inside that group is allocated (used); thus, there can be at most 4,096 * 8 = 32,768 normal blocks per group. Another block is used as a bitmap for the number of allocated inodes. Inodes are data structures of 128 bytes that are stored in a table, (4,096 / 128 = 32 inodes per block) in each group. </a:t>
            </a:r>
          </a:p>
          <a:p>
            <a:endParaRPr lang="en-US" dirty="0"/>
          </a:p>
          <a:p>
            <a:endParaRPr lang="en-US" dirty="0"/>
          </a:p>
        </p:txBody>
      </p:sp>
    </p:spTree>
    <p:extLst>
      <p:ext uri="{BB962C8B-B14F-4D97-AF65-F5344CB8AC3E}">
        <p14:creationId xmlns:p14="http://schemas.microsoft.com/office/powerpoint/2010/main" val="40907990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r>
              <a:rPr lang="en-US" dirty="0"/>
              <a:t>An inode can refer to a file or a folder/directory. In either case, the inode is really a link to the file. There are two basic</a:t>
            </a:r>
            <a:r>
              <a:rPr lang="en-US" baseline="0" dirty="0"/>
              <a:t> </a:t>
            </a:r>
            <a:r>
              <a:rPr lang="en-US" dirty="0"/>
              <a:t>types of links"</a:t>
            </a:r>
          </a:p>
          <a:p>
            <a:pPr marL="171450" indent="-171450">
              <a:buFont typeface="Arial" panose="020B0604020202020204" pitchFamily="34" charset="0"/>
              <a:buChar char="•"/>
            </a:pPr>
            <a:r>
              <a:rPr lang="en-US" dirty="0"/>
              <a:t>Hard link: An inode that links directly to a specific file. The operating system keeps a count of references to this link. When the reference count reaches zero, the file is deleted. In other words, you can have any number of names referencing a file, but if that number of references reaches zero (</a:t>
            </a:r>
            <a:r>
              <a:rPr lang="en-US"/>
              <a:t>i</a:t>
            </a:r>
            <a:r>
              <a:rPr lang="en-US" dirty="0"/>
              <a:t>.e., there is no name that references that file), then the file is deleted.</a:t>
            </a:r>
          </a:p>
          <a:p>
            <a:pPr marL="171450" indent="-171450">
              <a:buFont typeface="Arial" panose="020B0604020202020204" pitchFamily="34" charset="0"/>
              <a:buChar char="•"/>
            </a:pPr>
            <a:r>
              <a:rPr lang="en-US" dirty="0"/>
              <a:t>Soft link or symbolic link: Is not actually a file itself, but rather a pointer to another file or directory. </a:t>
            </a:r>
          </a:p>
        </p:txBody>
      </p:sp>
    </p:spTree>
    <p:extLst>
      <p:ext uri="{BB962C8B-B14F-4D97-AF65-F5344CB8AC3E}">
        <p14:creationId xmlns:p14="http://schemas.microsoft.com/office/powerpoint/2010/main" val="8519274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Manual Recovery: Deleted files can be manually recovered using Linux commands without external tools. Unfortunately, there are variations between the Linux distributions, so there is no guarantee that this process will work on your specific Linux installation.</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The first step is to move the system to single-user mode. If this is a network system, notify network users first with the wall command, which sends messages to all logged-in users. Then, you can move to single-user mode, using the init command: init 1.</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The Linux/UNIX command grep can be used to search for files, contents of files, and just about anything you may want to search for. Grep is very flexible and quite popular with Linux users. For example: grep -b 'search-text' /dev/partition &gt; file.txt will search for ‘search-text’ in a given partition and output the results to file.txt. You can also use this syntax: grep -a -B[size before] -A[size after] 'text' /dev/[your_partition] &gt; file.txt.</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To recover a text file starting with the word </a:t>
            </a:r>
            <a:r>
              <a:rPr lang="en-US" sz="1200" i="1" kern="1200" dirty="0">
                <a:solidFill>
                  <a:schemeClr val="tx1"/>
                </a:solidFill>
                <a:effectLst/>
                <a:latin typeface="Times New Roman" pitchFamily="18" charset="0"/>
                <a:ea typeface="+mn-ea"/>
                <a:cs typeface="+mn-cs"/>
              </a:rPr>
              <a:t>forensics</a:t>
            </a:r>
            <a:r>
              <a:rPr lang="en-US" sz="1200" kern="1200" dirty="0">
                <a:solidFill>
                  <a:schemeClr val="tx1"/>
                </a:solidFill>
                <a:effectLst/>
                <a:latin typeface="Times New Roman" pitchFamily="18" charset="0"/>
                <a:ea typeface="+mn-ea"/>
                <a:cs typeface="+mn-cs"/>
              </a:rPr>
              <a:t> on /dev/sda2, you can try the following command: </a:t>
            </a:r>
          </a:p>
          <a:p>
            <a:r>
              <a:rPr lang="en-US" sz="1200" kern="1200" dirty="0">
                <a:solidFill>
                  <a:schemeClr val="tx1"/>
                </a:solidFill>
                <a:effectLst/>
                <a:latin typeface="Times New Roman" pitchFamily="18" charset="0"/>
                <a:ea typeface="+mn-ea"/>
                <a:cs typeface="+mn-cs"/>
              </a:rPr>
              <a:t># grep -i -a -B10 -A100 'forensics' /dev/sda2 &gt; file.txt. </a:t>
            </a:r>
          </a:p>
          <a:p>
            <a:r>
              <a:rPr lang="en-US" sz="1200" kern="1200" dirty="0">
                <a:solidFill>
                  <a:schemeClr val="tx1"/>
                </a:solidFill>
                <a:effectLst/>
                <a:latin typeface="Times New Roman" pitchFamily="18" charset="0"/>
                <a:ea typeface="+mn-ea"/>
                <a:cs typeface="+mn-cs"/>
              </a:rPr>
              <a:t>In this case, grep is searching for this phrase, ignoring case, looking through binary files, and essentially looking to find the text, even if the file has been deleted. </a:t>
            </a:r>
            <a:endParaRPr lang="en-US" dirty="0"/>
          </a:p>
        </p:txBody>
      </p:sp>
    </p:spTree>
    <p:extLst>
      <p:ext uri="{BB962C8B-B14F-4D97-AF65-F5344CB8AC3E}">
        <p14:creationId xmlns:p14="http://schemas.microsoft.com/office/powerpoint/2010/main" val="8917504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endParaRPr lang="en-US" sz="1200" b="1" kern="1200" dirty="0">
              <a:solidFill>
                <a:schemeClr val="tx1"/>
              </a:solidFill>
              <a:effectLst/>
              <a:latin typeface="Times New Roman" pitchFamily="18" charset="0"/>
              <a:ea typeface="+mn-ea"/>
              <a:cs typeface="+mn-cs"/>
            </a:endParaRPr>
          </a:p>
          <a:p>
            <a:endParaRPr lang="en-US" dirty="0"/>
          </a:p>
        </p:txBody>
      </p:sp>
    </p:spTree>
    <p:extLst>
      <p:ext uri="{BB962C8B-B14F-4D97-AF65-F5344CB8AC3E}">
        <p14:creationId xmlns:p14="http://schemas.microsoft.com/office/powerpoint/2010/main" val="36069902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0637408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4355630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pPr marL="0" lvl="0" indent="0">
              <a:buFont typeface="+mj-lt"/>
              <a:buNone/>
            </a:pPr>
            <a:r>
              <a:rPr lang="en-US" sz="1200" kern="1200" dirty="0">
                <a:solidFill>
                  <a:schemeClr val="tx1"/>
                </a:solidFill>
                <a:effectLst/>
                <a:latin typeface="Times New Roman" pitchFamily="18" charset="0"/>
                <a:ea typeface="+mn-ea"/>
                <a:cs typeface="+mn-cs"/>
              </a:rPr>
              <a:t>Before running Scalpel, make sure the output directory in which you want to store recovered files is empty to avoid errors.</a:t>
            </a:r>
          </a:p>
          <a:p>
            <a:pPr marL="0" lvl="0" indent="0">
              <a:buFont typeface="+mj-lt"/>
              <a:buNone/>
            </a:pPr>
            <a:endParaRPr lang="en-US" sz="1200" kern="1200" dirty="0">
              <a:solidFill>
                <a:schemeClr val="tx1"/>
              </a:solidFill>
              <a:effectLst/>
              <a:latin typeface="Times New Roman" pitchFamily="18" charset="0"/>
              <a:ea typeface="+mn-ea"/>
              <a:cs typeface="+mn-cs"/>
            </a:endParaRPr>
          </a:p>
          <a:p>
            <a:pPr marL="0" lvl="0" indent="0">
              <a:buFont typeface="+mj-lt"/>
              <a:buNone/>
            </a:pPr>
            <a:r>
              <a:rPr lang="en-US" sz="1200" kern="1200" dirty="0">
                <a:solidFill>
                  <a:schemeClr val="tx1"/>
                </a:solidFill>
                <a:effectLst/>
                <a:latin typeface="Times New Roman" pitchFamily="18" charset="0"/>
                <a:ea typeface="+mn-ea"/>
                <a:cs typeface="+mn-cs"/>
              </a:rPr>
              <a:t>The configuration file is /etc/scalpel/scalpel.conf. You will find that everything has been commented out—uncomment the specific file format that you want to recover. For example, if you want to recover deleted Zip files, then you need to uncomment the .zip file section in scalpel.conf.</a:t>
            </a:r>
          </a:p>
          <a:p>
            <a:pPr marL="0" lvl="0" indent="0">
              <a:buFont typeface="+mj-lt"/>
              <a:buNone/>
            </a:pPr>
            <a:endParaRPr lang="en-US" sz="1200" kern="1200" dirty="0">
              <a:solidFill>
                <a:schemeClr val="tx1"/>
              </a:solidFill>
              <a:effectLst/>
              <a:latin typeface="Times New Roman" pitchFamily="18" charset="0"/>
              <a:ea typeface="+mn-ea"/>
              <a:cs typeface="+mn-cs"/>
            </a:endParaRPr>
          </a:p>
          <a:p>
            <a:endParaRPr lang="en-US" dirty="0"/>
          </a:p>
        </p:txBody>
      </p:sp>
    </p:spTree>
    <p:extLst>
      <p:ext uri="{BB962C8B-B14F-4D97-AF65-F5344CB8AC3E}">
        <p14:creationId xmlns:p14="http://schemas.microsoft.com/office/powerpoint/2010/main" val="25967058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r>
              <a:rPr lang="en-US" dirty="0"/>
              <a:t>Macintosh OS X and later versions are based on FreeBSD, which is a UNIX clone, much like Linux. Therefore, some of the techniques that work for Linux also work with Macintosh. However, there are also some tools you can use that are made specifically for Macintosh.</a:t>
            </a:r>
          </a:p>
        </p:txBody>
      </p:sp>
    </p:spTree>
    <p:extLst>
      <p:ext uri="{BB962C8B-B14F-4D97-AF65-F5344CB8AC3E}">
        <p14:creationId xmlns:p14="http://schemas.microsoft.com/office/powerpoint/2010/main" val="14933594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pPr marL="0" indent="0">
              <a:buFont typeface="+mj-lt"/>
              <a:buNone/>
            </a:pPr>
            <a:endParaRPr lang="en-US" dirty="0"/>
          </a:p>
        </p:txBody>
      </p:sp>
    </p:spTree>
    <p:extLst>
      <p:ext uri="{BB962C8B-B14F-4D97-AF65-F5344CB8AC3E}">
        <p14:creationId xmlns:p14="http://schemas.microsoft.com/office/powerpoint/2010/main" val="412556003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r>
              <a:rPr lang="en-GB" sz="1200" kern="1200" dirty="0">
                <a:solidFill>
                  <a:schemeClr val="tx1"/>
                </a:solidFill>
                <a:effectLst/>
                <a:latin typeface="Times New Roman" pitchFamily="18" charset="0"/>
                <a:ea typeface="+mn-ea"/>
                <a:cs typeface="+mn-cs"/>
              </a:rPr>
              <a:t>Once you download and install this tool, you can recover files in a few easy steps:</a:t>
            </a:r>
            <a:endParaRPr lang="en-US" sz="1200" kern="1200" dirty="0">
              <a:solidFill>
                <a:schemeClr val="tx1"/>
              </a:solidFill>
              <a:effectLst/>
              <a:latin typeface="Times New Roman" pitchFamily="18" charset="0"/>
              <a:ea typeface="+mn-ea"/>
              <a:cs typeface="+mn-cs"/>
            </a:endParaRPr>
          </a:p>
          <a:p>
            <a:pPr marL="228600" lvl="0" indent="-228600">
              <a:buFont typeface="+mj-lt"/>
              <a:buAutoNum type="arabicPeriod"/>
            </a:pPr>
            <a:r>
              <a:rPr lang="en-GB" sz="1200" kern="1200" dirty="0">
                <a:solidFill>
                  <a:schemeClr val="tx1"/>
                </a:solidFill>
                <a:effectLst/>
                <a:latin typeface="Times New Roman" pitchFamily="18" charset="0"/>
                <a:ea typeface="+mn-ea"/>
                <a:cs typeface="+mn-cs"/>
              </a:rPr>
              <a:t>Open the Files Recovery tool. </a:t>
            </a:r>
            <a:endParaRPr lang="en-US" sz="1200" kern="1200" dirty="0">
              <a:solidFill>
                <a:schemeClr val="tx1"/>
              </a:solidFill>
              <a:effectLst/>
              <a:latin typeface="Times New Roman" pitchFamily="18" charset="0"/>
              <a:ea typeface="+mn-ea"/>
              <a:cs typeface="+mn-cs"/>
            </a:endParaRPr>
          </a:p>
          <a:p>
            <a:pPr marL="228600" lvl="0" indent="-228600">
              <a:buFont typeface="+mj-lt"/>
              <a:buAutoNum type="arabicPeriod"/>
            </a:pPr>
            <a:r>
              <a:rPr lang="en-GB" sz="1200" kern="1200" dirty="0">
                <a:solidFill>
                  <a:schemeClr val="tx1"/>
                </a:solidFill>
                <a:effectLst/>
                <a:latin typeface="Times New Roman" pitchFamily="18" charset="0"/>
                <a:ea typeface="+mn-ea"/>
                <a:cs typeface="+mn-cs"/>
              </a:rPr>
              <a:t>Select the volume where your lost files were and start the scan. </a:t>
            </a:r>
            <a:endParaRPr lang="en-US" sz="1200" kern="1200" dirty="0">
              <a:solidFill>
                <a:schemeClr val="tx1"/>
              </a:solidFill>
              <a:effectLst/>
              <a:latin typeface="Times New Roman" pitchFamily="18" charset="0"/>
              <a:ea typeface="+mn-ea"/>
              <a:cs typeface="+mn-cs"/>
            </a:endParaRPr>
          </a:p>
          <a:p>
            <a:pPr marL="228600" lvl="0" indent="-228600">
              <a:buFont typeface="+mj-lt"/>
              <a:buAutoNum type="arabicPeriod"/>
            </a:pPr>
            <a:r>
              <a:rPr lang="en-GB" sz="1200" kern="1200" dirty="0">
                <a:solidFill>
                  <a:schemeClr val="tx1"/>
                </a:solidFill>
                <a:effectLst/>
                <a:latin typeface="Times New Roman" pitchFamily="18" charset="0"/>
                <a:ea typeface="+mn-ea"/>
                <a:cs typeface="+mn-cs"/>
              </a:rPr>
              <a:t>Select Undelete.</a:t>
            </a:r>
            <a:endParaRPr lang="en-US" sz="1200" kern="1200" dirty="0">
              <a:solidFill>
                <a:schemeClr val="tx1"/>
              </a:solidFill>
              <a:effectLst/>
              <a:latin typeface="Times New Roman" pitchFamily="18" charset="0"/>
              <a:ea typeface="+mn-ea"/>
              <a:cs typeface="+mn-cs"/>
            </a:endParaRPr>
          </a:p>
          <a:p>
            <a:pPr marL="228600" indent="-228600">
              <a:buFont typeface="+mj-lt"/>
              <a:buAutoNum type="arabicPeriod"/>
            </a:pPr>
            <a:endParaRPr lang="en-US" dirty="0"/>
          </a:p>
        </p:txBody>
      </p:sp>
    </p:spTree>
    <p:extLst>
      <p:ext uri="{BB962C8B-B14F-4D97-AF65-F5344CB8AC3E}">
        <p14:creationId xmlns:p14="http://schemas.microsoft.com/office/powerpoint/2010/main" val="25770348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r>
              <a:rPr lang="en-US" b="1" dirty="0"/>
              <a:t>Step 1:</a:t>
            </a:r>
            <a:r>
              <a:rPr lang="en-US" dirty="0"/>
              <a:t> Remove the drive from the system on which it is installed and connect it to a test system. Make the connection without installing the drive but only connecting the data and power cables.</a:t>
            </a:r>
          </a:p>
          <a:p>
            <a:endParaRPr lang="en-US" b="1" dirty="0"/>
          </a:p>
          <a:p>
            <a:r>
              <a:rPr lang="en-US" b="1" dirty="0"/>
              <a:t>Step 2:</a:t>
            </a:r>
            <a:r>
              <a:rPr lang="en-US" dirty="0"/>
              <a:t> Boot the test system from its own internal drive. Listen to the failed drive to determine whether the internal disks are spinning. A spinning disk generally means the disk has not experienced a catastrophic failure and the data can usually be recovered.</a:t>
            </a:r>
          </a:p>
          <a:p>
            <a:endParaRPr lang="en-US" dirty="0"/>
          </a:p>
          <a:p>
            <a:r>
              <a:rPr lang="en-US" b="1" dirty="0"/>
              <a:t>Step 3:</a:t>
            </a:r>
            <a:r>
              <a:rPr lang="en-US" dirty="0"/>
              <a:t> Determine whether the failed drive is recognized and can be installed as an additional disk on the test system. If the drive installs, copy all directories and files to a hard drive on the test system. If a drive fails on one system but installs on another, the drive may be usable. The drive may have failed because of a power supply failure, corruption of the operating system, malicious software, or some other reason. If you can operate the drive, run a virus check on the recovered data and test for directory and file integrity.</a:t>
            </a:r>
          </a:p>
          <a:p>
            <a:endParaRPr lang="en-US" dirty="0"/>
          </a:p>
        </p:txBody>
      </p:sp>
    </p:spTree>
    <p:extLst>
      <p:ext uri="{BB962C8B-B14F-4D97-AF65-F5344CB8AC3E}">
        <p14:creationId xmlns:p14="http://schemas.microsoft.com/office/powerpoint/2010/main" val="25312382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r>
              <a:rPr lang="en-US" b="1" dirty="0"/>
              <a:t>Step 4:</a:t>
            </a:r>
            <a:r>
              <a:rPr lang="en-US" dirty="0"/>
              <a:t> If the hard drive is not spinning or the test system does not recognize it, perform limited repair. You may be able to get the hard drive to start and it may be recognized by the test system. If you can repair the drive, use specialized software to image all data bits from the failed drive to a recovery drive. Use the extracted raw image to reconstruct usable data. Try open source tools such as DCFLdd to recover all data except for data in physically damaged sectors.</a:t>
            </a:r>
          </a:p>
          <a:p>
            <a:endParaRPr lang="en-US" dirty="0"/>
          </a:p>
          <a:p>
            <a:r>
              <a:rPr lang="en-US" b="1" dirty="0"/>
              <a:t>Step 5:</a:t>
            </a:r>
            <a:r>
              <a:rPr lang="en-US" dirty="0"/>
              <a:t> If necessary, send the device to data recovery specialists who may be able to apply extraordinary recovery techniques.</a:t>
            </a:r>
          </a:p>
          <a:p>
            <a:endParaRPr lang="en-US" dirty="0"/>
          </a:p>
        </p:txBody>
      </p:sp>
    </p:spTree>
    <p:extLst>
      <p:ext uri="{BB962C8B-B14F-4D97-AF65-F5344CB8AC3E}">
        <p14:creationId xmlns:p14="http://schemas.microsoft.com/office/powerpoint/2010/main" val="35162605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r>
              <a:rPr lang="en-US" dirty="0"/>
              <a:t>It is possible that the data is deemed “lost,” and there will be no increased loss if you attempt local repair and fail. If so, you can try the following:</a:t>
            </a:r>
          </a:p>
          <a:p>
            <a:r>
              <a:rPr lang="en-US" baseline="0" dirty="0"/>
              <a:t>    a.  </a:t>
            </a:r>
            <a:r>
              <a:rPr lang="en-US" dirty="0"/>
              <a:t>Remove the printed circuit board and replace it with a matching circuit board from a known healthy drive.</a:t>
            </a:r>
          </a:p>
          <a:p>
            <a:r>
              <a:rPr lang="en-US" dirty="0"/>
              <a:t>    b.  Change the read/write head assembly with matching parts from a known healthy drive.</a:t>
            </a:r>
          </a:p>
          <a:p>
            <a:r>
              <a:rPr lang="en-US" dirty="0"/>
              <a:t>    c.  Remove the hard disk platters from the original drive and install them into a known healthy drive.</a:t>
            </a:r>
          </a:p>
          <a:p>
            <a:endParaRPr lang="en-US" dirty="0"/>
          </a:p>
        </p:txBody>
      </p:sp>
    </p:spTree>
    <p:extLst>
      <p:ext uri="{BB962C8B-B14F-4D97-AF65-F5344CB8AC3E}">
        <p14:creationId xmlns:p14="http://schemas.microsoft.com/office/powerpoint/2010/main" val="348579426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endParaRPr lang="en-US" sz="1200" kern="1200" dirty="0">
              <a:solidFill>
                <a:schemeClr val="tx1"/>
              </a:solidFill>
              <a:effectLst/>
              <a:latin typeface="Times New Roman" pitchFamily="18" charset="0"/>
              <a:ea typeface="+mn-ea"/>
              <a:cs typeface="+mn-cs"/>
            </a:endParaRPr>
          </a:p>
        </p:txBody>
      </p:sp>
    </p:spTree>
    <p:extLst>
      <p:ext uri="{BB962C8B-B14F-4D97-AF65-F5344CB8AC3E}">
        <p14:creationId xmlns:p14="http://schemas.microsoft.com/office/powerpoint/2010/main" val="79970214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endParaRPr lang="en-US" sz="1200" kern="1200" dirty="0">
              <a:solidFill>
                <a:schemeClr val="tx1"/>
              </a:solidFill>
              <a:effectLst/>
              <a:latin typeface="Times New Roman" pitchFamily="18" charset="0"/>
              <a:ea typeface="+mn-ea"/>
              <a:cs typeface="+mn-cs"/>
            </a:endParaRPr>
          </a:p>
        </p:txBody>
      </p:sp>
    </p:spTree>
    <p:extLst>
      <p:ext uri="{BB962C8B-B14F-4D97-AF65-F5344CB8AC3E}">
        <p14:creationId xmlns:p14="http://schemas.microsoft.com/office/powerpoint/2010/main" val="342291515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endParaRPr lang="en-US" sz="1200" kern="1200" dirty="0">
              <a:solidFill>
                <a:schemeClr val="tx1"/>
              </a:solidFill>
              <a:effectLst/>
              <a:latin typeface="Times New Roman" pitchFamily="18" charset="0"/>
              <a:ea typeface="+mn-ea"/>
              <a:cs typeface="+mn-cs"/>
            </a:endParaRPr>
          </a:p>
        </p:txBody>
      </p:sp>
    </p:spTree>
    <p:extLst>
      <p:ext uri="{BB962C8B-B14F-4D97-AF65-F5344CB8AC3E}">
        <p14:creationId xmlns:p14="http://schemas.microsoft.com/office/powerpoint/2010/main" val="142024709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Consistency checking involves scanning a disk’s logical structure to ensure that it is consistent with its specification.</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In most file systems, a directory must have at least two entries: a dot (.) entry that points to itself and a dot-dot (..) entry that points to its parent. A file system repair program reads each directory to ensure that these entries exist and point to the correct directories. If they do not, the program displays an error message, and you can correct the problem.</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Both chkdsk and fsck work in this fashion.</a:t>
            </a:r>
          </a:p>
          <a:p>
            <a:endParaRPr lang="en-US" sz="1200" kern="1200" dirty="0">
              <a:solidFill>
                <a:schemeClr val="tx1"/>
              </a:solidFill>
              <a:effectLst/>
              <a:latin typeface="Times New Roman" pitchFamily="18" charset="0"/>
              <a:ea typeface="+mn-ea"/>
              <a:cs typeface="+mn-cs"/>
            </a:endParaRPr>
          </a:p>
        </p:txBody>
      </p:sp>
    </p:spTree>
    <p:extLst>
      <p:ext uri="{BB962C8B-B14F-4D97-AF65-F5344CB8AC3E}">
        <p14:creationId xmlns:p14="http://schemas.microsoft.com/office/powerpoint/2010/main" val="38648985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Consistency checking problems:</a:t>
            </a:r>
          </a:p>
          <a:p>
            <a:pPr lvl="0"/>
            <a:r>
              <a:rPr lang="en-US" sz="1200" kern="1200" dirty="0">
                <a:solidFill>
                  <a:schemeClr val="tx1"/>
                </a:solidFill>
                <a:effectLst/>
                <a:latin typeface="Times New Roman" pitchFamily="18" charset="0"/>
                <a:ea typeface="+mn-ea"/>
                <a:cs typeface="+mn-cs"/>
              </a:rPr>
              <a:t>A consistency check can fail if the file system is highly damaged. The repair program may crash, or it may believe the drive has an invalid file system.</a:t>
            </a:r>
          </a:p>
          <a:p>
            <a:pPr lvl="0"/>
            <a:endParaRPr lang="en-US" sz="1200" kern="1200" dirty="0">
              <a:solidFill>
                <a:schemeClr val="tx1"/>
              </a:solidFill>
              <a:effectLst/>
              <a:latin typeface="Times New Roman" pitchFamily="18" charset="0"/>
              <a:ea typeface="+mn-ea"/>
              <a:cs typeface="+mn-cs"/>
            </a:endParaRPr>
          </a:p>
          <a:p>
            <a:pPr lvl="0"/>
            <a:r>
              <a:rPr lang="en-US" sz="1200" kern="1200" dirty="0">
                <a:solidFill>
                  <a:schemeClr val="tx1"/>
                </a:solidFill>
                <a:effectLst/>
                <a:latin typeface="Times New Roman" pitchFamily="18" charset="0"/>
                <a:ea typeface="+mn-ea"/>
                <a:cs typeface="+mn-cs"/>
              </a:rPr>
              <a:t>The chkdsk utility might automatically delete data files if the files are out of place or unexplainable. The utility does this to ensure that the operating system can run properly. However, the deleted files may be important and irreplaceable user files.</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The same type of problem occurs with system restore disks that restore the operating system by removing the previous installation. Avoid this problem by installing the operating system on a separate partition from the user data.</a:t>
            </a:r>
          </a:p>
          <a:p>
            <a:endParaRPr lang="en-US" dirty="0"/>
          </a:p>
        </p:txBody>
      </p:sp>
    </p:spTree>
    <p:extLst>
      <p:ext uri="{BB962C8B-B14F-4D97-AF65-F5344CB8AC3E}">
        <p14:creationId xmlns:p14="http://schemas.microsoft.com/office/powerpoint/2010/main" val="33272491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With zero-knowledge analysis, few assumptions are made about the state of the file system. The file system is rebuilt from scratch using knowledge of an undamaged file system structure. In this process, scan the drive of the affected computer noting all file system structures and possible file boundaries. Then match the results to the specifications of a working file system.</a:t>
            </a:r>
            <a:br>
              <a:rPr lang="en-US" sz="1200" kern="1200" dirty="0">
                <a:solidFill>
                  <a:schemeClr val="tx1"/>
                </a:solidFill>
                <a:effectLst/>
                <a:latin typeface="Times New Roman" pitchFamily="18" charset="0"/>
                <a:ea typeface="+mn-ea"/>
                <a:cs typeface="+mn-cs"/>
              </a:rPr>
            </a:b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Zero-knowledge analysis is usually much slower than consistency checking. You can use it, however, to recover data even when the logical structures are almost completely destroyed. This technique generally does not repair the damaged file system but allows you to extract the data to another storage device.</a:t>
            </a:r>
          </a:p>
          <a:p>
            <a:endParaRPr lang="en-US" dirty="0"/>
          </a:p>
        </p:txBody>
      </p:sp>
    </p:spTree>
    <p:extLst>
      <p:ext uri="{BB962C8B-B14F-4D97-AF65-F5344CB8AC3E}">
        <p14:creationId xmlns:p14="http://schemas.microsoft.com/office/powerpoint/2010/main" val="31603823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endParaRPr lang="en-US" sz="1200" kern="1200" dirty="0">
              <a:solidFill>
                <a:schemeClr val="tx1"/>
              </a:solidFill>
              <a:effectLst/>
              <a:latin typeface="Times New Roman" pitchFamily="18" charset="0"/>
              <a:ea typeface="+mn-ea"/>
              <a:cs typeface="+mn-cs"/>
            </a:endParaRPr>
          </a:p>
        </p:txBody>
      </p:sp>
    </p:spTree>
    <p:extLst>
      <p:ext uri="{BB962C8B-B14F-4D97-AF65-F5344CB8AC3E}">
        <p14:creationId xmlns:p14="http://schemas.microsoft.com/office/powerpoint/2010/main" val="245736186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5130103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7" descr="bg1.jpg"/>
          <p:cNvPicPr>
            <a:picLocks noChangeAspect="1"/>
          </p:cNvPicPr>
          <p:nvPr userDrawn="1"/>
        </p:nvPicPr>
        <p:blipFill>
          <a:blip r:embed="rId2" cstate="print"/>
          <a:srcRect/>
          <a:stretch>
            <a:fillRect/>
          </a:stretch>
        </p:blipFill>
        <p:spPr bwMode="auto">
          <a:xfrm>
            <a:off x="3175" y="0"/>
            <a:ext cx="9137650" cy="6858000"/>
          </a:xfrm>
          <a:prstGeom prst="rect">
            <a:avLst/>
          </a:prstGeom>
          <a:noFill/>
          <a:ln w="9525">
            <a:noFill/>
            <a:miter lim="800000"/>
            <a:headEnd/>
            <a:tailEnd/>
          </a:ln>
        </p:spPr>
      </p:pic>
      <p:sp>
        <p:nvSpPr>
          <p:cNvPr id="4" name="Text Box 5"/>
          <p:cNvSpPr txBox="1">
            <a:spLocks noChangeArrowheads="1"/>
          </p:cNvSpPr>
          <p:nvPr/>
        </p:nvSpPr>
        <p:spPr bwMode="auto">
          <a:xfrm>
            <a:off x="5457825" y="6477000"/>
            <a:ext cx="3343275" cy="215900"/>
          </a:xfrm>
          <a:prstGeom prst="rect">
            <a:avLst/>
          </a:prstGeom>
          <a:noFill/>
          <a:ln>
            <a:noFill/>
          </a:ln>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r">
              <a:spcBef>
                <a:spcPct val="50000"/>
              </a:spcBef>
              <a:defRPr/>
            </a:pPr>
            <a:r>
              <a:rPr lang="en-US" sz="800" dirty="0">
                <a:solidFill>
                  <a:schemeClr val="bg1"/>
                </a:solidFill>
              </a:rPr>
              <a:t>© ITT Educational Services, Inc. All rights reserved.</a:t>
            </a:r>
          </a:p>
        </p:txBody>
      </p:sp>
      <p:sp>
        <p:nvSpPr>
          <p:cNvPr id="681988" name="Rectangle 4"/>
          <p:cNvSpPr>
            <a:spLocks noGrp="1" noChangeArrowheads="1"/>
          </p:cNvSpPr>
          <p:nvPr>
            <p:ph type="subTitle" idx="1"/>
          </p:nvPr>
        </p:nvSpPr>
        <p:spPr>
          <a:xfrm>
            <a:off x="1295400" y="2133600"/>
            <a:ext cx="7086600" cy="584775"/>
          </a:xfrm>
        </p:spPr>
        <p:txBody>
          <a:bodyPr>
            <a:spAutoFit/>
          </a:bodyPr>
          <a:lstStyle>
            <a:lvl1pPr marL="0" indent="0">
              <a:buFont typeface="Wingdings" pitchFamily="2" charset="2"/>
              <a:buNone/>
              <a:defRPr sz="3200" b="0">
                <a:solidFill>
                  <a:schemeClr val="bg1"/>
                </a:solidFill>
              </a:defRPr>
            </a:lvl1pPr>
          </a:lstStyle>
          <a:p>
            <a:r>
              <a:rPr lang="en-US" dirty="0"/>
              <a:t>Click to edit Master subtitle style</a:t>
            </a:r>
          </a:p>
        </p:txBody>
      </p:sp>
      <p:sp>
        <p:nvSpPr>
          <p:cNvPr id="5" name="TextBox 4"/>
          <p:cNvSpPr txBox="1"/>
          <p:nvPr userDrawn="1"/>
        </p:nvSpPr>
        <p:spPr>
          <a:xfrm>
            <a:off x="3607327" y="6496050"/>
            <a:ext cx="3014768" cy="215444"/>
          </a:xfrm>
          <a:prstGeom prst="rect">
            <a:avLst/>
          </a:prstGeom>
          <a:noFill/>
        </p:spPr>
        <p:txBody>
          <a:bodyPr wrap="none" rtlCol="0">
            <a:spAutoFit/>
          </a:bodyPr>
          <a:lstStyle/>
          <a:p>
            <a:r>
              <a:rPr lang="en-US" sz="800" dirty="0">
                <a:solidFill>
                  <a:schemeClr val="accent5"/>
                </a:solidFill>
              </a:rPr>
              <a:t>© 2012 Jones and Bartlett </a:t>
            </a:r>
            <a:r>
              <a:rPr lang="en-US" sz="800" i="0" dirty="0">
                <a:solidFill>
                  <a:schemeClr val="accent5"/>
                </a:solidFill>
              </a:rPr>
              <a:t>Learning, LLC  www.jblearning.com</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a:t>Click to edit Master title style</a:t>
            </a:r>
          </a:p>
        </p:txBody>
      </p:sp>
      <p:sp>
        <p:nvSpPr>
          <p:cNvPr id="3" name="Content Placeholder 2"/>
          <p:cNvSpPr>
            <a:spLocks noGrp="1"/>
          </p:cNvSpPr>
          <p:nvPr>
            <p:ph idx="1"/>
          </p:nvPr>
        </p:nvSpPr>
        <p:spPr/>
        <p:txBody>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pic>
        <p:nvPicPr>
          <p:cNvPr id="3" name="Picture 7" descr="bg1.jpg"/>
          <p:cNvPicPr>
            <a:picLocks noChangeAspect="1"/>
          </p:cNvPicPr>
          <p:nvPr userDrawn="1"/>
        </p:nvPicPr>
        <p:blipFill>
          <a:blip r:embed="rId2" cstate="print"/>
          <a:srcRect/>
          <a:stretch>
            <a:fillRect/>
          </a:stretch>
        </p:blipFill>
        <p:spPr bwMode="auto">
          <a:xfrm>
            <a:off x="3175" y="0"/>
            <a:ext cx="9137650" cy="6858000"/>
          </a:xfrm>
          <a:prstGeom prst="rect">
            <a:avLst/>
          </a:prstGeom>
          <a:noFill/>
          <a:ln w="9525">
            <a:noFill/>
            <a:miter lim="800000"/>
            <a:headEnd/>
            <a:tailEnd/>
          </a:ln>
        </p:spPr>
      </p:pic>
      <p:sp>
        <p:nvSpPr>
          <p:cNvPr id="681988" name="Rectangle 4"/>
          <p:cNvSpPr>
            <a:spLocks noGrp="1" noChangeArrowheads="1"/>
          </p:cNvSpPr>
          <p:nvPr>
            <p:ph type="subTitle" idx="1"/>
          </p:nvPr>
        </p:nvSpPr>
        <p:spPr>
          <a:xfrm>
            <a:off x="1295400" y="2133600"/>
            <a:ext cx="7086600" cy="584775"/>
          </a:xfrm>
        </p:spPr>
        <p:txBody>
          <a:bodyPr>
            <a:spAutoFit/>
          </a:bodyPr>
          <a:lstStyle>
            <a:lvl1pPr marL="0" indent="0">
              <a:buFont typeface="Wingdings" pitchFamily="2" charset="2"/>
              <a:buNone/>
              <a:defRPr sz="3200" b="0">
                <a:solidFill>
                  <a:schemeClr val="bg1"/>
                </a:solidFill>
              </a:defRPr>
            </a:lvl1pPr>
          </a:lstStyle>
          <a:p>
            <a:r>
              <a:rPr lang="en-US" dirty="0"/>
              <a:t>Click to edit Master subtitle style</a:t>
            </a:r>
          </a:p>
        </p:txBody>
      </p:sp>
      <p:sp>
        <p:nvSpPr>
          <p:cNvPr id="5" name="TextBox 4"/>
          <p:cNvSpPr txBox="1"/>
          <p:nvPr userDrawn="1"/>
        </p:nvSpPr>
        <p:spPr>
          <a:xfrm>
            <a:off x="3904801" y="6346589"/>
            <a:ext cx="3095719" cy="41549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700" dirty="0">
                <a:solidFill>
                  <a:schemeClr val="accent5"/>
                </a:solidFill>
              </a:rPr>
              <a:t>© 2019 Jones and Bartlett </a:t>
            </a:r>
            <a:r>
              <a:rPr lang="en-US" sz="700" i="0" dirty="0">
                <a:solidFill>
                  <a:schemeClr val="accent5"/>
                </a:solidFill>
              </a:rPr>
              <a:t>Learning, LLC, an Ascend Learning Company </a:t>
            </a:r>
          </a:p>
          <a:p>
            <a:r>
              <a:rPr lang="en-US" sz="700" i="0" dirty="0">
                <a:solidFill>
                  <a:schemeClr val="accent5"/>
                </a:solidFill>
              </a:rPr>
              <a:t>www.jblearning.com</a:t>
            </a:r>
          </a:p>
          <a:p>
            <a:r>
              <a:rPr lang="en-US" sz="700" i="0" dirty="0">
                <a:solidFill>
                  <a:schemeClr val="accent5"/>
                </a:solidFill>
              </a:rPr>
              <a:t>All rights reserved.</a:t>
            </a:r>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 descr="bg2.jpg"/>
          <p:cNvPicPr>
            <a:picLocks noChangeAspect="1"/>
          </p:cNvPicPr>
          <p:nvPr/>
        </p:nvPicPr>
        <p:blipFill>
          <a:blip r:embed="rId5" cstate="print"/>
          <a:srcRect/>
          <a:stretch>
            <a:fillRect/>
          </a:stretch>
        </p:blipFill>
        <p:spPr bwMode="auto">
          <a:xfrm>
            <a:off x="0" y="6297613"/>
            <a:ext cx="9144000" cy="560387"/>
          </a:xfrm>
          <a:prstGeom prst="rect">
            <a:avLst/>
          </a:prstGeom>
          <a:noFill/>
          <a:ln w="9525">
            <a:noFill/>
            <a:miter lim="800000"/>
            <a:headEnd/>
            <a:tailEnd/>
          </a:ln>
        </p:spPr>
      </p:pic>
      <p:sp>
        <p:nvSpPr>
          <p:cNvPr id="1027" name="Rectangle 2"/>
          <p:cNvSpPr>
            <a:spLocks noGrp="1" noChangeArrowheads="1"/>
          </p:cNvSpPr>
          <p:nvPr>
            <p:ph type="title"/>
          </p:nvPr>
        </p:nvSpPr>
        <p:spPr bwMode="auto">
          <a:xfrm>
            <a:off x="539750" y="304800"/>
            <a:ext cx="8299450" cy="99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8" name="Rectangle 3"/>
          <p:cNvSpPr>
            <a:spLocks noGrp="1" noChangeArrowheads="1"/>
          </p:cNvSpPr>
          <p:nvPr>
            <p:ph type="body" idx="1"/>
          </p:nvPr>
        </p:nvSpPr>
        <p:spPr bwMode="auto">
          <a:xfrm>
            <a:off x="539750" y="1295400"/>
            <a:ext cx="8299450" cy="4648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30" name="Text Box 6"/>
          <p:cNvSpPr txBox="1">
            <a:spLocks noChangeArrowheads="1"/>
          </p:cNvSpPr>
          <p:nvPr/>
        </p:nvSpPr>
        <p:spPr bwMode="auto">
          <a:xfrm>
            <a:off x="8382000" y="6496050"/>
            <a:ext cx="581025" cy="215900"/>
          </a:xfrm>
          <a:prstGeom prst="rect">
            <a:avLst/>
          </a:prstGeom>
          <a:noFill/>
          <a:ln>
            <a:noFill/>
          </a:ln>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defRPr/>
            </a:pPr>
            <a:r>
              <a:rPr lang="en-US" sz="800" dirty="0">
                <a:solidFill>
                  <a:schemeClr val="bg1"/>
                </a:solidFill>
              </a:rPr>
              <a:t>Page </a:t>
            </a:r>
            <a:fld id="{09908DE4-0EDD-4792-9C07-520DBC5871DD}" type="slidenum">
              <a:rPr lang="en-US" sz="800" smtClean="0">
                <a:solidFill>
                  <a:schemeClr val="bg1"/>
                </a:solidFill>
              </a:rPr>
              <a:pPr>
                <a:defRPr/>
              </a:pPr>
              <a:t>‹#›</a:t>
            </a:fld>
            <a:endParaRPr lang="en-US" sz="800" dirty="0">
              <a:solidFill>
                <a:schemeClr val="bg1"/>
              </a:solidFill>
            </a:endParaRPr>
          </a:p>
        </p:txBody>
      </p:sp>
      <p:sp>
        <p:nvSpPr>
          <p:cNvPr id="1031" name="Text Box 5"/>
          <p:cNvSpPr txBox="1">
            <a:spLocks noChangeArrowheads="1"/>
          </p:cNvSpPr>
          <p:nvPr/>
        </p:nvSpPr>
        <p:spPr bwMode="auto">
          <a:xfrm>
            <a:off x="95250" y="6478588"/>
            <a:ext cx="3302000" cy="477837"/>
          </a:xfrm>
          <a:prstGeom prst="rect">
            <a:avLst/>
          </a:prstGeom>
          <a:noFill/>
          <a:ln>
            <a:noFill/>
          </a:ln>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defRPr/>
            </a:pPr>
            <a:r>
              <a:rPr lang="en-US" sz="1000" dirty="0">
                <a:solidFill>
                  <a:schemeClr val="bg1"/>
                </a:solidFill>
              </a:rPr>
              <a:t>System Forensics, Investigation, and Response</a:t>
            </a:r>
          </a:p>
          <a:p>
            <a:pPr>
              <a:spcBef>
                <a:spcPct val="50000"/>
              </a:spcBef>
              <a:defRPr/>
            </a:pPr>
            <a:endParaRPr lang="en-US" sz="1000" dirty="0">
              <a:solidFill>
                <a:schemeClr val="bg1"/>
              </a:solidFill>
            </a:endParaRPr>
          </a:p>
        </p:txBody>
      </p:sp>
      <p:sp>
        <p:nvSpPr>
          <p:cNvPr id="8" name="TextBox 7"/>
          <p:cNvSpPr txBox="1"/>
          <p:nvPr/>
        </p:nvSpPr>
        <p:spPr>
          <a:xfrm>
            <a:off x="4041278" y="6396251"/>
            <a:ext cx="3095719" cy="41549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700" dirty="0">
                <a:solidFill>
                  <a:schemeClr val="accent5"/>
                </a:solidFill>
              </a:rPr>
              <a:t>© 2019 Jones and Bartlett </a:t>
            </a:r>
            <a:r>
              <a:rPr lang="en-US" sz="700" i="0" dirty="0">
                <a:solidFill>
                  <a:schemeClr val="accent5"/>
                </a:solidFill>
              </a:rPr>
              <a:t>Learning, LLC, an Ascend Learning Company </a:t>
            </a:r>
          </a:p>
          <a:p>
            <a:r>
              <a:rPr lang="en-US" sz="700" i="0" dirty="0">
                <a:solidFill>
                  <a:schemeClr val="accent5"/>
                </a:solidFill>
              </a:rPr>
              <a:t>www.jblearning.com</a:t>
            </a:r>
          </a:p>
          <a:p>
            <a:r>
              <a:rPr lang="en-US" sz="700" i="0" dirty="0">
                <a:solidFill>
                  <a:schemeClr val="accent5"/>
                </a:solidFill>
              </a:rPr>
              <a:t>All rights reserved.</a:t>
            </a:r>
          </a:p>
        </p:txBody>
      </p:sp>
    </p:spTree>
  </p:cSld>
  <p:clrMap bg1="lt1" tx1="dk1" bg2="lt2" tx2="dk2" accent1="accent1" accent2="accent2" accent3="accent3" accent4="accent4" accent5="accent5" accent6="accent6" hlink="hlink" folHlink="folHlink"/>
  <p:sldLayoutIdLst>
    <p:sldLayoutId id="2147484063" r:id="rId1"/>
    <p:sldLayoutId id="2147484062" r:id="rId2"/>
    <p:sldLayoutId id="2147484065" r:id="rId3"/>
  </p:sldLayoutIdLst>
  <p:txStyles>
    <p:titleStyle>
      <a:lvl1pPr algn="l" rtl="0" eaLnBrk="0" fontAlgn="base" hangingPunct="0">
        <a:spcBef>
          <a:spcPct val="0"/>
        </a:spcBef>
        <a:spcAft>
          <a:spcPct val="0"/>
        </a:spcAft>
        <a:defRPr sz="2400" b="1">
          <a:solidFill>
            <a:srgbClr val="00407A"/>
          </a:solidFill>
          <a:latin typeface="+mj-lt"/>
          <a:ea typeface="+mj-ea"/>
          <a:cs typeface="+mj-cs"/>
        </a:defRPr>
      </a:lvl1pPr>
      <a:lvl2pPr algn="l" rtl="0" eaLnBrk="0" fontAlgn="base" hangingPunct="0">
        <a:spcBef>
          <a:spcPct val="0"/>
        </a:spcBef>
        <a:spcAft>
          <a:spcPct val="0"/>
        </a:spcAft>
        <a:defRPr sz="2400" b="1">
          <a:solidFill>
            <a:srgbClr val="00407A"/>
          </a:solidFill>
          <a:latin typeface="Arial" charset="0"/>
        </a:defRPr>
      </a:lvl2pPr>
      <a:lvl3pPr algn="l" rtl="0" eaLnBrk="0" fontAlgn="base" hangingPunct="0">
        <a:spcBef>
          <a:spcPct val="0"/>
        </a:spcBef>
        <a:spcAft>
          <a:spcPct val="0"/>
        </a:spcAft>
        <a:defRPr sz="2400" b="1">
          <a:solidFill>
            <a:srgbClr val="00407A"/>
          </a:solidFill>
          <a:latin typeface="Arial" charset="0"/>
        </a:defRPr>
      </a:lvl3pPr>
      <a:lvl4pPr algn="l" rtl="0" eaLnBrk="0" fontAlgn="base" hangingPunct="0">
        <a:spcBef>
          <a:spcPct val="0"/>
        </a:spcBef>
        <a:spcAft>
          <a:spcPct val="0"/>
        </a:spcAft>
        <a:defRPr sz="2400" b="1">
          <a:solidFill>
            <a:srgbClr val="00407A"/>
          </a:solidFill>
          <a:latin typeface="Arial" charset="0"/>
        </a:defRPr>
      </a:lvl4pPr>
      <a:lvl5pPr algn="l" rtl="0" eaLnBrk="0" fontAlgn="base" hangingPunct="0">
        <a:spcBef>
          <a:spcPct val="0"/>
        </a:spcBef>
        <a:spcAft>
          <a:spcPct val="0"/>
        </a:spcAft>
        <a:defRPr sz="2400" b="1">
          <a:solidFill>
            <a:srgbClr val="00407A"/>
          </a:solidFill>
          <a:latin typeface="Arial" charset="0"/>
        </a:defRPr>
      </a:lvl5pPr>
      <a:lvl6pPr marL="457200" algn="l" rtl="0" eaLnBrk="0" fontAlgn="base" hangingPunct="0">
        <a:spcBef>
          <a:spcPct val="0"/>
        </a:spcBef>
        <a:spcAft>
          <a:spcPct val="0"/>
        </a:spcAft>
        <a:defRPr sz="3800" b="1">
          <a:solidFill>
            <a:srgbClr val="00407A"/>
          </a:solidFill>
          <a:latin typeface="Arial" charset="0"/>
        </a:defRPr>
      </a:lvl6pPr>
      <a:lvl7pPr marL="914400" algn="l" rtl="0" eaLnBrk="0" fontAlgn="base" hangingPunct="0">
        <a:spcBef>
          <a:spcPct val="0"/>
        </a:spcBef>
        <a:spcAft>
          <a:spcPct val="0"/>
        </a:spcAft>
        <a:defRPr sz="3800" b="1">
          <a:solidFill>
            <a:srgbClr val="00407A"/>
          </a:solidFill>
          <a:latin typeface="Arial" charset="0"/>
        </a:defRPr>
      </a:lvl7pPr>
      <a:lvl8pPr marL="1371600" algn="l" rtl="0" eaLnBrk="0" fontAlgn="base" hangingPunct="0">
        <a:spcBef>
          <a:spcPct val="0"/>
        </a:spcBef>
        <a:spcAft>
          <a:spcPct val="0"/>
        </a:spcAft>
        <a:defRPr sz="3800" b="1">
          <a:solidFill>
            <a:srgbClr val="00407A"/>
          </a:solidFill>
          <a:latin typeface="Arial" charset="0"/>
        </a:defRPr>
      </a:lvl8pPr>
      <a:lvl9pPr marL="1828800" algn="l" rtl="0" eaLnBrk="0" fontAlgn="base" hangingPunct="0">
        <a:spcBef>
          <a:spcPct val="0"/>
        </a:spcBef>
        <a:spcAft>
          <a:spcPct val="0"/>
        </a:spcAft>
        <a:defRPr sz="3800" b="1">
          <a:solidFill>
            <a:srgbClr val="00407A"/>
          </a:solidFill>
          <a:latin typeface="Arial" charset="0"/>
        </a:defRPr>
      </a:lvl9pPr>
    </p:titleStyle>
    <p:bodyStyle>
      <a:lvl1pPr marL="233363" indent="-233363" algn="l" rtl="0" eaLnBrk="0" fontAlgn="base" hangingPunct="0">
        <a:spcBef>
          <a:spcPct val="20000"/>
        </a:spcBef>
        <a:spcAft>
          <a:spcPct val="0"/>
        </a:spcAft>
        <a:buClr>
          <a:srgbClr val="ED6E2E"/>
        </a:buClr>
        <a:buFont typeface="Wingdings" pitchFamily="2" charset="2"/>
        <a:buChar char="§"/>
        <a:defRPr>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3"/>
          <p:cNvSpPr>
            <a:spLocks noGrp="1"/>
          </p:cNvSpPr>
          <p:nvPr>
            <p:ph type="subTitle" idx="1"/>
          </p:nvPr>
        </p:nvSpPr>
        <p:spPr>
          <a:xfrm>
            <a:off x="401638" y="2133600"/>
            <a:ext cx="8316912" cy="3096232"/>
          </a:xfrm>
        </p:spPr>
        <p:txBody>
          <a:bodyPr/>
          <a:lstStyle/>
          <a:p>
            <a:pPr algn="ctr"/>
            <a:r>
              <a:rPr lang="en-US" sz="4000" b="1" dirty="0"/>
              <a:t>System Forensics, Investigation, and Response</a:t>
            </a:r>
          </a:p>
          <a:p>
            <a:pPr algn="ctr"/>
            <a:endParaRPr lang="en-US" b="1" dirty="0"/>
          </a:p>
          <a:p>
            <a:pPr algn="ctr"/>
            <a:r>
              <a:rPr lang="en-US" b="1" dirty="0"/>
              <a:t>Lesson 6</a:t>
            </a:r>
          </a:p>
          <a:p>
            <a:pPr algn="ctr"/>
            <a:r>
              <a:rPr lang="en-US" b="1" dirty="0"/>
              <a:t>Recovering Data</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sz="4000" dirty="0"/>
              <a:t>Learning Objective</a:t>
            </a:r>
          </a:p>
        </p:txBody>
      </p:sp>
      <p:sp>
        <p:nvSpPr>
          <p:cNvPr id="6147" name="Content Placeholder 2"/>
          <p:cNvSpPr>
            <a:spLocks noGrp="1"/>
          </p:cNvSpPr>
          <p:nvPr>
            <p:ph idx="1"/>
          </p:nvPr>
        </p:nvSpPr>
        <p:spPr>
          <a:xfrm>
            <a:off x="539750" y="1405719"/>
            <a:ext cx="8029575" cy="2404281"/>
          </a:xfrm>
        </p:spPr>
        <p:txBody>
          <a:bodyPr/>
          <a:lstStyle/>
          <a:p>
            <a:r>
              <a:rPr lang="en-US" sz="3200" dirty="0"/>
              <a:t>Explain techniques for hiding and scrambling information as well as how data is recovered.</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sz="4000" dirty="0"/>
              <a:t>Key Concepts</a:t>
            </a:r>
          </a:p>
        </p:txBody>
      </p:sp>
      <p:sp>
        <p:nvSpPr>
          <p:cNvPr id="7171" name="Content Placeholder 2"/>
          <p:cNvSpPr>
            <a:spLocks noGrp="1"/>
          </p:cNvSpPr>
          <p:nvPr>
            <p:ph idx="1"/>
          </p:nvPr>
        </p:nvSpPr>
        <p:spPr>
          <a:xfrm>
            <a:off x="539750" y="1392072"/>
            <a:ext cx="7497763" cy="4462628"/>
          </a:xfrm>
        </p:spPr>
        <p:txBody>
          <a:bodyPr/>
          <a:lstStyle/>
          <a:p>
            <a:pPr lvl="0"/>
            <a:r>
              <a:rPr lang="en-US" sz="3200" dirty="0"/>
              <a:t>Undeleting data</a:t>
            </a:r>
          </a:p>
          <a:p>
            <a:pPr lvl="0"/>
            <a:r>
              <a:rPr lang="en-US" sz="3200" dirty="0"/>
              <a:t>Recovering information from damaged drives</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sz="4000" dirty="0"/>
              <a:t>Undeleting Data</a:t>
            </a:r>
          </a:p>
        </p:txBody>
      </p:sp>
      <p:sp>
        <p:nvSpPr>
          <p:cNvPr id="7171" name="Content Placeholder 2"/>
          <p:cNvSpPr>
            <a:spLocks noGrp="1"/>
          </p:cNvSpPr>
          <p:nvPr>
            <p:ph idx="1"/>
          </p:nvPr>
        </p:nvSpPr>
        <p:spPr>
          <a:xfrm>
            <a:off x="539750" y="1392072"/>
            <a:ext cx="7497763" cy="4462628"/>
          </a:xfrm>
        </p:spPr>
        <p:txBody>
          <a:bodyPr/>
          <a:lstStyle/>
          <a:p>
            <a:pPr lvl="0"/>
            <a:r>
              <a:rPr lang="en-US" sz="3200" dirty="0"/>
              <a:t>Criminals who are not very technically savvy think that deleting a file will keep authorities from discovering it</a:t>
            </a:r>
          </a:p>
          <a:p>
            <a:pPr lvl="0"/>
            <a:r>
              <a:rPr lang="en-US" sz="3200" dirty="0"/>
              <a:t>Expect that evidence will frequently be deleted from computers you examine</a:t>
            </a:r>
          </a:p>
          <a:p>
            <a:pPr lvl="0"/>
            <a:endParaRPr lang="en-US" sz="3200" dirty="0"/>
          </a:p>
        </p:txBody>
      </p:sp>
    </p:spTree>
    <p:extLst>
      <p:ext uri="{BB962C8B-B14F-4D97-AF65-F5344CB8AC3E}">
        <p14:creationId xmlns:p14="http://schemas.microsoft.com/office/powerpoint/2010/main" val="3673821379"/>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sz="4000" dirty="0"/>
              <a:t>File Systems and Hard Drives</a:t>
            </a:r>
          </a:p>
        </p:txBody>
      </p:sp>
      <p:pic>
        <p:nvPicPr>
          <p:cNvPr id="3" name="Content Placeholder 2">
            <a:extLst>
              <a:ext uri="{FF2B5EF4-FFF2-40B4-BE49-F238E27FC236}">
                <a16:creationId xmlns:a16="http://schemas.microsoft.com/office/drawing/2014/main" id="{E23773E5-1F6C-4840-8E9F-309EB7EE9AF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17203" y="1485374"/>
            <a:ext cx="7342857" cy="4276190"/>
          </a:xfrm>
        </p:spPr>
      </p:pic>
    </p:spTree>
    <p:extLst>
      <p:ext uri="{BB962C8B-B14F-4D97-AF65-F5344CB8AC3E}">
        <p14:creationId xmlns:p14="http://schemas.microsoft.com/office/powerpoint/2010/main" val="2433661726"/>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539750" y="304800"/>
            <a:ext cx="8299450" cy="476250"/>
          </a:xfrm>
        </p:spPr>
        <p:txBody>
          <a:bodyPr/>
          <a:lstStyle/>
          <a:p>
            <a:r>
              <a:rPr lang="en-US" sz="4000" dirty="0">
                <a:solidFill>
                  <a:schemeClr val="tx2"/>
                </a:solidFill>
              </a:rPr>
              <a:t>Operating Systems </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889120178"/>
              </p:ext>
            </p:extLst>
          </p:nvPr>
        </p:nvGraphicFramePr>
        <p:xfrm>
          <a:off x="491622"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Windows</a:t>
            </a:r>
          </a:p>
        </p:txBody>
      </p:sp>
      <p:sp>
        <p:nvSpPr>
          <p:cNvPr id="25603" name="Content Placeholder 2"/>
          <p:cNvSpPr>
            <a:spLocks noGrp="1"/>
          </p:cNvSpPr>
          <p:nvPr>
            <p:ph idx="1"/>
          </p:nvPr>
        </p:nvSpPr>
        <p:spPr>
          <a:xfrm>
            <a:off x="539750" y="1337480"/>
            <a:ext cx="8299450" cy="4383869"/>
          </a:xfrm>
        </p:spPr>
        <p:txBody>
          <a:bodyPr/>
          <a:lstStyle/>
          <a:p>
            <a:r>
              <a:rPr lang="en-US" sz="3200" dirty="0"/>
              <a:t>FAT16 and FAT32 used in pre-Windows 2000 versions</a:t>
            </a:r>
          </a:p>
          <a:p>
            <a:r>
              <a:rPr lang="en-US" sz="3200" dirty="0"/>
              <a:t>NTFS file system in use since Windows 2000</a:t>
            </a:r>
          </a:p>
          <a:p>
            <a:r>
              <a:rPr lang="en-US" sz="3200" dirty="0"/>
              <a:t>Uses a table to map files to specific clusters where they are stored on the disk</a:t>
            </a:r>
          </a:p>
        </p:txBody>
      </p:sp>
    </p:spTree>
    <p:extLst>
      <p:ext uri="{BB962C8B-B14F-4D97-AF65-F5344CB8AC3E}">
        <p14:creationId xmlns:p14="http://schemas.microsoft.com/office/powerpoint/2010/main" val="58732887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Storing a File in Windows (FAT/FAT32)</a:t>
            </a:r>
          </a:p>
        </p:txBody>
      </p:sp>
      <p:graphicFrame>
        <p:nvGraphicFramePr>
          <p:cNvPr id="5" name="Content Placeholder 4"/>
          <p:cNvGraphicFramePr>
            <a:graphicFrameLocks noGrp="1"/>
          </p:cNvGraphicFramePr>
          <p:nvPr>
            <p:ph idx="1"/>
            <p:extLst/>
          </p:nvPr>
        </p:nvGraphicFramePr>
        <p:xfrm>
          <a:off x="539750" y="1897038"/>
          <a:ext cx="8299450" cy="40465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8212425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Deleting a File in Windows (FAT/FAT32)</a:t>
            </a:r>
          </a:p>
        </p:txBody>
      </p:sp>
      <p:sp>
        <p:nvSpPr>
          <p:cNvPr id="25603" name="Content Placeholder 2"/>
          <p:cNvSpPr>
            <a:spLocks noGrp="1"/>
          </p:cNvSpPr>
          <p:nvPr>
            <p:ph idx="1"/>
          </p:nvPr>
        </p:nvSpPr>
        <p:spPr>
          <a:xfrm>
            <a:off x="539750" y="1774209"/>
            <a:ext cx="8299450" cy="3947140"/>
          </a:xfrm>
        </p:spPr>
        <p:txBody>
          <a:bodyPr/>
          <a:lstStyle/>
          <a:p>
            <a:r>
              <a:rPr lang="en-US" sz="3200" dirty="0"/>
              <a:t>When a file is deleted, data not removed from disk</a:t>
            </a:r>
          </a:p>
          <a:p>
            <a:r>
              <a:rPr lang="en-US" sz="3200" dirty="0"/>
              <a:t>FAT is updated to reflect clusters no longer in use</a:t>
            </a:r>
          </a:p>
          <a:p>
            <a:r>
              <a:rPr lang="en-US" sz="3200" dirty="0"/>
              <a:t>New data saved to those clusters may overwrite old information</a:t>
            </a:r>
          </a:p>
        </p:txBody>
      </p:sp>
    </p:spTree>
    <p:extLst>
      <p:ext uri="{BB962C8B-B14F-4D97-AF65-F5344CB8AC3E}">
        <p14:creationId xmlns:p14="http://schemas.microsoft.com/office/powerpoint/2010/main" val="319172132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NTFS Fundamental Files</a:t>
            </a:r>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2113375428"/>
              </p:ext>
            </p:extLst>
          </p:nvPr>
        </p:nvGraphicFramePr>
        <p:xfrm>
          <a:off x="982638" y="1760561"/>
          <a:ext cx="7297003" cy="32647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8086489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Storing a File in Windows (NTFS)</a:t>
            </a:r>
          </a:p>
        </p:txBody>
      </p:sp>
      <p:graphicFrame>
        <p:nvGraphicFramePr>
          <p:cNvPr id="3" name="Content Placeholder 2"/>
          <p:cNvGraphicFramePr>
            <a:graphicFrameLocks noGrp="1"/>
          </p:cNvGraphicFramePr>
          <p:nvPr>
            <p:ph idx="1"/>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9648806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Deleting Files in Windows (NTFS)</a:t>
            </a:r>
          </a:p>
        </p:txBody>
      </p:sp>
      <p:sp>
        <p:nvSpPr>
          <p:cNvPr id="25603" name="Content Placeholder 2"/>
          <p:cNvSpPr>
            <a:spLocks noGrp="1"/>
          </p:cNvSpPr>
          <p:nvPr>
            <p:ph idx="1"/>
          </p:nvPr>
        </p:nvSpPr>
        <p:spPr>
          <a:xfrm>
            <a:off x="539750" y="1337480"/>
            <a:ext cx="8299450" cy="4383869"/>
          </a:xfrm>
        </p:spPr>
        <p:txBody>
          <a:bodyPr/>
          <a:lstStyle/>
          <a:p>
            <a:r>
              <a:rPr lang="en-US" sz="3200" dirty="0"/>
              <a:t>When a file is deleted, data not removed from disk</a:t>
            </a:r>
          </a:p>
          <a:p>
            <a:r>
              <a:rPr lang="en-US" sz="3200" dirty="0"/>
              <a:t>Clusters are marked as deleted and “moved” to Recycle Bin</a:t>
            </a:r>
          </a:p>
          <a:p>
            <a:r>
              <a:rPr lang="en-US" sz="3200" dirty="0"/>
              <a:t>When Recycle Bin is emptied, clusters marked as fully available</a:t>
            </a:r>
          </a:p>
          <a:p>
            <a:r>
              <a:rPr lang="en-US" sz="3200" dirty="0"/>
              <a:t>Filename in the MFT is marked with a special character that means the file has been deleted</a:t>
            </a:r>
          </a:p>
        </p:txBody>
      </p:sp>
    </p:spTree>
    <p:extLst>
      <p:ext uri="{BB962C8B-B14F-4D97-AF65-F5344CB8AC3E}">
        <p14:creationId xmlns:p14="http://schemas.microsoft.com/office/powerpoint/2010/main" val="3234236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DiskDigger</a:t>
            </a:r>
          </a:p>
        </p:txBody>
      </p:sp>
      <p:sp>
        <p:nvSpPr>
          <p:cNvPr id="25603" name="Content Placeholder 2"/>
          <p:cNvSpPr>
            <a:spLocks noGrp="1"/>
          </p:cNvSpPr>
          <p:nvPr>
            <p:ph idx="1"/>
          </p:nvPr>
        </p:nvSpPr>
        <p:spPr>
          <a:xfrm>
            <a:off x="539750" y="1337480"/>
            <a:ext cx="8299450" cy="4383869"/>
          </a:xfrm>
        </p:spPr>
        <p:txBody>
          <a:bodyPr/>
          <a:lstStyle/>
          <a:p>
            <a:r>
              <a:rPr lang="en-US" sz="3400" dirty="0"/>
              <a:t>Free and commercial versions</a:t>
            </a:r>
          </a:p>
          <a:p>
            <a:r>
              <a:rPr lang="en-US" sz="3400" dirty="0"/>
              <a:t>Free version recovers files one at a time</a:t>
            </a:r>
          </a:p>
          <a:p>
            <a:pPr marL="0" indent="0">
              <a:buNone/>
            </a:pPr>
            <a:endParaRPr lang="en-US" sz="3400" dirty="0"/>
          </a:p>
        </p:txBody>
      </p:sp>
    </p:spTree>
    <p:extLst>
      <p:ext uri="{BB962C8B-B14F-4D97-AF65-F5344CB8AC3E}">
        <p14:creationId xmlns:p14="http://schemas.microsoft.com/office/powerpoint/2010/main" val="232314818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DiskDigger: Main Screen</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20097" y="1370196"/>
            <a:ext cx="5338756" cy="4498608"/>
          </a:xfrm>
        </p:spPr>
      </p:pic>
    </p:spTree>
    <p:extLst>
      <p:ext uri="{BB962C8B-B14F-4D97-AF65-F5344CB8AC3E}">
        <p14:creationId xmlns:p14="http://schemas.microsoft.com/office/powerpoint/2010/main" val="322252487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DiskDigger: Starting Data Recovery</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97287" y="1812837"/>
            <a:ext cx="4970337" cy="4243965"/>
          </a:xfrm>
        </p:spPr>
      </p:pic>
    </p:spTree>
    <p:extLst>
      <p:ext uri="{BB962C8B-B14F-4D97-AF65-F5344CB8AC3E}">
        <p14:creationId xmlns:p14="http://schemas.microsoft.com/office/powerpoint/2010/main" val="4087880206"/>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DiskDigger: Recovering an Individual File</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97287" y="1844452"/>
            <a:ext cx="4970337" cy="4180734"/>
          </a:xfrm>
        </p:spPr>
      </p:pic>
    </p:spTree>
    <p:extLst>
      <p:ext uri="{BB962C8B-B14F-4D97-AF65-F5344CB8AC3E}">
        <p14:creationId xmlns:p14="http://schemas.microsoft.com/office/powerpoint/2010/main" val="723435960"/>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WinUndelete</a:t>
            </a:r>
          </a:p>
        </p:txBody>
      </p:sp>
      <p:sp>
        <p:nvSpPr>
          <p:cNvPr id="25603" name="Content Placeholder 2"/>
          <p:cNvSpPr>
            <a:spLocks noGrp="1"/>
          </p:cNvSpPr>
          <p:nvPr>
            <p:ph idx="1"/>
          </p:nvPr>
        </p:nvSpPr>
        <p:spPr>
          <a:xfrm>
            <a:off x="539750" y="1337480"/>
            <a:ext cx="8299450" cy="4383869"/>
          </a:xfrm>
        </p:spPr>
        <p:txBody>
          <a:bodyPr/>
          <a:lstStyle/>
          <a:p>
            <a:r>
              <a:rPr lang="en-US" sz="3400" dirty="0"/>
              <a:t>Easy to use</a:t>
            </a:r>
          </a:p>
          <a:p>
            <a:r>
              <a:rPr lang="en-US" sz="3400" dirty="0"/>
              <a:t>Wizard-driven</a:t>
            </a:r>
          </a:p>
        </p:txBody>
      </p:sp>
    </p:spTree>
    <p:extLst>
      <p:ext uri="{BB962C8B-B14F-4D97-AF65-F5344CB8AC3E}">
        <p14:creationId xmlns:p14="http://schemas.microsoft.com/office/powerpoint/2010/main" val="232314818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WinUndelete</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89912" y="1446662"/>
            <a:ext cx="5329754" cy="3796678"/>
          </a:xfrm>
        </p:spPr>
      </p:pic>
      <p:sp>
        <p:nvSpPr>
          <p:cNvPr id="5" name="TextBox 4"/>
          <p:cNvSpPr txBox="1"/>
          <p:nvPr/>
        </p:nvSpPr>
        <p:spPr>
          <a:xfrm rot="5400000">
            <a:off x="6256910" y="4336360"/>
            <a:ext cx="2156344" cy="230832"/>
          </a:xfrm>
          <a:prstGeom prst="rect">
            <a:avLst/>
          </a:prstGeom>
          <a:noFill/>
        </p:spPr>
        <p:txBody>
          <a:bodyPr wrap="square" rtlCol="0">
            <a:spAutoFit/>
          </a:bodyPr>
          <a:lstStyle/>
          <a:p>
            <a:r>
              <a:rPr lang="en-US" sz="900" dirty="0">
                <a:solidFill>
                  <a:schemeClr val="bg1">
                    <a:lumMod val="75000"/>
                  </a:schemeClr>
                </a:solidFill>
              </a:rPr>
              <a:t>Courtesy of WinRecovery Software</a:t>
            </a:r>
          </a:p>
        </p:txBody>
      </p:sp>
    </p:spTree>
    <p:extLst>
      <p:ext uri="{BB962C8B-B14F-4D97-AF65-F5344CB8AC3E}">
        <p14:creationId xmlns:p14="http://schemas.microsoft.com/office/powerpoint/2010/main" val="283667327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WinUndelete</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57999" y="1337481"/>
            <a:ext cx="5124326" cy="3706959"/>
          </a:xfrm>
        </p:spPr>
      </p:pic>
      <p:sp>
        <p:nvSpPr>
          <p:cNvPr id="6" name="TextBox 5"/>
          <p:cNvSpPr txBox="1"/>
          <p:nvPr/>
        </p:nvSpPr>
        <p:spPr>
          <a:xfrm rot="5400000">
            <a:off x="6106782" y="4186232"/>
            <a:ext cx="2156344" cy="230832"/>
          </a:xfrm>
          <a:prstGeom prst="rect">
            <a:avLst/>
          </a:prstGeom>
          <a:noFill/>
        </p:spPr>
        <p:txBody>
          <a:bodyPr wrap="square" rtlCol="0">
            <a:spAutoFit/>
          </a:bodyPr>
          <a:lstStyle/>
          <a:p>
            <a:r>
              <a:rPr lang="en-US" sz="900" dirty="0">
                <a:solidFill>
                  <a:schemeClr val="bg1">
                    <a:lumMod val="75000"/>
                  </a:schemeClr>
                </a:solidFill>
              </a:rPr>
              <a:t>Courtesy of WinRecovery Software</a:t>
            </a:r>
          </a:p>
        </p:txBody>
      </p:sp>
    </p:spTree>
    <p:extLst>
      <p:ext uri="{BB962C8B-B14F-4D97-AF65-F5344CB8AC3E}">
        <p14:creationId xmlns:p14="http://schemas.microsoft.com/office/powerpoint/2010/main" val="340629588"/>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WinUndelete</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69552" y="1542197"/>
            <a:ext cx="4778196" cy="4016195"/>
          </a:xfrm>
        </p:spPr>
      </p:pic>
      <p:sp>
        <p:nvSpPr>
          <p:cNvPr id="5" name="TextBox 4"/>
          <p:cNvSpPr txBox="1"/>
          <p:nvPr/>
        </p:nvSpPr>
        <p:spPr>
          <a:xfrm rot="5400000">
            <a:off x="6141723" y="4254472"/>
            <a:ext cx="2156344" cy="230832"/>
          </a:xfrm>
          <a:prstGeom prst="rect">
            <a:avLst/>
          </a:prstGeom>
          <a:noFill/>
        </p:spPr>
        <p:txBody>
          <a:bodyPr wrap="square" rtlCol="0">
            <a:spAutoFit/>
          </a:bodyPr>
          <a:lstStyle/>
          <a:p>
            <a:r>
              <a:rPr lang="en-US" sz="900" dirty="0">
                <a:solidFill>
                  <a:schemeClr val="bg1">
                    <a:lumMod val="75000"/>
                  </a:schemeClr>
                </a:solidFill>
              </a:rPr>
              <a:t>Courtesy of WinRecovery Software</a:t>
            </a:r>
          </a:p>
        </p:txBody>
      </p:sp>
    </p:spTree>
    <p:extLst>
      <p:ext uri="{BB962C8B-B14F-4D97-AF65-F5344CB8AC3E}">
        <p14:creationId xmlns:p14="http://schemas.microsoft.com/office/powerpoint/2010/main" val="3647703434"/>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FreeUndelete</a:t>
            </a:r>
          </a:p>
        </p:txBody>
      </p:sp>
      <p:sp>
        <p:nvSpPr>
          <p:cNvPr id="25603" name="Content Placeholder 2"/>
          <p:cNvSpPr>
            <a:spLocks noGrp="1"/>
          </p:cNvSpPr>
          <p:nvPr>
            <p:ph idx="1"/>
          </p:nvPr>
        </p:nvSpPr>
        <p:spPr>
          <a:xfrm>
            <a:off x="539750" y="1337480"/>
            <a:ext cx="8299450" cy="4383869"/>
          </a:xfrm>
        </p:spPr>
        <p:txBody>
          <a:bodyPr/>
          <a:lstStyle/>
          <a:p>
            <a:r>
              <a:rPr lang="en-US" sz="3400" dirty="0"/>
              <a:t>Free tool for personal use</a:t>
            </a:r>
          </a:p>
          <a:p>
            <a:r>
              <a:rPr lang="en-US" sz="3400" dirty="0"/>
              <a:t>Commercial version available</a:t>
            </a:r>
          </a:p>
        </p:txBody>
      </p:sp>
    </p:spTree>
    <p:extLst>
      <p:ext uri="{BB962C8B-B14F-4D97-AF65-F5344CB8AC3E}">
        <p14:creationId xmlns:p14="http://schemas.microsoft.com/office/powerpoint/2010/main" val="232314818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FreeUndelete</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63537" y="1295400"/>
            <a:ext cx="7451876" cy="4648200"/>
          </a:xfrm>
        </p:spPr>
      </p:pic>
      <p:sp>
        <p:nvSpPr>
          <p:cNvPr id="5" name="TextBox 4"/>
          <p:cNvSpPr txBox="1"/>
          <p:nvPr/>
        </p:nvSpPr>
        <p:spPr>
          <a:xfrm rot="5400000">
            <a:off x="7667611" y="5094626"/>
            <a:ext cx="1726435" cy="230832"/>
          </a:xfrm>
          <a:prstGeom prst="rect">
            <a:avLst/>
          </a:prstGeom>
          <a:noFill/>
        </p:spPr>
        <p:txBody>
          <a:bodyPr wrap="square" rtlCol="0">
            <a:spAutoFit/>
          </a:bodyPr>
          <a:lstStyle/>
          <a:p>
            <a:r>
              <a:rPr lang="en-US" sz="900" dirty="0">
                <a:solidFill>
                  <a:schemeClr val="bg1">
                    <a:lumMod val="75000"/>
                  </a:schemeClr>
                </a:solidFill>
              </a:rPr>
              <a:t>Courtesy of Recoveronix Ltd.</a:t>
            </a:r>
          </a:p>
        </p:txBody>
      </p:sp>
    </p:spTree>
    <p:extLst>
      <p:ext uri="{BB962C8B-B14F-4D97-AF65-F5344CB8AC3E}">
        <p14:creationId xmlns:p14="http://schemas.microsoft.com/office/powerpoint/2010/main" val="33301473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OSForensics</a:t>
            </a:r>
          </a:p>
        </p:txBody>
      </p:sp>
      <p:sp>
        <p:nvSpPr>
          <p:cNvPr id="25603" name="Content Placeholder 2"/>
          <p:cNvSpPr>
            <a:spLocks noGrp="1"/>
          </p:cNvSpPr>
          <p:nvPr>
            <p:ph idx="1"/>
          </p:nvPr>
        </p:nvSpPr>
        <p:spPr>
          <a:xfrm>
            <a:off x="539750" y="1337480"/>
            <a:ext cx="8299450" cy="4383869"/>
          </a:xfrm>
        </p:spPr>
        <p:txBody>
          <a:bodyPr/>
          <a:lstStyle/>
          <a:p>
            <a:r>
              <a:rPr lang="en-US" sz="3400" dirty="0"/>
              <a:t>A robust forensics tool that also provides for undeletion</a:t>
            </a:r>
          </a:p>
          <a:p>
            <a:r>
              <a:rPr lang="en-US" sz="3400" dirty="0"/>
              <a:t>Undelete from a mounted image or from a live system</a:t>
            </a:r>
          </a:p>
        </p:txBody>
      </p:sp>
    </p:spTree>
    <p:extLst>
      <p:ext uri="{BB962C8B-B14F-4D97-AF65-F5344CB8AC3E}">
        <p14:creationId xmlns:p14="http://schemas.microsoft.com/office/powerpoint/2010/main" val="94028953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OSForensics Deleted Files Search</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63537" y="1862650"/>
            <a:ext cx="7451876" cy="3513700"/>
          </a:xfrm>
        </p:spPr>
      </p:pic>
      <p:sp>
        <p:nvSpPr>
          <p:cNvPr id="5" name="TextBox 4"/>
          <p:cNvSpPr txBox="1"/>
          <p:nvPr/>
        </p:nvSpPr>
        <p:spPr>
          <a:xfrm rot="5400000">
            <a:off x="7667611" y="5094626"/>
            <a:ext cx="1726435" cy="230832"/>
          </a:xfrm>
          <a:prstGeom prst="rect">
            <a:avLst/>
          </a:prstGeom>
          <a:noFill/>
        </p:spPr>
        <p:txBody>
          <a:bodyPr wrap="square" rtlCol="0">
            <a:spAutoFit/>
          </a:bodyPr>
          <a:lstStyle/>
          <a:p>
            <a:r>
              <a:rPr lang="en-US" sz="900" dirty="0">
                <a:solidFill>
                  <a:schemeClr val="bg1">
                    <a:lumMod val="75000"/>
                  </a:schemeClr>
                </a:solidFill>
              </a:rPr>
              <a:t>Courtesy of Recoveronix Ltd.</a:t>
            </a:r>
          </a:p>
        </p:txBody>
      </p:sp>
    </p:spTree>
    <p:extLst>
      <p:ext uri="{BB962C8B-B14F-4D97-AF65-F5344CB8AC3E}">
        <p14:creationId xmlns:p14="http://schemas.microsoft.com/office/powerpoint/2010/main" val="19602125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OSForensics Deleted Files Results</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00605" y="1881423"/>
            <a:ext cx="8338595" cy="3889790"/>
          </a:xfrm>
        </p:spPr>
      </p:pic>
      <p:sp>
        <p:nvSpPr>
          <p:cNvPr id="5" name="TextBox 4"/>
          <p:cNvSpPr txBox="1"/>
          <p:nvPr/>
        </p:nvSpPr>
        <p:spPr>
          <a:xfrm rot="5400000">
            <a:off x="7667611" y="5094626"/>
            <a:ext cx="1726435" cy="230832"/>
          </a:xfrm>
          <a:prstGeom prst="rect">
            <a:avLst/>
          </a:prstGeom>
          <a:noFill/>
        </p:spPr>
        <p:txBody>
          <a:bodyPr wrap="square" rtlCol="0">
            <a:spAutoFit/>
          </a:bodyPr>
          <a:lstStyle/>
          <a:p>
            <a:r>
              <a:rPr lang="en-US" sz="900" dirty="0">
                <a:solidFill>
                  <a:schemeClr val="bg1">
                    <a:lumMod val="75000"/>
                  </a:schemeClr>
                </a:solidFill>
              </a:rPr>
              <a:t>Courtesy of Recoveronix Ltd.</a:t>
            </a:r>
          </a:p>
        </p:txBody>
      </p:sp>
    </p:spTree>
    <p:extLst>
      <p:ext uri="{BB962C8B-B14F-4D97-AF65-F5344CB8AC3E}">
        <p14:creationId xmlns:p14="http://schemas.microsoft.com/office/powerpoint/2010/main" val="2559288719"/>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Linux</a:t>
            </a:r>
          </a:p>
        </p:txBody>
      </p:sp>
      <p:sp>
        <p:nvSpPr>
          <p:cNvPr id="25603" name="Content Placeholder 2"/>
          <p:cNvSpPr>
            <a:spLocks noGrp="1"/>
          </p:cNvSpPr>
          <p:nvPr>
            <p:ph idx="1"/>
          </p:nvPr>
        </p:nvSpPr>
        <p:spPr>
          <a:xfrm>
            <a:off x="539750" y="1337480"/>
            <a:ext cx="8299450" cy="4383869"/>
          </a:xfrm>
        </p:spPr>
        <p:txBody>
          <a:bodyPr/>
          <a:lstStyle/>
          <a:p>
            <a:r>
              <a:rPr lang="en-US" sz="3200" dirty="0"/>
              <a:t>File systems</a:t>
            </a:r>
          </a:p>
          <a:p>
            <a:pPr lvl="1"/>
            <a:r>
              <a:rPr lang="en-US" sz="3000" dirty="0"/>
              <a:t>ext3</a:t>
            </a:r>
          </a:p>
          <a:p>
            <a:pPr lvl="1"/>
            <a:r>
              <a:rPr lang="en-US" sz="3000" dirty="0"/>
              <a:t>ext4 </a:t>
            </a:r>
          </a:p>
          <a:p>
            <a:endParaRPr lang="en-US" sz="3200" dirty="0"/>
          </a:p>
          <a:p>
            <a:endParaRPr lang="en-US" sz="3400" dirty="0"/>
          </a:p>
        </p:txBody>
      </p:sp>
    </p:spTree>
    <p:extLst>
      <p:ext uri="{BB962C8B-B14F-4D97-AF65-F5344CB8AC3E}">
        <p14:creationId xmlns:p14="http://schemas.microsoft.com/office/powerpoint/2010/main" val="3338692928"/>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Storing a File in Linux</a:t>
            </a:r>
          </a:p>
        </p:txBody>
      </p:sp>
      <p:sp>
        <p:nvSpPr>
          <p:cNvPr id="25603" name="Content Placeholder 2"/>
          <p:cNvSpPr>
            <a:spLocks noGrp="1"/>
          </p:cNvSpPr>
          <p:nvPr>
            <p:ph idx="1"/>
          </p:nvPr>
        </p:nvSpPr>
        <p:spPr>
          <a:xfrm>
            <a:off x="539750" y="1337480"/>
            <a:ext cx="8299450" cy="4383869"/>
          </a:xfrm>
        </p:spPr>
        <p:txBody>
          <a:bodyPr/>
          <a:lstStyle/>
          <a:p>
            <a:r>
              <a:rPr lang="en-US" sz="3600" dirty="0"/>
              <a:t>Stores files in contiguous blocks </a:t>
            </a:r>
          </a:p>
          <a:p>
            <a:r>
              <a:rPr lang="en-US" sz="3600" dirty="0"/>
              <a:t>Blocks sometimes need to be extended</a:t>
            </a:r>
          </a:p>
          <a:p>
            <a:r>
              <a:rPr lang="en-US" sz="3600" dirty="0"/>
              <a:t>Exact size of blocks depends on parameters used with the command that creates the partition</a:t>
            </a:r>
          </a:p>
          <a:p>
            <a:r>
              <a:rPr lang="en-US" sz="3600" dirty="0"/>
              <a:t>Uses inodes and soft links</a:t>
            </a:r>
            <a:endParaRPr lang="en-US" sz="3400" dirty="0"/>
          </a:p>
        </p:txBody>
      </p:sp>
    </p:spTree>
    <p:extLst>
      <p:ext uri="{BB962C8B-B14F-4D97-AF65-F5344CB8AC3E}">
        <p14:creationId xmlns:p14="http://schemas.microsoft.com/office/powerpoint/2010/main" val="82434835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Deleting a File in Linux</a:t>
            </a:r>
          </a:p>
        </p:txBody>
      </p:sp>
      <p:sp>
        <p:nvSpPr>
          <p:cNvPr id="25603" name="Content Placeholder 2"/>
          <p:cNvSpPr>
            <a:spLocks noGrp="1"/>
          </p:cNvSpPr>
          <p:nvPr>
            <p:ph idx="1"/>
          </p:nvPr>
        </p:nvSpPr>
        <p:spPr>
          <a:xfrm>
            <a:off x="539750" y="1337480"/>
            <a:ext cx="8299450" cy="4383869"/>
          </a:xfrm>
        </p:spPr>
        <p:txBody>
          <a:bodyPr/>
          <a:lstStyle/>
          <a:p>
            <a:r>
              <a:rPr lang="en-US" sz="3400"/>
              <a:t>Inode</a:t>
            </a:r>
            <a:r>
              <a:rPr lang="en-US" sz="3400" dirty="0"/>
              <a:t> hard link is integral</a:t>
            </a:r>
          </a:p>
          <a:p>
            <a:r>
              <a:rPr lang="en-US" sz="3400"/>
              <a:t>Inode</a:t>
            </a:r>
            <a:r>
              <a:rPr lang="en-US" sz="3400" dirty="0"/>
              <a:t> links directly to a specific file</a:t>
            </a:r>
          </a:p>
          <a:p>
            <a:r>
              <a:rPr lang="en-US" sz="3400" dirty="0"/>
              <a:t>OS keeps a count of references to each hard link</a:t>
            </a:r>
          </a:p>
          <a:p>
            <a:r>
              <a:rPr lang="en-US" sz="3400" dirty="0"/>
              <a:t>When reference count reaches zero, file is deleted</a:t>
            </a:r>
          </a:p>
        </p:txBody>
      </p:sp>
    </p:spTree>
    <p:extLst>
      <p:ext uri="{BB962C8B-B14F-4D97-AF65-F5344CB8AC3E}">
        <p14:creationId xmlns:p14="http://schemas.microsoft.com/office/powerpoint/2010/main" val="158782163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Recovering a File in Linux</a:t>
            </a:r>
          </a:p>
        </p:txBody>
      </p:sp>
      <p:sp>
        <p:nvSpPr>
          <p:cNvPr id="25603" name="Content Placeholder 2"/>
          <p:cNvSpPr>
            <a:spLocks noGrp="1"/>
          </p:cNvSpPr>
          <p:nvPr>
            <p:ph idx="1"/>
          </p:nvPr>
        </p:nvSpPr>
        <p:spPr>
          <a:xfrm>
            <a:off x="539750" y="1337480"/>
            <a:ext cx="8299450" cy="4383869"/>
          </a:xfrm>
        </p:spPr>
        <p:txBody>
          <a:bodyPr/>
          <a:lstStyle/>
          <a:p>
            <a:r>
              <a:rPr lang="en-US" sz="3200" dirty="0"/>
              <a:t>Move system to single-user mode with </a:t>
            </a:r>
            <a:r>
              <a:rPr lang="en-US" sz="3200" i="1" dirty="0"/>
              <a:t>init 1</a:t>
            </a:r>
            <a:r>
              <a:rPr lang="en-US" sz="3200" dirty="0"/>
              <a:t> command</a:t>
            </a:r>
          </a:p>
          <a:p>
            <a:r>
              <a:rPr lang="en-US" sz="3200" dirty="0"/>
              <a:t>Use </a:t>
            </a:r>
            <a:r>
              <a:rPr lang="en-US" sz="3200" i="1" dirty="0"/>
              <a:t>grep</a:t>
            </a:r>
            <a:r>
              <a:rPr lang="en-US" sz="3200" dirty="0"/>
              <a:t> to search for and recover files</a:t>
            </a:r>
          </a:p>
          <a:p>
            <a:r>
              <a:rPr lang="en-US" sz="3200" dirty="0"/>
              <a:t>Example:</a:t>
            </a:r>
          </a:p>
          <a:p>
            <a:pPr lvl="1"/>
            <a:r>
              <a:rPr lang="en-US" sz="3200" dirty="0">
                <a:latin typeface="Courier New" panose="02070309020205020404" pitchFamily="49" charset="0"/>
                <a:cs typeface="Courier New" panose="02070309020205020404" pitchFamily="49" charset="0"/>
              </a:rPr>
              <a:t># grep -i -a -B10 -A100 'forensics' /dev/sda2 &gt; file.txt</a:t>
            </a:r>
          </a:p>
        </p:txBody>
      </p:sp>
    </p:spTree>
    <p:extLst>
      <p:ext uri="{BB962C8B-B14F-4D97-AF65-F5344CB8AC3E}">
        <p14:creationId xmlns:p14="http://schemas.microsoft.com/office/powerpoint/2010/main" val="46286124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extundelete</a:t>
            </a:r>
          </a:p>
        </p:txBody>
      </p:sp>
      <p:sp>
        <p:nvSpPr>
          <p:cNvPr id="25603" name="Content Placeholder 2"/>
          <p:cNvSpPr>
            <a:spLocks noGrp="1"/>
          </p:cNvSpPr>
          <p:nvPr>
            <p:ph idx="1"/>
          </p:nvPr>
        </p:nvSpPr>
        <p:spPr>
          <a:xfrm>
            <a:off x="539750" y="1337480"/>
            <a:ext cx="8299450" cy="4383869"/>
          </a:xfrm>
        </p:spPr>
        <p:txBody>
          <a:bodyPr/>
          <a:lstStyle/>
          <a:p>
            <a:r>
              <a:rPr lang="en-US" sz="3400" dirty="0"/>
              <a:t>Works with both ext3 and ext4 partitions in Linux</a:t>
            </a:r>
          </a:p>
          <a:p>
            <a:r>
              <a:rPr lang="en-US" sz="3400" dirty="0"/>
              <a:t>Uses shell commands</a:t>
            </a:r>
          </a:p>
          <a:p>
            <a:r>
              <a:rPr lang="en-US" sz="3400" dirty="0"/>
              <a:t>Example: To restore all deleted files from sda1 partition:</a:t>
            </a:r>
          </a:p>
          <a:p>
            <a:pPr lvl="1"/>
            <a:r>
              <a:rPr lang="en-US" sz="3200" dirty="0">
                <a:latin typeface="Courier New" pitchFamily="49" charset="0"/>
                <a:cs typeface="Courier New" pitchFamily="49" charset="0"/>
              </a:rPr>
              <a:t>extundelete /dev/sda4 --restore-all</a:t>
            </a:r>
          </a:p>
          <a:p>
            <a:pPr marL="0" indent="0">
              <a:buNone/>
            </a:pPr>
            <a:endParaRPr lang="en-US" sz="3400" dirty="0"/>
          </a:p>
          <a:p>
            <a:endParaRPr lang="en-US" sz="3400" dirty="0"/>
          </a:p>
        </p:txBody>
      </p:sp>
    </p:spTree>
    <p:extLst>
      <p:ext uri="{BB962C8B-B14F-4D97-AF65-F5344CB8AC3E}">
        <p14:creationId xmlns:p14="http://schemas.microsoft.com/office/powerpoint/2010/main" val="2323148188"/>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Scalpel</a:t>
            </a:r>
          </a:p>
        </p:txBody>
      </p:sp>
      <p:sp>
        <p:nvSpPr>
          <p:cNvPr id="25603" name="Content Placeholder 2"/>
          <p:cNvSpPr>
            <a:spLocks noGrp="1"/>
          </p:cNvSpPr>
          <p:nvPr>
            <p:ph idx="1"/>
          </p:nvPr>
        </p:nvSpPr>
        <p:spPr>
          <a:xfrm>
            <a:off x="539750" y="1337480"/>
            <a:ext cx="8299450" cy="4383869"/>
          </a:xfrm>
        </p:spPr>
        <p:txBody>
          <a:bodyPr/>
          <a:lstStyle/>
          <a:p>
            <a:r>
              <a:rPr lang="en-US" sz="3400" dirty="0"/>
              <a:t>Works with Linux and Mac OS</a:t>
            </a:r>
          </a:p>
          <a:p>
            <a:r>
              <a:rPr lang="en-US" sz="3400" dirty="0"/>
              <a:t>Possible to compile source code to work in Windows</a:t>
            </a:r>
          </a:p>
          <a:p>
            <a:endParaRPr lang="en-US" sz="3400" dirty="0"/>
          </a:p>
          <a:p>
            <a:endParaRPr lang="en-US" sz="3400" dirty="0"/>
          </a:p>
        </p:txBody>
      </p:sp>
    </p:spTree>
    <p:extLst>
      <p:ext uri="{BB962C8B-B14F-4D97-AF65-F5344CB8AC3E}">
        <p14:creationId xmlns:p14="http://schemas.microsoft.com/office/powerpoint/2010/main" val="2323148188"/>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Scalpel (Cont.)</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96840207"/>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74193029"/>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Scalpel (Cont.)</a:t>
            </a:r>
          </a:p>
        </p:txBody>
      </p:sp>
      <p:sp>
        <p:nvSpPr>
          <p:cNvPr id="25603" name="Content Placeholder 2"/>
          <p:cNvSpPr>
            <a:spLocks noGrp="1"/>
          </p:cNvSpPr>
          <p:nvPr>
            <p:ph idx="1"/>
          </p:nvPr>
        </p:nvSpPr>
        <p:spPr>
          <a:xfrm>
            <a:off x="539750" y="1337480"/>
            <a:ext cx="8299450" cy="4383869"/>
          </a:xfrm>
        </p:spPr>
        <p:txBody>
          <a:bodyPr/>
          <a:lstStyle/>
          <a:p>
            <a:pPr marL="514350" indent="-514350">
              <a:buFont typeface="+mj-lt"/>
              <a:buAutoNum type="arabicPeriod"/>
            </a:pPr>
            <a:r>
              <a:rPr lang="en-US" sz="3200" dirty="0"/>
              <a:t>Install the tool. </a:t>
            </a:r>
          </a:p>
          <a:p>
            <a:pPr marL="514350" indent="-514350">
              <a:buFont typeface="+mj-lt"/>
              <a:buAutoNum type="arabicPeriod"/>
            </a:pPr>
            <a:r>
              <a:rPr lang="en-US" sz="3200" dirty="0"/>
              <a:t>In the configuration file /etc/scalpel/scalpel.conf, uncomment the specific file format you want to recover.</a:t>
            </a:r>
          </a:p>
          <a:p>
            <a:pPr marL="514350" indent="-514350">
              <a:buFont typeface="+mj-lt"/>
              <a:buAutoNum type="arabicPeriod"/>
            </a:pPr>
            <a:r>
              <a:rPr lang="en-US" sz="3200" dirty="0"/>
              <a:t>Run the following command:</a:t>
            </a:r>
          </a:p>
          <a:p>
            <a:pPr marL="454025" lvl="1" indent="0">
              <a:buNone/>
            </a:pPr>
            <a:r>
              <a:rPr lang="en-US" sz="3200" dirty="0">
                <a:latin typeface="Courier New" panose="02070309020205020404" pitchFamily="49" charset="0"/>
                <a:cs typeface="Courier New" panose="02070309020205020404" pitchFamily="49" charset="0"/>
              </a:rPr>
              <a:t>sudo scalpel [device/directory/file name] -o [output directory]</a:t>
            </a:r>
          </a:p>
          <a:p>
            <a:endParaRPr lang="en-US" sz="3400" dirty="0"/>
          </a:p>
        </p:txBody>
      </p:sp>
    </p:spTree>
    <p:extLst>
      <p:ext uri="{BB962C8B-B14F-4D97-AF65-F5344CB8AC3E}">
        <p14:creationId xmlns:p14="http://schemas.microsoft.com/office/powerpoint/2010/main" val="3825575943"/>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Macintosh</a:t>
            </a:r>
          </a:p>
        </p:txBody>
      </p:sp>
      <p:sp>
        <p:nvSpPr>
          <p:cNvPr id="25603" name="Content Placeholder 2"/>
          <p:cNvSpPr>
            <a:spLocks noGrp="1"/>
          </p:cNvSpPr>
          <p:nvPr>
            <p:ph idx="1"/>
          </p:nvPr>
        </p:nvSpPr>
        <p:spPr>
          <a:xfrm>
            <a:off x="539750" y="1337480"/>
            <a:ext cx="8299450" cy="4383869"/>
          </a:xfrm>
        </p:spPr>
        <p:txBody>
          <a:bodyPr/>
          <a:lstStyle/>
          <a:p>
            <a:r>
              <a:rPr lang="en-US" sz="3200" dirty="0"/>
              <a:t>Macintosh OS X and later versions are based on FreeBSD</a:t>
            </a:r>
          </a:p>
          <a:p>
            <a:pPr lvl="1"/>
            <a:r>
              <a:rPr lang="en-US" sz="2800" dirty="0"/>
              <a:t>A UNIX clone, much like Linux</a:t>
            </a:r>
          </a:p>
          <a:p>
            <a:r>
              <a:rPr lang="en-US" sz="3200" dirty="0"/>
              <a:t>Mac OS X uses HFS+, or Hierarchical File System Plus</a:t>
            </a:r>
          </a:p>
          <a:p>
            <a:r>
              <a:rPr lang="en-US" sz="3200" dirty="0"/>
              <a:t>Earlier versions of Macintosh used HFS</a:t>
            </a:r>
          </a:p>
        </p:txBody>
      </p:sp>
    </p:spTree>
    <p:extLst>
      <p:ext uri="{BB962C8B-B14F-4D97-AF65-F5344CB8AC3E}">
        <p14:creationId xmlns:p14="http://schemas.microsoft.com/office/powerpoint/2010/main" val="3716214782"/>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MacKeeper</a:t>
            </a:r>
          </a:p>
        </p:txBody>
      </p:sp>
      <p:sp>
        <p:nvSpPr>
          <p:cNvPr id="25603" name="Content Placeholder 2"/>
          <p:cNvSpPr>
            <a:spLocks noGrp="1"/>
          </p:cNvSpPr>
          <p:nvPr>
            <p:ph idx="1"/>
          </p:nvPr>
        </p:nvSpPr>
        <p:spPr>
          <a:xfrm>
            <a:off x="539750" y="1337480"/>
            <a:ext cx="8299450" cy="4383869"/>
          </a:xfrm>
        </p:spPr>
        <p:txBody>
          <a:bodyPr/>
          <a:lstStyle/>
          <a:p>
            <a:r>
              <a:rPr lang="en-US" sz="3400" dirty="0"/>
              <a:t>Recovers deleted files on Macintosh computers</a:t>
            </a:r>
          </a:p>
          <a:p>
            <a:r>
              <a:rPr lang="en-US" sz="3400" dirty="0"/>
              <a:t>Free, fully functional trial version available</a:t>
            </a:r>
          </a:p>
          <a:p>
            <a:endParaRPr lang="en-US" sz="3400" dirty="0"/>
          </a:p>
        </p:txBody>
      </p:sp>
    </p:spTree>
    <p:extLst>
      <p:ext uri="{BB962C8B-B14F-4D97-AF65-F5344CB8AC3E}">
        <p14:creationId xmlns:p14="http://schemas.microsoft.com/office/powerpoint/2010/main" val="2973839795"/>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MacKeeper</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647166042"/>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69309307"/>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Recovering Information from Damaged Media</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490997158"/>
              </p:ext>
            </p:extLst>
          </p:nvPr>
        </p:nvGraphicFramePr>
        <p:xfrm>
          <a:off x="539750" y="1951629"/>
          <a:ext cx="8299450" cy="32686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02593631"/>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Recovering Information from Damaged Media (Cont.)</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821154748"/>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53620306"/>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Attempting Local Repair</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595027724"/>
              </p:ext>
            </p:extLst>
          </p:nvPr>
        </p:nvGraphicFramePr>
        <p:xfrm>
          <a:off x="539750" y="1624083"/>
          <a:ext cx="8299450" cy="41216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39822360"/>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Recovering After Logical Damage</a:t>
            </a:r>
          </a:p>
        </p:txBody>
      </p:sp>
      <p:sp>
        <p:nvSpPr>
          <p:cNvPr id="25603" name="Content Placeholder 2"/>
          <p:cNvSpPr>
            <a:spLocks noGrp="1"/>
          </p:cNvSpPr>
          <p:nvPr>
            <p:ph idx="1"/>
          </p:nvPr>
        </p:nvSpPr>
        <p:spPr>
          <a:xfrm>
            <a:off x="539750" y="1693333"/>
            <a:ext cx="8299450" cy="4028016"/>
          </a:xfrm>
        </p:spPr>
        <p:txBody>
          <a:bodyPr/>
          <a:lstStyle/>
          <a:p>
            <a:r>
              <a:rPr lang="en-US" sz="3400" dirty="0"/>
              <a:t>Logical damage</a:t>
            </a:r>
          </a:p>
          <a:p>
            <a:pPr lvl="1"/>
            <a:r>
              <a:rPr lang="en-US" sz="3200" dirty="0"/>
              <a:t>May prevent host operating system from mounting or using the file system</a:t>
            </a:r>
          </a:p>
          <a:p>
            <a:pPr lvl="1"/>
            <a:r>
              <a:rPr lang="en-US" sz="3200" dirty="0"/>
              <a:t>May cause system crashes and data loss</a:t>
            </a:r>
          </a:p>
          <a:p>
            <a:pPr lvl="1"/>
            <a:r>
              <a:rPr lang="en-US" sz="3200" dirty="0"/>
              <a:t>May be caused by power outages, or turning off a machine while it is booting </a:t>
            </a:r>
            <a:r>
              <a:rPr lang="en-US" sz="3400" dirty="0"/>
              <a:t>or shutting down</a:t>
            </a:r>
          </a:p>
        </p:txBody>
      </p:sp>
    </p:spTree>
    <p:extLst>
      <p:ext uri="{BB962C8B-B14F-4D97-AF65-F5344CB8AC3E}">
        <p14:creationId xmlns:p14="http://schemas.microsoft.com/office/powerpoint/2010/main" val="2323148188"/>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Recovering After Logical Damage (Cont.)</a:t>
            </a:r>
          </a:p>
        </p:txBody>
      </p:sp>
      <p:sp>
        <p:nvSpPr>
          <p:cNvPr id="25603" name="Content Placeholder 2"/>
          <p:cNvSpPr>
            <a:spLocks noGrp="1"/>
          </p:cNvSpPr>
          <p:nvPr>
            <p:ph idx="1"/>
          </p:nvPr>
        </p:nvSpPr>
        <p:spPr>
          <a:xfrm>
            <a:off x="539750" y="1693333"/>
            <a:ext cx="8299450" cy="4028016"/>
          </a:xfrm>
        </p:spPr>
        <p:txBody>
          <a:bodyPr/>
          <a:lstStyle/>
          <a:p>
            <a:r>
              <a:rPr lang="en-US" sz="3400" dirty="0"/>
              <a:t>Microsoft Windows: chkdsk</a:t>
            </a:r>
          </a:p>
          <a:p>
            <a:r>
              <a:rPr lang="en-US" sz="3400" dirty="0"/>
              <a:t>Linux: fsck</a:t>
            </a:r>
          </a:p>
          <a:p>
            <a:r>
              <a:rPr lang="en-US" sz="3400" dirty="0"/>
              <a:t>Mac OS X: Disk Utility</a:t>
            </a:r>
          </a:p>
          <a:p>
            <a:r>
              <a:rPr lang="en-US" sz="3400" dirty="0"/>
              <a:t>The Sleuth Kit</a:t>
            </a:r>
          </a:p>
          <a:p>
            <a:r>
              <a:rPr lang="en-US" sz="3400" dirty="0"/>
              <a:t>TestDisk</a:t>
            </a:r>
          </a:p>
        </p:txBody>
      </p:sp>
    </p:spTree>
    <p:extLst>
      <p:ext uri="{BB962C8B-B14F-4D97-AF65-F5344CB8AC3E}">
        <p14:creationId xmlns:p14="http://schemas.microsoft.com/office/powerpoint/2010/main" val="4189909038"/>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Preventing Logical Damage</a:t>
            </a:r>
          </a:p>
        </p:txBody>
      </p:sp>
      <p:sp>
        <p:nvSpPr>
          <p:cNvPr id="25603" name="Content Placeholder 2"/>
          <p:cNvSpPr>
            <a:spLocks noGrp="1"/>
          </p:cNvSpPr>
          <p:nvPr>
            <p:ph idx="1"/>
          </p:nvPr>
        </p:nvSpPr>
        <p:spPr>
          <a:xfrm>
            <a:off x="539750" y="1693333"/>
            <a:ext cx="8299450" cy="4028016"/>
          </a:xfrm>
        </p:spPr>
        <p:txBody>
          <a:bodyPr/>
          <a:lstStyle/>
          <a:p>
            <a:r>
              <a:rPr lang="en-US" sz="3400" dirty="0"/>
              <a:t>Journaling file systems</a:t>
            </a:r>
          </a:p>
          <a:p>
            <a:r>
              <a:rPr lang="en-US" sz="3400" dirty="0"/>
              <a:t>Use a consistency checker</a:t>
            </a:r>
          </a:p>
          <a:p>
            <a:r>
              <a:rPr lang="en-US" sz="3400" dirty="0"/>
              <a:t>Use disk controllers with battery backups</a:t>
            </a:r>
          </a:p>
          <a:p>
            <a:endParaRPr lang="en-US" sz="3400" dirty="0"/>
          </a:p>
          <a:p>
            <a:endParaRPr lang="en-US" sz="3400" dirty="0"/>
          </a:p>
          <a:p>
            <a:endParaRPr lang="en-US" sz="3400" dirty="0"/>
          </a:p>
        </p:txBody>
      </p:sp>
    </p:spTree>
    <p:extLst>
      <p:ext uri="{BB962C8B-B14F-4D97-AF65-F5344CB8AC3E}">
        <p14:creationId xmlns:p14="http://schemas.microsoft.com/office/powerpoint/2010/main" val="1034889229"/>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Consistency Checking</a:t>
            </a:r>
          </a:p>
        </p:txBody>
      </p:sp>
      <p:sp>
        <p:nvSpPr>
          <p:cNvPr id="25603" name="Content Placeholder 2"/>
          <p:cNvSpPr>
            <a:spLocks noGrp="1"/>
          </p:cNvSpPr>
          <p:nvPr>
            <p:ph idx="1"/>
          </p:nvPr>
        </p:nvSpPr>
        <p:spPr>
          <a:xfrm>
            <a:off x="539750" y="1337480"/>
            <a:ext cx="8299450" cy="4383869"/>
          </a:xfrm>
        </p:spPr>
        <p:txBody>
          <a:bodyPr/>
          <a:lstStyle/>
          <a:p>
            <a:r>
              <a:rPr lang="en-US" sz="3400" dirty="0"/>
              <a:t>Involves scanning a disk’s logical structure to ensure that it is consistent with its specification</a:t>
            </a:r>
          </a:p>
          <a:p>
            <a:r>
              <a:rPr lang="en-US" sz="3400" dirty="0"/>
              <a:t>Verifies that dot (.) and dot-dot (..) entries point to correct directories </a:t>
            </a:r>
          </a:p>
          <a:p>
            <a:r>
              <a:rPr lang="en-US" sz="3400" dirty="0"/>
              <a:t>Checkers include chkdsk and fsck</a:t>
            </a:r>
          </a:p>
          <a:p>
            <a:endParaRPr lang="en-US" sz="3400" dirty="0"/>
          </a:p>
          <a:p>
            <a:endParaRPr lang="en-US" sz="3400" dirty="0"/>
          </a:p>
        </p:txBody>
      </p:sp>
    </p:spTree>
    <p:extLst>
      <p:ext uri="{BB962C8B-B14F-4D97-AF65-F5344CB8AC3E}">
        <p14:creationId xmlns:p14="http://schemas.microsoft.com/office/powerpoint/2010/main" val="801114832"/>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Consistency Checking Problems</a:t>
            </a:r>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3788372211"/>
              </p:ext>
            </p:extLst>
          </p:nvPr>
        </p:nvGraphicFramePr>
        <p:xfrm>
          <a:off x="539750" y="1338263"/>
          <a:ext cx="8299450" cy="43830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91588769"/>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Zero-Knowledge Analysis</a:t>
            </a:r>
          </a:p>
        </p:txBody>
      </p:sp>
      <p:sp>
        <p:nvSpPr>
          <p:cNvPr id="25603" name="Content Placeholder 2"/>
          <p:cNvSpPr>
            <a:spLocks noGrp="1"/>
          </p:cNvSpPr>
          <p:nvPr>
            <p:ph idx="1"/>
          </p:nvPr>
        </p:nvSpPr>
        <p:spPr>
          <a:xfrm>
            <a:off x="539750" y="1337480"/>
            <a:ext cx="8299450" cy="4383869"/>
          </a:xfrm>
        </p:spPr>
        <p:txBody>
          <a:bodyPr/>
          <a:lstStyle/>
          <a:p>
            <a:r>
              <a:rPr lang="en-US" sz="3400" dirty="0"/>
              <a:t>Few assumptions made about state of the file system</a:t>
            </a:r>
          </a:p>
        </p:txBody>
      </p:sp>
      <p:graphicFrame>
        <p:nvGraphicFramePr>
          <p:cNvPr id="2" name="Diagram 1"/>
          <p:cNvGraphicFramePr/>
          <p:nvPr>
            <p:extLst>
              <p:ext uri="{D42A27DB-BD31-4B8C-83A1-F6EECF244321}">
                <p14:modId xmlns:p14="http://schemas.microsoft.com/office/powerpoint/2010/main" val="511924940"/>
              </p:ext>
            </p:extLst>
          </p:nvPr>
        </p:nvGraphicFramePr>
        <p:xfrm>
          <a:off x="1414818" y="3153674"/>
          <a:ext cx="6096000" cy="25676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23148188"/>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File Carving</a:t>
            </a:r>
          </a:p>
        </p:txBody>
      </p:sp>
      <p:sp>
        <p:nvSpPr>
          <p:cNvPr id="25603" name="Content Placeholder 2"/>
          <p:cNvSpPr>
            <a:spLocks noGrp="1"/>
          </p:cNvSpPr>
          <p:nvPr>
            <p:ph idx="1"/>
          </p:nvPr>
        </p:nvSpPr>
        <p:spPr>
          <a:xfrm>
            <a:off x="539750" y="1337480"/>
            <a:ext cx="8299450" cy="4383869"/>
          </a:xfrm>
        </p:spPr>
        <p:txBody>
          <a:bodyPr/>
          <a:lstStyle/>
          <a:p>
            <a:r>
              <a:rPr lang="en-US" sz="2800" dirty="0"/>
              <a:t>Can use file carving on a file that’s only partially recovered</a:t>
            </a:r>
          </a:p>
          <a:p>
            <a:r>
              <a:rPr lang="en-US" sz="2800" dirty="0"/>
              <a:t>Works on any file system</a:t>
            </a:r>
          </a:p>
          <a:p>
            <a:r>
              <a:rPr lang="en-US" sz="2800" dirty="0"/>
              <a:t>Is often used to recover data from a disk where there has been some damage or where the file itself is corrupt</a:t>
            </a:r>
          </a:p>
          <a:p>
            <a:r>
              <a:rPr lang="en-US" sz="2800" dirty="0"/>
              <a:t>File carving utilities look for file headers and/or footers, and then pull out data s found between the two boundaries</a:t>
            </a:r>
          </a:p>
          <a:p>
            <a:r>
              <a:rPr lang="en-US" sz="2800" dirty="0"/>
              <a:t>One popular file carving tool is Scalpel</a:t>
            </a:r>
          </a:p>
        </p:txBody>
      </p:sp>
    </p:spTree>
    <p:extLst>
      <p:ext uri="{BB962C8B-B14F-4D97-AF65-F5344CB8AC3E}">
        <p14:creationId xmlns:p14="http://schemas.microsoft.com/office/powerpoint/2010/main" val="2821101797"/>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sz="4000" dirty="0"/>
              <a:t>Summary</a:t>
            </a:r>
          </a:p>
        </p:txBody>
      </p:sp>
      <p:sp>
        <p:nvSpPr>
          <p:cNvPr id="7171" name="Content Placeholder 2"/>
          <p:cNvSpPr>
            <a:spLocks noGrp="1"/>
          </p:cNvSpPr>
          <p:nvPr>
            <p:ph idx="1"/>
          </p:nvPr>
        </p:nvSpPr>
        <p:spPr>
          <a:xfrm>
            <a:off x="539750" y="1460310"/>
            <a:ext cx="7497763" cy="4394390"/>
          </a:xfrm>
        </p:spPr>
        <p:txBody>
          <a:bodyPr/>
          <a:lstStyle/>
          <a:p>
            <a:pPr lvl="0"/>
            <a:r>
              <a:rPr lang="en-US" sz="3200" dirty="0"/>
              <a:t>Undeleting data</a:t>
            </a:r>
          </a:p>
          <a:p>
            <a:pPr lvl="0"/>
            <a:r>
              <a:rPr lang="en-US" sz="3200" dirty="0"/>
              <a:t>Recovering information from damaged drives</a:t>
            </a:r>
          </a:p>
          <a:p>
            <a:pPr lvl="1">
              <a:buFont typeface="Times"/>
              <a:buNone/>
            </a:pPr>
            <a:endParaRPr lang="en-US" sz="3200" dirty="0">
              <a:ea typeface="MS PGothic" pitchFamily="34" charset="-128"/>
            </a:endParaRPr>
          </a:p>
        </p:txBody>
      </p:sp>
    </p:spTree>
    <p:extLst>
      <p:ext uri="{BB962C8B-B14F-4D97-AF65-F5344CB8AC3E}">
        <p14:creationId xmlns:p14="http://schemas.microsoft.com/office/powerpoint/2010/main" val="3708692661"/>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PPSPROPS" val="doc-id:164124"/>
  <p:tag name="PRESENTATION_PLAYLIST_COUNT" val="0"/>
  <p:tag name="PRESENTATION_PRESENTER_SLIDE_LEVEL" val="0"/>
  <p:tag name="ART_ENCODE_TYPE" val="0"/>
  <p:tag name="ART_ENCODE_INDEX" val="1"/>
  <p:tag name="PUBLISH_TITLE" val="PM 2006"/>
  <p:tag name="ARTICULATE_PUBLISH_PATH" val="C:\Documents and Settings\Josh Bersin\My Documents\_Bersin Files\_PRESENTATIONS\2006_05_PMLAUNCH\PM 2006"/>
  <p:tag name="ARTICULATE_LOGO" val="Bersin-Logo2.gif"/>
  <p:tag name="ARTICULATE_PRESENTER" val="Josh Bersin"/>
  <p:tag name="ARTICULATE_PRESENTER_GUID" val="AF8D0DB1-D4D4-4749-BE26-AB8CCB5FD1C7"/>
  <p:tag name="ARTICULATE_LMS" val="0"/>
  <p:tag name="LMS_PUBLISH" val="No"/>
  <p:tag name="PLAYERLOGOHEIGHT" val="94"/>
  <p:tag name="PLAYERLOGOWIDTH" val="244"/>
  <p:tag name="LAUNCHINNEWWINDOW" val="1"/>
  <p:tag name="LASTPUBLISHED" val="C:\Documents and Settings\Josh Bersin\My Documents\_Bersin Files\_PRESENTATIONS\2006_05_PMLAUNCH\PM 2006\PM 2006\launcher.html"/>
  <p:tag name="MMPROD_NEXTUNIQUEID" val="10009"/>
  <p:tag name="MMPROD_UIDATA" val="&lt;database version=&quot;7.0&quot;&gt;&lt;object type=&quot;1&quot; unique_id=&quot;10001&quot;&gt;&lt;property id=&quot;20141&quot; value=&quot;PM 2006&quot;/&gt;&lt;object type=&quot;8&quot; unique_id=&quot;10002&quot;&gt;&lt;/object&gt;&lt;object type=&quot;2&quot; unique_id=&quot;10003&quot;&gt;&lt;object type=&quot;3&quot; unique_id=&quot;10004&quot;&gt;&lt;property id=&quot;20148&quot; value=&quot;5&quot;/&gt;&lt;property id=&quot;20300&quot; value=&quot;Slide 1 - &amp;quot;Cummins Presentation&amp;#x0D;&amp;#x0A;High-Impact Learning Organizations &amp;#x0D;&amp;#x0A;&amp;#x0D;&amp;#x0A;WhatWorks® In the Management, Governance, and Operations &quot;/&gt;&lt;property id=&quot;20302&quot; value=&quot;0&quot;/&gt;&lt;property id=&quot;20307&quot; value=&quot;1507&quot;/&gt;&lt;/object&gt;&lt;object type=&quot;3&quot; unique_id=&quot;10006&quot;&gt;&lt;property id=&quot;20148&quot; value=&quot;5&quot;/&gt;&lt;property id=&quot;20300&quot; value=&quot;Slide 2 - &amp;quot;Bersin WhatWorks® Methodology&amp;quot;&quot;/&gt;&lt;property id=&quot;20302&quot; value=&quot;0&quot;/&gt;&lt;property id=&quot;20307&quot; value=&quot;1509&quot;/&gt;&lt;/object&gt;&lt;object type=&quot;3&quot; unique_id=&quot;10008&quot;&gt;&lt;property id=&quot;20148&quot; value=&quot;5&quot;/&gt;&lt;property id=&quot;20300&quot; value=&quot;Slide 6 - &amp;quot;The Corporate L&amp;amp;D Marketplace&amp;quot;&quot;/&gt;&lt;property id=&quot;20302&quot; value=&quot;0&quot;/&gt;&lt;property id=&quot;20307&quot; value=&quot;1486&quot;/&gt;&lt;/object&gt;&lt;object type=&quot;3&quot; unique_id=&quot;10011&quot;&gt;&lt;property id=&quot;20148&quot; value=&quot;5&quot;/&gt;&lt;property id=&quot;20300&quot; value=&quot;Slide 7 - &amp;quot;Current Workforce Demographics&amp;quot;&quot;/&gt;&lt;property id=&quot;20302&quot; value=&quot;0&quot;/&gt;&lt;property id=&quot;20307&quot; value=&quot;1513&quot;/&gt;&lt;/object&gt;&lt;object type=&quot;3&quot; unique_id=&quot;10013&quot;&gt;&lt;property id=&quot;20148&quot; value=&quot;5&quot;/&gt;&lt;property id=&quot;20300&quot; value=&quot;Slide 8 - &amp;quot;Today’s Worker&amp;quot;&quot;/&gt;&lt;property id=&quot;20302&quot; value=&quot;0&quot;/&gt;&lt;property id=&quot;20307&quot; value=&quot;1520&quot;/&gt;&lt;/object&gt;&lt;object type=&quot;3&quot; unique_id=&quot;10015&quot;&gt;&lt;property id=&quot;20148&quot; value=&quot;5&quot;/&gt;&lt;property id=&quot;20300&quot; value=&quot;Slide 9 - &amp;quot;Forces for Change in Corporate L&amp;amp;D&amp;quot;&quot;/&gt;&lt;property id=&quot;20302&quot; value=&quot;0&quot;/&gt;&lt;property id=&quot;20307&quot; value=&quot;1479&quot;/&gt;&lt;/object&gt;&lt;object type=&quot;3&quot; unique_id=&quot;10018&quot;&gt;&lt;property id=&quot;20148&quot; value=&quot;5&quot;/&gt;&lt;property id=&quot;20300&quot; value=&quot;Slide 10 - &amp;quot;High Impact Learning Organization&amp;#x0D;&amp;#x0A;How we create business impact&amp;quot;&quot;/&gt;&lt;property id=&quot;20302&quot; value=&quot;0&quot;/&gt;&lt;property id=&quot;20307&quot; value=&quot;1485&quot;/&gt;&lt;/object&gt;&lt;object type=&quot;3&quot; unique_id=&quot;10030&quot;&gt;&lt;property id=&quot;20148&quot; value=&quot;5&quot;/&gt;&lt;property id=&quot;20300&quot; value=&quot;Slide 11 - &amp;quot;High Impact Governance&amp;quot;&quot;/&gt;&lt;property id=&quot;20302&quot; value=&quot;0&quot;/&gt;&lt;property id=&quot;20307&quot; value=&quot;1523&quot;/&gt;&lt;/object&gt;&lt;object type=&quot;3&quot; unique_id=&quot;10031&quot;&gt;&lt;property id=&quot;20148&quot; value=&quot;5&quot;/&gt;&lt;property id=&quot;20300&quot; value=&quot;Slide 12 - &amp;quot;High Impact Governance Process&amp;quot;&quot;/&gt;&lt;property id=&quot;20302&quot; value=&quot;0&quot;/&gt;&lt;property id=&quot;20307&quot; value=&quot;1527&quot;/&gt;&lt;/object&gt;&lt;object type=&quot;3&quot; unique_id=&quot;10033&quot;&gt;&lt;property id=&quot;20148&quot; value=&quot;5&quot;/&gt;&lt;property id=&quot;20300&quot; value=&quot;Slide 13 - &amp;quot;Strategy Alignment Process&amp;quot;&quot;/&gt;&lt;property id=&quot;20302&quot; value=&quot;0&quot;/&gt;&lt;property id=&quot;20307&quot; value=&quot;1572&quot;/&gt;&lt;/object&gt;&lt;object type=&quot;3&quot; unique_id=&quot;10036&quot;&gt;&lt;property id=&quot;20148&quot; value=&quot;5&quot;/&gt;&lt;property id=&quot;20300&quot; value=&quot;Slide 14 - &amp;quot;A Working Federated Model&amp;quot;&quot;/&gt;&lt;property id=&quot;20302&quot; value=&quot;0&quot;/&gt;&lt;property id=&quot;20307&quot; value=&quot;1528&quot;/&gt;&lt;/object&gt;&lt;object type=&quot;3&quot; unique_id=&quot;10970&quot;&gt;&lt;property id=&quot;20148&quot; value=&quot;5&quot;/&gt;&lt;property id=&quot;20300&quot; value=&quot;Slide 3&quot;/&gt;&lt;property id=&quot;20307&quot; value=&quot;1573&quot;/&gt;&lt;/object&gt;&lt;object type=&quot;3&quot; unique_id=&quot;10971&quot;&gt;&lt;property id=&quot;20148&quot; value=&quot;5&quot;/&gt;&lt;property id=&quot;20300&quot; value=&quot;Slide 4 - &amp;quot;Business Needs Leading to Training Requirements&amp;quot;&quot;/&gt;&lt;property id=&quot;20307&quot; value=&quot;1574&quot;/&gt;&lt;/object&gt;&lt;object type=&quot;3&quot; unique_id=&quot;10972&quot;&gt;&lt;property id=&quot;20148&quot; value=&quot;5&quot;/&gt;&lt;property id=&quot;20300&quot; value=&quot;Slide 5 - &amp;quot;Context - Training &amp;amp; Development: &amp;#x0D;&amp;#x0A;Sample Interventions&amp;quot;&quot;/&gt;&lt;property id=&quot;20307&quot; value=&quot;1575&quot;/&gt;&lt;/object&gt;&lt;/object&gt;&lt;object type=&quot;4&quot; unique_id=&quot;10310&quot;&gt;&lt;property id=&quot;28&quot; value=&quot;1000&quot;/&gt;&lt;object type=&quot;5&quot; unique_id=&quot;1001&quot;&gt;&lt;/object&gt;&lt;/object&gt;&lt;/object&gt;&lt;/database&gt;"/>
  <p:tag name="SECTOMILLISECCONVERTED" val="1"/>
</p:tagLst>
</file>

<file path=ppt/theme/theme1.xml><?xml version="1.0" encoding="utf-8"?>
<a:theme xmlns:a="http://schemas.openxmlformats.org/drawingml/2006/main" name="Blank Presentation">
  <a:themeElements>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3366"/>
        </a:dk2>
        <a:lt2>
          <a:srgbClr val="A1A8AD"/>
        </a:lt2>
        <a:accent1>
          <a:srgbClr val="A8C77F"/>
        </a:accent1>
        <a:accent2>
          <a:srgbClr val="547933"/>
        </a:accent2>
        <a:accent3>
          <a:srgbClr val="FFFFFF"/>
        </a:accent3>
        <a:accent4>
          <a:srgbClr val="000000"/>
        </a:accent4>
        <a:accent5>
          <a:srgbClr val="D1E0C0"/>
        </a:accent5>
        <a:accent6>
          <a:srgbClr val="4B6D2D"/>
        </a:accent6>
        <a:hlink>
          <a:srgbClr val="E6851A"/>
        </a:hlink>
        <a:folHlink>
          <a:srgbClr val="9C1F2E"/>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4D7D35"/>
        </a:dk2>
        <a:lt2>
          <a:srgbClr val="91B3BD"/>
        </a:lt2>
        <a:accent1>
          <a:srgbClr val="49699D"/>
        </a:accent1>
        <a:accent2>
          <a:srgbClr val="D2E0BA"/>
        </a:accent2>
        <a:accent3>
          <a:srgbClr val="FFFFFF"/>
        </a:accent3>
        <a:accent4>
          <a:srgbClr val="000000"/>
        </a:accent4>
        <a:accent5>
          <a:srgbClr val="B1B9CC"/>
        </a:accent5>
        <a:accent6>
          <a:srgbClr val="BECBA8"/>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4D7D35"/>
        </a:dk2>
        <a:lt2>
          <a:srgbClr val="91B3BD"/>
        </a:lt2>
        <a:accent1>
          <a:srgbClr val="49699D"/>
        </a:accent1>
        <a:accent2>
          <a:srgbClr val="C57F21"/>
        </a:accent2>
        <a:accent3>
          <a:srgbClr val="FFFFFF"/>
        </a:accent3>
        <a:accent4>
          <a:srgbClr val="000000"/>
        </a:accent4>
        <a:accent5>
          <a:srgbClr val="B1B9CC"/>
        </a:accent5>
        <a:accent6>
          <a:srgbClr val="B2721D"/>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6">
        <a:dk1>
          <a:srgbClr val="003366"/>
        </a:dk1>
        <a:lt1>
          <a:srgbClr val="FFFFFF"/>
        </a:lt1>
        <a:dk2>
          <a:srgbClr val="204F91"/>
        </a:dk2>
        <a:lt2>
          <a:srgbClr val="A1A8AD"/>
        </a:lt2>
        <a:accent1>
          <a:srgbClr val="73B244"/>
        </a:accent1>
        <a:accent2>
          <a:srgbClr val="932121"/>
        </a:accent2>
        <a:accent3>
          <a:srgbClr val="FFFFFF"/>
        </a:accent3>
        <a:accent4>
          <a:srgbClr val="002A56"/>
        </a:accent4>
        <a:accent5>
          <a:srgbClr val="BCD5B0"/>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7">
        <a:dk1>
          <a:srgbClr val="003366"/>
        </a:dk1>
        <a:lt1>
          <a:srgbClr val="FFFFFF"/>
        </a:lt1>
        <a:dk2>
          <a:srgbClr val="204F91"/>
        </a:dk2>
        <a:lt2>
          <a:srgbClr val="A1A8AD"/>
        </a:lt2>
        <a:accent1>
          <a:srgbClr val="D7D214"/>
        </a:accent1>
        <a:accent2>
          <a:srgbClr val="932121"/>
        </a:accent2>
        <a:accent3>
          <a:srgbClr val="FFFFFF"/>
        </a:accent3>
        <a:accent4>
          <a:srgbClr val="002A56"/>
        </a:accent4>
        <a:accent5>
          <a:srgbClr val="E8E5AA"/>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8">
        <a:dk1>
          <a:srgbClr val="000000"/>
        </a:dk1>
        <a:lt1>
          <a:srgbClr val="FFFFFF"/>
        </a:lt1>
        <a:dk2>
          <a:srgbClr val="4D7D35"/>
        </a:dk2>
        <a:lt2>
          <a:srgbClr val="91B3BD"/>
        </a:lt2>
        <a:accent1>
          <a:srgbClr val="49699D"/>
        </a:accent1>
        <a:accent2>
          <a:srgbClr val="DD9043"/>
        </a:accent2>
        <a:accent3>
          <a:srgbClr val="FFFFFF"/>
        </a:accent3>
        <a:accent4>
          <a:srgbClr val="000000"/>
        </a:accent4>
        <a:accent5>
          <a:srgbClr val="B1B9CC"/>
        </a:accent5>
        <a:accent6>
          <a:srgbClr val="C8823C"/>
        </a:accent6>
        <a:hlink>
          <a:srgbClr val="704A6E"/>
        </a:hlink>
        <a:folHlink>
          <a:srgbClr val="94809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569862757D4DE44893AB3F20D4900D1" ma:contentTypeVersion="0" ma:contentTypeDescription="Create a new document." ma:contentTypeScope="" ma:versionID="de924425f64a35fd3e6bdf165bb16c0f">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LongProperties xmlns="http://schemas.microsoft.com/office/2006/metadata/long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1EB8639A-8193-41A3-B88D-30381B1E59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FC179457-D557-43E5-8F5D-F70BD37A9867}">
  <ds:schemaRefs>
    <ds:schemaRef ds:uri="http://schemas.microsoft.com/office/2006/metadata/longProperties"/>
  </ds:schemaRefs>
</ds:datastoreItem>
</file>

<file path=customXml/itemProps3.xml><?xml version="1.0" encoding="utf-8"?>
<ds:datastoreItem xmlns:ds="http://schemas.openxmlformats.org/officeDocument/2006/customXml" ds:itemID="{4CA79F13-E1AA-4D61-B102-462BE4659563}">
  <ds:schemaRefs>
    <ds:schemaRef ds:uri="http://schemas.microsoft.com/sharepoint/v3/contenttype/forms"/>
  </ds:schemaRefs>
</ds:datastoreItem>
</file>

<file path=customXml/itemProps4.xml><?xml version="1.0" encoding="utf-8"?>
<ds:datastoreItem xmlns:ds="http://schemas.openxmlformats.org/officeDocument/2006/customXml" ds:itemID="{71679FBC-1A76-492A-B48D-75370905DB8F}">
  <ds:schemaRefs>
    <ds:schemaRef ds:uri="http://schemas.microsoft.com/office/2006/documentManagement/types"/>
    <ds:schemaRef ds:uri="http://purl.org/dc/elements/1.1/"/>
    <ds:schemaRef ds:uri="http://schemas.microsoft.com/office/2006/metadata/properties"/>
    <ds:schemaRef ds:uri="http://purl.org/dc/terms/"/>
    <ds:schemaRef ds:uri="http://schemas.openxmlformats.org/package/2006/metadata/core-properties"/>
    <ds:schemaRef ds:uri="http://purl.org/dc/dcmitype/"/>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23134</TotalTime>
  <Words>3137</Words>
  <Application>Microsoft Office PowerPoint</Application>
  <PresentationFormat>On-screen Show (4:3)</PresentationFormat>
  <Paragraphs>272</Paragraphs>
  <Slides>47</Slides>
  <Notes>47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MS PGothic</vt:lpstr>
      <vt:lpstr>Arial</vt:lpstr>
      <vt:lpstr>Courier New</vt:lpstr>
      <vt:lpstr>Times</vt:lpstr>
      <vt:lpstr>Times New Roman</vt:lpstr>
      <vt:lpstr>Wingdings</vt:lpstr>
      <vt:lpstr>Blank Presentation</vt:lpstr>
      <vt:lpstr>PowerPoint Presentation</vt:lpstr>
      <vt:lpstr>Learning Objective</vt:lpstr>
      <vt:lpstr>Key Concepts</vt:lpstr>
      <vt:lpstr>Undeleting Data</vt:lpstr>
      <vt:lpstr>File Systems and Hard Drives</vt:lpstr>
      <vt:lpstr>Operating Systems </vt:lpstr>
      <vt:lpstr>Windows</vt:lpstr>
      <vt:lpstr>Storing a File in Windows (FAT/FAT32)</vt:lpstr>
      <vt:lpstr>Deleting a File in Windows (FAT/FAT32)</vt:lpstr>
      <vt:lpstr>NTFS Fundamental Files</vt:lpstr>
      <vt:lpstr>Storing a File in Windows (NTFS)</vt:lpstr>
      <vt:lpstr>Deleting Files in Windows (NTFS)</vt:lpstr>
      <vt:lpstr>DiskDigger</vt:lpstr>
      <vt:lpstr>DiskDigger: Main Screen</vt:lpstr>
      <vt:lpstr>DiskDigger: Starting Data Recovery</vt:lpstr>
      <vt:lpstr>DiskDigger: Recovering an Individual File</vt:lpstr>
      <vt:lpstr>WinUndelete</vt:lpstr>
      <vt:lpstr>WinUndelete</vt:lpstr>
      <vt:lpstr>WinUndelete</vt:lpstr>
      <vt:lpstr>WinUndelete</vt:lpstr>
      <vt:lpstr>FreeUndelete</vt:lpstr>
      <vt:lpstr>FreeUndelete</vt:lpstr>
      <vt:lpstr>OSForensics</vt:lpstr>
      <vt:lpstr>OSForensics Deleted Files Search</vt:lpstr>
      <vt:lpstr>OSForensics Deleted Files Results</vt:lpstr>
      <vt:lpstr>Linux</vt:lpstr>
      <vt:lpstr>Storing a File in Linux</vt:lpstr>
      <vt:lpstr>Deleting a File in Linux</vt:lpstr>
      <vt:lpstr>Recovering a File in Linux</vt:lpstr>
      <vt:lpstr>extundelete</vt:lpstr>
      <vt:lpstr>Scalpel</vt:lpstr>
      <vt:lpstr>Scalpel (Cont.)</vt:lpstr>
      <vt:lpstr>Scalpel (Cont.)</vt:lpstr>
      <vt:lpstr>Macintosh</vt:lpstr>
      <vt:lpstr>MacKeeper</vt:lpstr>
      <vt:lpstr>MacKeeper</vt:lpstr>
      <vt:lpstr>Recovering Information from Damaged Media</vt:lpstr>
      <vt:lpstr>Recovering Information from Damaged Media (Cont.)</vt:lpstr>
      <vt:lpstr>Attempting Local Repair</vt:lpstr>
      <vt:lpstr>Recovering After Logical Damage</vt:lpstr>
      <vt:lpstr>Recovering After Logical Damage (Cont.)</vt:lpstr>
      <vt:lpstr>Preventing Logical Damage</vt:lpstr>
      <vt:lpstr>Consistency Checking</vt:lpstr>
      <vt:lpstr>Consistency Checking Problems</vt:lpstr>
      <vt:lpstr>Zero-Knowledge Analysis</vt:lpstr>
      <vt:lpstr>File Carving</vt:lpstr>
      <vt:lpstr>Summary</vt:lpstr>
    </vt:vector>
  </TitlesOfParts>
  <Company>Bersin &amp; Associates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E-Learning</dc:title>
  <dc:creator>Kim</dc:creator>
  <cp:lastModifiedBy>Kimberly Lindros</cp:lastModifiedBy>
  <cp:revision>3191</cp:revision>
  <cp:lastPrinted>2008-07-07T18:08:55Z</cp:lastPrinted>
  <dcterms:created xsi:type="dcterms:W3CDTF">2010-11-23T16:40:11Z</dcterms:created>
  <dcterms:modified xsi:type="dcterms:W3CDTF">2017-07-03T04:01:34Z</dcterms:modified>
</cp:coreProperties>
</file>