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3.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3.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30"/>
  </p:notesMasterIdLst>
  <p:handoutMasterIdLst>
    <p:handoutMasterId r:id="rId31"/>
  </p:handoutMasterIdLst>
  <p:sldIdLst>
    <p:sldId id="1529" r:id="rId2"/>
    <p:sldId id="1561" r:id="rId3"/>
    <p:sldId id="1567" r:id="rId4"/>
    <p:sldId id="1610" r:id="rId5"/>
    <p:sldId id="1621" r:id="rId6"/>
    <p:sldId id="1670" r:id="rId7"/>
    <p:sldId id="1623" r:id="rId8"/>
    <p:sldId id="1689" r:id="rId9"/>
    <p:sldId id="1672" r:id="rId10"/>
    <p:sldId id="1671" r:id="rId11"/>
    <p:sldId id="1678" r:id="rId12"/>
    <p:sldId id="1676" r:id="rId13"/>
    <p:sldId id="1677" r:id="rId14"/>
    <p:sldId id="1664" r:id="rId15"/>
    <p:sldId id="1691" r:id="rId16"/>
    <p:sldId id="1665" r:id="rId17"/>
    <p:sldId id="1669" r:id="rId18"/>
    <p:sldId id="1685" r:id="rId19"/>
    <p:sldId id="1686" r:id="rId20"/>
    <p:sldId id="1675" r:id="rId21"/>
    <p:sldId id="1680" r:id="rId22"/>
    <p:sldId id="1687" r:id="rId23"/>
    <p:sldId id="1688" r:id="rId24"/>
    <p:sldId id="1681" r:id="rId25"/>
    <p:sldId id="1690" r:id="rId26"/>
    <p:sldId id="1684" r:id="rId27"/>
    <p:sldId id="1683" r:id="rId28"/>
    <p:sldId id="1562" r:id="rId29"/>
  </p:sldIdLst>
  <p:sldSz cx="9144000" cy="6858000" type="screen4x3"/>
  <p:notesSz cx="7010400" cy="9296400"/>
  <p:custDataLst>
    <p:tags r:id="rId32"/>
  </p:custDataLst>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192">
          <p15:clr>
            <a:srgbClr val="A4A3A4"/>
          </p15:clr>
        </p15:guide>
        <p15:guide id="2" orient="horz" pos="2748">
          <p15:clr>
            <a:srgbClr val="A4A3A4"/>
          </p15:clr>
        </p15:guide>
        <p15:guide id="3" pos="4627">
          <p15:clr>
            <a:srgbClr val="A4A3A4"/>
          </p15:clr>
        </p15:guide>
        <p15:guide id="4" pos="1452">
          <p15:clr>
            <a:srgbClr val="A4A3A4"/>
          </p15:clr>
        </p15:guide>
        <p15:guide id="5" pos="2346">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6E2E"/>
    <a:srgbClr val="14ACC0"/>
    <a:srgbClr val="E3BBC9"/>
    <a:srgbClr val="D2E4B2"/>
    <a:srgbClr val="DDDDDD"/>
    <a:srgbClr val="FFCCFF"/>
    <a:srgbClr val="FFCCCC"/>
    <a:srgbClr val="423498"/>
    <a:srgbClr val="FFFF00"/>
    <a:srgbClr val="B4E7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6250" autoAdjust="0"/>
    <p:restoredTop sz="90406" autoAdjust="0"/>
  </p:normalViewPr>
  <p:slideViewPr>
    <p:cSldViewPr snapToGrid="0" snapToObjects="1">
      <p:cViewPr varScale="1">
        <p:scale>
          <a:sx n="62" d="100"/>
          <a:sy n="62" d="100"/>
        </p:scale>
        <p:origin x="1518" y="42"/>
      </p:cViewPr>
      <p:guideLst>
        <p:guide orient="horz" pos="192"/>
        <p:guide orient="horz" pos="2748"/>
        <p:guide pos="4627"/>
        <p:guide pos="1452"/>
        <p:guide pos="2346"/>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6624"/>
    </p:cViewPr>
  </p:sorterViewPr>
  <p:notesViewPr>
    <p:cSldViewPr snapToGrid="0" snapToObjects="1">
      <p:cViewPr varScale="1">
        <p:scale>
          <a:sx n="52" d="100"/>
          <a:sy n="52" d="100"/>
        </p:scale>
        <p:origin x="-2868" y="-96"/>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gs" Target="tags/tag1.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28FCE57-185E-41F0-835F-6D922347310A}" type="doc">
      <dgm:prSet loTypeId="urn:microsoft.com/office/officeart/2005/8/layout/arrow2" loCatId="process" qsTypeId="urn:microsoft.com/office/officeart/2005/8/quickstyle/simple1" qsCatId="simple" csTypeId="urn:microsoft.com/office/officeart/2005/8/colors/accent1_2" csCatId="accent1" phldr="1"/>
      <dgm:spPr/>
    </dgm:pt>
    <dgm:pt modelId="{167E852B-525F-47E5-BA16-E210263C955E}">
      <dgm:prSet phldrT="[Text]"/>
      <dgm:spPr/>
      <dgm:t>
        <a:bodyPr/>
        <a:lstStyle/>
        <a:p>
          <a:r>
            <a:rPr lang="en-US" dirty="0">
              <a:solidFill>
                <a:srgbClr val="002060"/>
              </a:solidFill>
            </a:rPr>
            <a:t>1975</a:t>
          </a:r>
          <a:br>
            <a:rPr lang="en-US" dirty="0"/>
          </a:br>
          <a:r>
            <a:rPr lang="en-US" dirty="0"/>
            <a:t>First Apple computer</a:t>
          </a:r>
        </a:p>
      </dgm:t>
    </dgm:pt>
    <dgm:pt modelId="{55F97098-F116-465D-8A8E-89541105A5F6}" type="parTrans" cxnId="{4BE191A3-0715-4087-8F53-10B4CD6241B9}">
      <dgm:prSet/>
      <dgm:spPr/>
      <dgm:t>
        <a:bodyPr/>
        <a:lstStyle/>
        <a:p>
          <a:endParaRPr lang="en-US"/>
        </a:p>
      </dgm:t>
    </dgm:pt>
    <dgm:pt modelId="{1ED2B71C-9B5B-4378-B464-DD8D3B07692F}" type="sibTrans" cxnId="{4BE191A3-0715-4087-8F53-10B4CD6241B9}">
      <dgm:prSet/>
      <dgm:spPr/>
      <dgm:t>
        <a:bodyPr/>
        <a:lstStyle/>
        <a:p>
          <a:endParaRPr lang="en-US"/>
        </a:p>
      </dgm:t>
    </dgm:pt>
    <dgm:pt modelId="{CBA86740-688B-4835-9AB2-32BFF2A04E7E}">
      <dgm:prSet phldrT="[Text]"/>
      <dgm:spPr/>
      <dgm:t>
        <a:bodyPr/>
        <a:lstStyle/>
        <a:p>
          <a:r>
            <a:rPr lang="en-US" dirty="0">
              <a:solidFill>
                <a:srgbClr val="002060"/>
              </a:solidFill>
            </a:rPr>
            <a:t>1985</a:t>
          </a:r>
          <a:br>
            <a:rPr lang="en-US" dirty="0"/>
          </a:br>
          <a:r>
            <a:rPr lang="en-US" dirty="0"/>
            <a:t>First Macintosh computer released</a:t>
          </a:r>
        </a:p>
      </dgm:t>
    </dgm:pt>
    <dgm:pt modelId="{6617BDE7-2B62-4718-92CE-FDF9BBFBB59E}" type="parTrans" cxnId="{EF4C7E4D-B054-4461-A8F7-EA53E8C63761}">
      <dgm:prSet/>
      <dgm:spPr/>
      <dgm:t>
        <a:bodyPr/>
        <a:lstStyle/>
        <a:p>
          <a:endParaRPr lang="en-US"/>
        </a:p>
      </dgm:t>
    </dgm:pt>
    <dgm:pt modelId="{5F20AB9B-4892-459B-AB52-EFE2D67BC43C}" type="sibTrans" cxnId="{EF4C7E4D-B054-4461-A8F7-EA53E8C63761}">
      <dgm:prSet/>
      <dgm:spPr/>
      <dgm:t>
        <a:bodyPr/>
        <a:lstStyle/>
        <a:p>
          <a:endParaRPr lang="en-US"/>
        </a:p>
      </dgm:t>
    </dgm:pt>
    <dgm:pt modelId="{18BEA18B-3FEB-4F43-92D7-2F07F824F396}">
      <dgm:prSet phldrT="[Text]"/>
      <dgm:spPr/>
      <dgm:t>
        <a:bodyPr/>
        <a:lstStyle/>
        <a:p>
          <a:r>
            <a:rPr lang="en-US" dirty="0">
              <a:solidFill>
                <a:srgbClr val="002060"/>
              </a:solidFill>
            </a:rPr>
            <a:t>2007</a:t>
          </a:r>
          <a:br>
            <a:rPr lang="en-US" dirty="0"/>
          </a:br>
          <a:r>
            <a:rPr lang="en-US" dirty="0"/>
            <a:t>Apple iPhone released</a:t>
          </a:r>
          <a:endParaRPr lang="en-US" dirty="0">
            <a:solidFill>
              <a:schemeClr val="tx1"/>
            </a:solidFill>
          </a:endParaRPr>
        </a:p>
      </dgm:t>
    </dgm:pt>
    <dgm:pt modelId="{E2D7807E-AD78-4E24-865C-800AB3A2866A}" type="parTrans" cxnId="{562B12B2-CC4F-4EB1-9451-8B66F50A4914}">
      <dgm:prSet/>
      <dgm:spPr/>
      <dgm:t>
        <a:bodyPr/>
        <a:lstStyle/>
        <a:p>
          <a:endParaRPr lang="en-US"/>
        </a:p>
      </dgm:t>
    </dgm:pt>
    <dgm:pt modelId="{6C39477C-3D4B-483A-B2BC-C54FEAD61AE7}" type="sibTrans" cxnId="{562B12B2-CC4F-4EB1-9451-8B66F50A4914}">
      <dgm:prSet/>
      <dgm:spPr/>
      <dgm:t>
        <a:bodyPr/>
        <a:lstStyle/>
        <a:p>
          <a:endParaRPr lang="en-US"/>
        </a:p>
      </dgm:t>
    </dgm:pt>
    <dgm:pt modelId="{81B28002-FA93-4658-8711-DB6315628A30}">
      <dgm:prSet/>
      <dgm:spPr/>
      <dgm:t>
        <a:bodyPr/>
        <a:lstStyle/>
        <a:p>
          <a:r>
            <a:rPr lang="en-US" dirty="0">
              <a:solidFill>
                <a:srgbClr val="002060"/>
              </a:solidFill>
            </a:rPr>
            <a:t>1998</a:t>
          </a:r>
        </a:p>
        <a:p>
          <a:r>
            <a:rPr lang="en-US" dirty="0"/>
            <a:t>iMac released</a:t>
          </a:r>
        </a:p>
        <a:p>
          <a:endParaRPr lang="en-US" dirty="0"/>
        </a:p>
      </dgm:t>
    </dgm:pt>
    <dgm:pt modelId="{B90AF541-4A8F-4AF7-890D-9E156FD3596D}" type="parTrans" cxnId="{F81EFF2D-758D-470B-9943-7D1FA2261442}">
      <dgm:prSet/>
      <dgm:spPr/>
      <dgm:t>
        <a:bodyPr/>
        <a:lstStyle/>
        <a:p>
          <a:endParaRPr lang="en-US"/>
        </a:p>
      </dgm:t>
    </dgm:pt>
    <dgm:pt modelId="{D0D4AD7F-325A-4584-9522-7DB5AF982FDB}" type="sibTrans" cxnId="{F81EFF2D-758D-470B-9943-7D1FA2261442}">
      <dgm:prSet/>
      <dgm:spPr/>
      <dgm:t>
        <a:bodyPr/>
        <a:lstStyle/>
        <a:p>
          <a:endParaRPr lang="en-US"/>
        </a:p>
      </dgm:t>
    </dgm:pt>
    <dgm:pt modelId="{CE532EC8-0E7A-4558-AF34-DAA5B057D5D7}" type="pres">
      <dgm:prSet presAssocID="{028FCE57-185E-41F0-835F-6D922347310A}" presName="arrowDiagram" presStyleCnt="0">
        <dgm:presLayoutVars>
          <dgm:chMax val="5"/>
          <dgm:dir/>
          <dgm:resizeHandles val="exact"/>
        </dgm:presLayoutVars>
      </dgm:prSet>
      <dgm:spPr/>
    </dgm:pt>
    <dgm:pt modelId="{F0D09D50-2174-410A-88CF-86E450D2135A}" type="pres">
      <dgm:prSet presAssocID="{028FCE57-185E-41F0-835F-6D922347310A}" presName="arrow" presStyleLbl="bgShp" presStyleIdx="0" presStyleCnt="1"/>
      <dgm:spPr/>
    </dgm:pt>
    <dgm:pt modelId="{6406BC13-1511-41E8-9081-805C1FBAC7A3}" type="pres">
      <dgm:prSet presAssocID="{028FCE57-185E-41F0-835F-6D922347310A}" presName="arrowDiagram4" presStyleCnt="0"/>
      <dgm:spPr/>
    </dgm:pt>
    <dgm:pt modelId="{457A0953-F181-4B06-AF0A-C0808C4CD75F}" type="pres">
      <dgm:prSet presAssocID="{167E852B-525F-47E5-BA16-E210263C955E}" presName="bullet4a" presStyleLbl="node1" presStyleIdx="0" presStyleCnt="4"/>
      <dgm:spPr/>
    </dgm:pt>
    <dgm:pt modelId="{B67BA608-CC91-403D-B595-FD9BE5AA5AE1}" type="pres">
      <dgm:prSet presAssocID="{167E852B-525F-47E5-BA16-E210263C955E}" presName="textBox4a" presStyleLbl="revTx" presStyleIdx="0" presStyleCnt="4">
        <dgm:presLayoutVars>
          <dgm:bulletEnabled val="1"/>
        </dgm:presLayoutVars>
      </dgm:prSet>
      <dgm:spPr/>
    </dgm:pt>
    <dgm:pt modelId="{AA794E27-4E55-490A-8CD2-0B35A18DCC42}" type="pres">
      <dgm:prSet presAssocID="{CBA86740-688B-4835-9AB2-32BFF2A04E7E}" presName="bullet4b" presStyleLbl="node1" presStyleIdx="1" presStyleCnt="4"/>
      <dgm:spPr/>
    </dgm:pt>
    <dgm:pt modelId="{F5C30FE8-CE1E-44CD-9D97-E2FB5664DFFE}" type="pres">
      <dgm:prSet presAssocID="{CBA86740-688B-4835-9AB2-32BFF2A04E7E}" presName="textBox4b" presStyleLbl="revTx" presStyleIdx="1" presStyleCnt="4">
        <dgm:presLayoutVars>
          <dgm:bulletEnabled val="1"/>
        </dgm:presLayoutVars>
      </dgm:prSet>
      <dgm:spPr/>
    </dgm:pt>
    <dgm:pt modelId="{EF911F41-AEAE-46AB-B50C-C58846304FA1}" type="pres">
      <dgm:prSet presAssocID="{81B28002-FA93-4658-8711-DB6315628A30}" presName="bullet4c" presStyleLbl="node1" presStyleIdx="2" presStyleCnt="4"/>
      <dgm:spPr/>
    </dgm:pt>
    <dgm:pt modelId="{4D946C3F-F6D8-49A8-8FD9-FF89BF7A7092}" type="pres">
      <dgm:prSet presAssocID="{81B28002-FA93-4658-8711-DB6315628A30}" presName="textBox4c" presStyleLbl="revTx" presStyleIdx="2" presStyleCnt="4">
        <dgm:presLayoutVars>
          <dgm:bulletEnabled val="1"/>
        </dgm:presLayoutVars>
      </dgm:prSet>
      <dgm:spPr/>
    </dgm:pt>
    <dgm:pt modelId="{8A5021F2-0ED1-4391-9EEF-3804531B7BC1}" type="pres">
      <dgm:prSet presAssocID="{18BEA18B-3FEB-4F43-92D7-2F07F824F396}" presName="bullet4d" presStyleLbl="node1" presStyleIdx="3" presStyleCnt="4"/>
      <dgm:spPr/>
    </dgm:pt>
    <dgm:pt modelId="{3401F7D5-1554-4357-8F00-FCEA9D6B5FC1}" type="pres">
      <dgm:prSet presAssocID="{18BEA18B-3FEB-4F43-92D7-2F07F824F396}" presName="textBox4d" presStyleLbl="revTx" presStyleIdx="3" presStyleCnt="4">
        <dgm:presLayoutVars>
          <dgm:bulletEnabled val="1"/>
        </dgm:presLayoutVars>
      </dgm:prSet>
      <dgm:spPr/>
    </dgm:pt>
  </dgm:ptLst>
  <dgm:cxnLst>
    <dgm:cxn modelId="{54B68C13-4C59-4214-8A98-659D817767C8}" type="presOf" srcId="{167E852B-525F-47E5-BA16-E210263C955E}" destId="{B67BA608-CC91-403D-B595-FD9BE5AA5AE1}" srcOrd="0" destOrd="0" presId="urn:microsoft.com/office/officeart/2005/8/layout/arrow2"/>
    <dgm:cxn modelId="{F81EFF2D-758D-470B-9943-7D1FA2261442}" srcId="{028FCE57-185E-41F0-835F-6D922347310A}" destId="{81B28002-FA93-4658-8711-DB6315628A30}" srcOrd="2" destOrd="0" parTransId="{B90AF541-4A8F-4AF7-890D-9E156FD3596D}" sibTransId="{D0D4AD7F-325A-4584-9522-7DB5AF982FDB}"/>
    <dgm:cxn modelId="{EF4C7E4D-B054-4461-A8F7-EA53E8C63761}" srcId="{028FCE57-185E-41F0-835F-6D922347310A}" destId="{CBA86740-688B-4835-9AB2-32BFF2A04E7E}" srcOrd="1" destOrd="0" parTransId="{6617BDE7-2B62-4718-92CE-FDF9BBFBB59E}" sibTransId="{5F20AB9B-4892-459B-AB52-EFE2D67BC43C}"/>
    <dgm:cxn modelId="{ED16AA4F-3EAA-4ED5-9C61-1FBBF8779CA3}" type="presOf" srcId="{028FCE57-185E-41F0-835F-6D922347310A}" destId="{CE532EC8-0E7A-4558-AF34-DAA5B057D5D7}" srcOrd="0" destOrd="0" presId="urn:microsoft.com/office/officeart/2005/8/layout/arrow2"/>
    <dgm:cxn modelId="{2C958B79-6C13-4571-9322-670F4C50014E}" type="presOf" srcId="{CBA86740-688B-4835-9AB2-32BFF2A04E7E}" destId="{F5C30FE8-CE1E-44CD-9D97-E2FB5664DFFE}" srcOrd="0" destOrd="0" presId="urn:microsoft.com/office/officeart/2005/8/layout/arrow2"/>
    <dgm:cxn modelId="{4BE191A3-0715-4087-8F53-10B4CD6241B9}" srcId="{028FCE57-185E-41F0-835F-6D922347310A}" destId="{167E852B-525F-47E5-BA16-E210263C955E}" srcOrd="0" destOrd="0" parTransId="{55F97098-F116-465D-8A8E-89541105A5F6}" sibTransId="{1ED2B71C-9B5B-4378-B464-DD8D3B07692F}"/>
    <dgm:cxn modelId="{562B12B2-CC4F-4EB1-9451-8B66F50A4914}" srcId="{028FCE57-185E-41F0-835F-6D922347310A}" destId="{18BEA18B-3FEB-4F43-92D7-2F07F824F396}" srcOrd="3" destOrd="0" parTransId="{E2D7807E-AD78-4E24-865C-800AB3A2866A}" sibTransId="{6C39477C-3D4B-483A-B2BC-C54FEAD61AE7}"/>
    <dgm:cxn modelId="{95B494D0-AFD1-4225-858E-718D953F3201}" type="presOf" srcId="{81B28002-FA93-4658-8711-DB6315628A30}" destId="{4D946C3F-F6D8-49A8-8FD9-FF89BF7A7092}" srcOrd="0" destOrd="0" presId="urn:microsoft.com/office/officeart/2005/8/layout/arrow2"/>
    <dgm:cxn modelId="{CC4C91F0-833E-4872-BBE7-3782E7681186}" type="presOf" srcId="{18BEA18B-3FEB-4F43-92D7-2F07F824F396}" destId="{3401F7D5-1554-4357-8F00-FCEA9D6B5FC1}" srcOrd="0" destOrd="0" presId="urn:microsoft.com/office/officeart/2005/8/layout/arrow2"/>
    <dgm:cxn modelId="{49A82B62-BFC0-4683-A0B9-0118E592D009}" type="presParOf" srcId="{CE532EC8-0E7A-4558-AF34-DAA5B057D5D7}" destId="{F0D09D50-2174-410A-88CF-86E450D2135A}" srcOrd="0" destOrd="0" presId="urn:microsoft.com/office/officeart/2005/8/layout/arrow2"/>
    <dgm:cxn modelId="{EF9A44F3-291B-4F70-B387-92D3382FF3D1}" type="presParOf" srcId="{CE532EC8-0E7A-4558-AF34-DAA5B057D5D7}" destId="{6406BC13-1511-41E8-9081-805C1FBAC7A3}" srcOrd="1" destOrd="0" presId="urn:microsoft.com/office/officeart/2005/8/layout/arrow2"/>
    <dgm:cxn modelId="{76993029-1761-4F2B-A859-84E094245BD5}" type="presParOf" srcId="{6406BC13-1511-41E8-9081-805C1FBAC7A3}" destId="{457A0953-F181-4B06-AF0A-C0808C4CD75F}" srcOrd="0" destOrd="0" presId="urn:microsoft.com/office/officeart/2005/8/layout/arrow2"/>
    <dgm:cxn modelId="{5A49ACF1-A026-46D0-9CBC-EBC0289F3A4B}" type="presParOf" srcId="{6406BC13-1511-41E8-9081-805C1FBAC7A3}" destId="{B67BA608-CC91-403D-B595-FD9BE5AA5AE1}" srcOrd="1" destOrd="0" presId="urn:microsoft.com/office/officeart/2005/8/layout/arrow2"/>
    <dgm:cxn modelId="{FEC46A22-0709-45F3-9072-1EDDCAC05EB4}" type="presParOf" srcId="{6406BC13-1511-41E8-9081-805C1FBAC7A3}" destId="{AA794E27-4E55-490A-8CD2-0B35A18DCC42}" srcOrd="2" destOrd="0" presId="urn:microsoft.com/office/officeart/2005/8/layout/arrow2"/>
    <dgm:cxn modelId="{2FA034B0-8652-4FFE-B548-A46B34B4B588}" type="presParOf" srcId="{6406BC13-1511-41E8-9081-805C1FBAC7A3}" destId="{F5C30FE8-CE1E-44CD-9D97-E2FB5664DFFE}" srcOrd="3" destOrd="0" presId="urn:microsoft.com/office/officeart/2005/8/layout/arrow2"/>
    <dgm:cxn modelId="{DE6076A8-00FD-4BBF-B497-5089C3838EE5}" type="presParOf" srcId="{6406BC13-1511-41E8-9081-805C1FBAC7A3}" destId="{EF911F41-AEAE-46AB-B50C-C58846304FA1}" srcOrd="4" destOrd="0" presId="urn:microsoft.com/office/officeart/2005/8/layout/arrow2"/>
    <dgm:cxn modelId="{4EAF8B48-AC51-4615-829E-B44127E0F009}" type="presParOf" srcId="{6406BC13-1511-41E8-9081-805C1FBAC7A3}" destId="{4D946C3F-F6D8-49A8-8FD9-FF89BF7A7092}" srcOrd="5" destOrd="0" presId="urn:microsoft.com/office/officeart/2005/8/layout/arrow2"/>
    <dgm:cxn modelId="{3FD71E62-1A92-4F85-9C18-7AE61A6C28D6}" type="presParOf" srcId="{6406BC13-1511-41E8-9081-805C1FBAC7A3}" destId="{8A5021F2-0ED1-4391-9EEF-3804531B7BC1}" srcOrd="6" destOrd="0" presId="urn:microsoft.com/office/officeart/2005/8/layout/arrow2"/>
    <dgm:cxn modelId="{5CA7934A-E92C-4BDD-8D2F-7DDBE10EB8C2}" type="presParOf" srcId="{6406BC13-1511-41E8-9081-805C1FBAC7A3}" destId="{3401F7D5-1554-4357-8F00-FCEA9D6B5FC1}" srcOrd="7" destOrd="0" presId="urn:microsoft.com/office/officeart/2005/8/layout/arrow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28FCE57-185E-41F0-835F-6D922347310A}" type="doc">
      <dgm:prSet loTypeId="urn:microsoft.com/office/officeart/2005/8/layout/arrow2" loCatId="process" qsTypeId="urn:microsoft.com/office/officeart/2005/8/quickstyle/simple1" qsCatId="simple" csTypeId="urn:microsoft.com/office/officeart/2005/8/colors/accent1_2" csCatId="accent1" phldr="1"/>
      <dgm:spPr/>
    </dgm:pt>
    <dgm:pt modelId="{167E852B-525F-47E5-BA16-E210263C955E}">
      <dgm:prSet phldrT="[Text]" custT="1"/>
      <dgm:spPr/>
      <dgm:t>
        <a:bodyPr/>
        <a:lstStyle/>
        <a:p>
          <a:r>
            <a:rPr lang="en-US" sz="2800" dirty="0">
              <a:solidFill>
                <a:srgbClr val="002060"/>
              </a:solidFill>
            </a:rPr>
            <a:t>2001</a:t>
          </a:r>
          <a:br>
            <a:rPr lang="en-US" sz="2800" dirty="0">
              <a:solidFill>
                <a:srgbClr val="002060"/>
              </a:solidFill>
            </a:rPr>
          </a:br>
          <a:r>
            <a:rPr lang="en-US" sz="2800" dirty="0">
              <a:solidFill>
                <a:schemeClr val="tx1"/>
              </a:solidFill>
            </a:rPr>
            <a:t>Mac OS X v10.0 (Cheetah)</a:t>
          </a:r>
          <a:endParaRPr lang="en-US" sz="2800" dirty="0"/>
        </a:p>
      </dgm:t>
    </dgm:pt>
    <dgm:pt modelId="{55F97098-F116-465D-8A8E-89541105A5F6}" type="parTrans" cxnId="{4BE191A3-0715-4087-8F53-10B4CD6241B9}">
      <dgm:prSet/>
      <dgm:spPr/>
      <dgm:t>
        <a:bodyPr/>
        <a:lstStyle/>
        <a:p>
          <a:endParaRPr lang="en-US"/>
        </a:p>
      </dgm:t>
    </dgm:pt>
    <dgm:pt modelId="{1ED2B71C-9B5B-4378-B464-DD8D3B07692F}" type="sibTrans" cxnId="{4BE191A3-0715-4087-8F53-10B4CD6241B9}">
      <dgm:prSet/>
      <dgm:spPr/>
      <dgm:t>
        <a:bodyPr/>
        <a:lstStyle/>
        <a:p>
          <a:endParaRPr lang="en-US"/>
        </a:p>
      </dgm:t>
    </dgm:pt>
    <dgm:pt modelId="{CBA86740-688B-4835-9AB2-32BFF2A04E7E}">
      <dgm:prSet phldrT="[Text]" custT="1"/>
      <dgm:spPr/>
      <dgm:t>
        <a:bodyPr/>
        <a:lstStyle/>
        <a:p>
          <a:r>
            <a:rPr lang="en-US" sz="3200" dirty="0">
              <a:solidFill>
                <a:srgbClr val="002060"/>
              </a:solidFill>
            </a:rPr>
            <a:t>2011</a:t>
          </a:r>
          <a:br>
            <a:rPr lang="en-US" sz="3200" dirty="0">
              <a:solidFill>
                <a:srgbClr val="002060"/>
              </a:solidFill>
            </a:rPr>
          </a:br>
          <a:r>
            <a:rPr lang="en-US" sz="2800" dirty="0">
              <a:solidFill>
                <a:schemeClr val="tx1"/>
              </a:solidFill>
            </a:rPr>
            <a:t>Mac OS X v10.7 (Lion)</a:t>
          </a:r>
        </a:p>
      </dgm:t>
    </dgm:pt>
    <dgm:pt modelId="{6617BDE7-2B62-4718-92CE-FDF9BBFBB59E}" type="parTrans" cxnId="{EF4C7E4D-B054-4461-A8F7-EA53E8C63761}">
      <dgm:prSet/>
      <dgm:spPr/>
      <dgm:t>
        <a:bodyPr/>
        <a:lstStyle/>
        <a:p>
          <a:endParaRPr lang="en-US"/>
        </a:p>
      </dgm:t>
    </dgm:pt>
    <dgm:pt modelId="{5F20AB9B-4892-459B-AB52-EFE2D67BC43C}" type="sibTrans" cxnId="{EF4C7E4D-B054-4461-A8F7-EA53E8C63761}">
      <dgm:prSet/>
      <dgm:spPr/>
      <dgm:t>
        <a:bodyPr/>
        <a:lstStyle/>
        <a:p>
          <a:endParaRPr lang="en-US"/>
        </a:p>
      </dgm:t>
    </dgm:pt>
    <dgm:pt modelId="{18BEA18B-3FEB-4F43-92D7-2F07F824F396}">
      <dgm:prSet phldrT="[Text]" custT="1"/>
      <dgm:spPr/>
      <dgm:t>
        <a:bodyPr/>
        <a:lstStyle/>
        <a:p>
          <a:r>
            <a:rPr lang="en-US" sz="2900" dirty="0">
              <a:solidFill>
                <a:srgbClr val="002060"/>
              </a:solidFill>
            </a:rPr>
            <a:t>2017</a:t>
          </a:r>
          <a:br>
            <a:rPr lang="en-US" sz="2900" dirty="0">
              <a:solidFill>
                <a:srgbClr val="002060"/>
              </a:solidFill>
            </a:rPr>
          </a:br>
          <a:r>
            <a:rPr lang="en-US" sz="2800" dirty="0">
              <a:solidFill>
                <a:schemeClr val="tx1"/>
              </a:solidFill>
            </a:rPr>
            <a:t>Mac OS X 10.12 (Sierra)</a:t>
          </a:r>
        </a:p>
      </dgm:t>
    </dgm:pt>
    <dgm:pt modelId="{E2D7807E-AD78-4E24-865C-800AB3A2866A}" type="parTrans" cxnId="{562B12B2-CC4F-4EB1-9451-8B66F50A4914}">
      <dgm:prSet/>
      <dgm:spPr/>
      <dgm:t>
        <a:bodyPr/>
        <a:lstStyle/>
        <a:p>
          <a:endParaRPr lang="en-US"/>
        </a:p>
      </dgm:t>
    </dgm:pt>
    <dgm:pt modelId="{6C39477C-3D4B-483A-B2BC-C54FEAD61AE7}" type="sibTrans" cxnId="{562B12B2-CC4F-4EB1-9451-8B66F50A4914}">
      <dgm:prSet/>
      <dgm:spPr/>
      <dgm:t>
        <a:bodyPr/>
        <a:lstStyle/>
        <a:p>
          <a:endParaRPr lang="en-US"/>
        </a:p>
      </dgm:t>
    </dgm:pt>
    <dgm:pt modelId="{CE532EC8-0E7A-4558-AF34-DAA5B057D5D7}" type="pres">
      <dgm:prSet presAssocID="{028FCE57-185E-41F0-835F-6D922347310A}" presName="arrowDiagram" presStyleCnt="0">
        <dgm:presLayoutVars>
          <dgm:chMax val="5"/>
          <dgm:dir/>
          <dgm:resizeHandles val="exact"/>
        </dgm:presLayoutVars>
      </dgm:prSet>
      <dgm:spPr/>
    </dgm:pt>
    <dgm:pt modelId="{F0D09D50-2174-410A-88CF-86E450D2135A}" type="pres">
      <dgm:prSet presAssocID="{028FCE57-185E-41F0-835F-6D922347310A}" presName="arrow" presStyleLbl="bgShp" presStyleIdx="0" presStyleCnt="1"/>
      <dgm:spPr/>
    </dgm:pt>
    <dgm:pt modelId="{92089F45-3198-4A24-8654-BA80B42C8533}" type="pres">
      <dgm:prSet presAssocID="{028FCE57-185E-41F0-835F-6D922347310A}" presName="arrowDiagram3" presStyleCnt="0"/>
      <dgm:spPr/>
    </dgm:pt>
    <dgm:pt modelId="{70B6418E-A8A4-43FD-8BAE-1CB70EFD9090}" type="pres">
      <dgm:prSet presAssocID="{167E852B-525F-47E5-BA16-E210263C955E}" presName="bullet3a" presStyleLbl="node1" presStyleIdx="0" presStyleCnt="3"/>
      <dgm:spPr/>
    </dgm:pt>
    <dgm:pt modelId="{AB5A4E7E-E18F-4A3C-A562-AC6CFA1430EA}" type="pres">
      <dgm:prSet presAssocID="{167E852B-525F-47E5-BA16-E210263C955E}" presName="textBox3a" presStyleLbl="revTx" presStyleIdx="0" presStyleCnt="3">
        <dgm:presLayoutVars>
          <dgm:bulletEnabled val="1"/>
        </dgm:presLayoutVars>
      </dgm:prSet>
      <dgm:spPr/>
    </dgm:pt>
    <dgm:pt modelId="{53A73D59-C164-4E02-86CE-286DD62D7B4F}" type="pres">
      <dgm:prSet presAssocID="{CBA86740-688B-4835-9AB2-32BFF2A04E7E}" presName="bullet3b" presStyleLbl="node1" presStyleIdx="1" presStyleCnt="3"/>
      <dgm:spPr/>
    </dgm:pt>
    <dgm:pt modelId="{1258BC59-162B-4535-B262-E37B43C03B51}" type="pres">
      <dgm:prSet presAssocID="{CBA86740-688B-4835-9AB2-32BFF2A04E7E}" presName="textBox3b" presStyleLbl="revTx" presStyleIdx="1" presStyleCnt="3">
        <dgm:presLayoutVars>
          <dgm:bulletEnabled val="1"/>
        </dgm:presLayoutVars>
      </dgm:prSet>
      <dgm:spPr/>
    </dgm:pt>
    <dgm:pt modelId="{09477F6A-C3ED-445B-91EE-74130F63B362}" type="pres">
      <dgm:prSet presAssocID="{18BEA18B-3FEB-4F43-92D7-2F07F824F396}" presName="bullet3c" presStyleLbl="node1" presStyleIdx="2" presStyleCnt="3"/>
      <dgm:spPr/>
    </dgm:pt>
    <dgm:pt modelId="{F4835B7D-6087-4F13-A3E3-001FE9B21933}" type="pres">
      <dgm:prSet presAssocID="{18BEA18B-3FEB-4F43-92D7-2F07F824F396}" presName="textBox3c" presStyleLbl="revTx" presStyleIdx="2" presStyleCnt="3" custScaleX="110237" custLinFactNeighborX="3060" custLinFactNeighborY="422">
        <dgm:presLayoutVars>
          <dgm:bulletEnabled val="1"/>
        </dgm:presLayoutVars>
      </dgm:prSet>
      <dgm:spPr/>
    </dgm:pt>
  </dgm:ptLst>
  <dgm:cxnLst>
    <dgm:cxn modelId="{445D631D-C24E-4CC2-B4D5-DD4772833E21}" type="presOf" srcId="{167E852B-525F-47E5-BA16-E210263C955E}" destId="{AB5A4E7E-E18F-4A3C-A562-AC6CFA1430EA}" srcOrd="0" destOrd="0" presId="urn:microsoft.com/office/officeart/2005/8/layout/arrow2"/>
    <dgm:cxn modelId="{EF4C7E4D-B054-4461-A8F7-EA53E8C63761}" srcId="{028FCE57-185E-41F0-835F-6D922347310A}" destId="{CBA86740-688B-4835-9AB2-32BFF2A04E7E}" srcOrd="1" destOrd="0" parTransId="{6617BDE7-2B62-4718-92CE-FDF9BBFBB59E}" sibTransId="{5F20AB9B-4892-459B-AB52-EFE2D67BC43C}"/>
    <dgm:cxn modelId="{0892276E-C090-4A0F-9102-14610A782848}" type="presOf" srcId="{18BEA18B-3FEB-4F43-92D7-2F07F824F396}" destId="{F4835B7D-6087-4F13-A3E3-001FE9B21933}" srcOrd="0" destOrd="0" presId="urn:microsoft.com/office/officeart/2005/8/layout/arrow2"/>
    <dgm:cxn modelId="{4BE191A3-0715-4087-8F53-10B4CD6241B9}" srcId="{028FCE57-185E-41F0-835F-6D922347310A}" destId="{167E852B-525F-47E5-BA16-E210263C955E}" srcOrd="0" destOrd="0" parTransId="{55F97098-F116-465D-8A8E-89541105A5F6}" sibTransId="{1ED2B71C-9B5B-4378-B464-DD8D3B07692F}"/>
    <dgm:cxn modelId="{562B12B2-CC4F-4EB1-9451-8B66F50A4914}" srcId="{028FCE57-185E-41F0-835F-6D922347310A}" destId="{18BEA18B-3FEB-4F43-92D7-2F07F824F396}" srcOrd="2" destOrd="0" parTransId="{E2D7807E-AD78-4E24-865C-800AB3A2866A}" sibTransId="{6C39477C-3D4B-483A-B2BC-C54FEAD61AE7}"/>
    <dgm:cxn modelId="{48A0DFB4-60CE-4A98-9902-AB153AD58905}" type="presOf" srcId="{028FCE57-185E-41F0-835F-6D922347310A}" destId="{CE532EC8-0E7A-4558-AF34-DAA5B057D5D7}" srcOrd="0" destOrd="0" presId="urn:microsoft.com/office/officeart/2005/8/layout/arrow2"/>
    <dgm:cxn modelId="{C3E683FF-72F5-4164-99B6-96DFE907421B}" type="presOf" srcId="{CBA86740-688B-4835-9AB2-32BFF2A04E7E}" destId="{1258BC59-162B-4535-B262-E37B43C03B51}" srcOrd="0" destOrd="0" presId="urn:microsoft.com/office/officeart/2005/8/layout/arrow2"/>
    <dgm:cxn modelId="{800CE3BF-3C2C-4885-957C-BD03C961E225}" type="presParOf" srcId="{CE532EC8-0E7A-4558-AF34-DAA5B057D5D7}" destId="{F0D09D50-2174-410A-88CF-86E450D2135A}" srcOrd="0" destOrd="0" presId="urn:microsoft.com/office/officeart/2005/8/layout/arrow2"/>
    <dgm:cxn modelId="{C669445A-92BF-42D8-8CB8-C9395976E12D}" type="presParOf" srcId="{CE532EC8-0E7A-4558-AF34-DAA5B057D5D7}" destId="{92089F45-3198-4A24-8654-BA80B42C8533}" srcOrd="1" destOrd="0" presId="urn:microsoft.com/office/officeart/2005/8/layout/arrow2"/>
    <dgm:cxn modelId="{E438F234-CB05-4103-8912-DAE192767EE1}" type="presParOf" srcId="{92089F45-3198-4A24-8654-BA80B42C8533}" destId="{70B6418E-A8A4-43FD-8BAE-1CB70EFD9090}" srcOrd="0" destOrd="0" presId="urn:microsoft.com/office/officeart/2005/8/layout/arrow2"/>
    <dgm:cxn modelId="{E983C31C-3103-4BF8-8EF5-753B1C4788DE}" type="presParOf" srcId="{92089F45-3198-4A24-8654-BA80B42C8533}" destId="{AB5A4E7E-E18F-4A3C-A562-AC6CFA1430EA}" srcOrd="1" destOrd="0" presId="urn:microsoft.com/office/officeart/2005/8/layout/arrow2"/>
    <dgm:cxn modelId="{B82E4788-2789-452F-BAD3-9CED9A5DB0BD}" type="presParOf" srcId="{92089F45-3198-4A24-8654-BA80B42C8533}" destId="{53A73D59-C164-4E02-86CE-286DD62D7B4F}" srcOrd="2" destOrd="0" presId="urn:microsoft.com/office/officeart/2005/8/layout/arrow2"/>
    <dgm:cxn modelId="{1E576287-82B3-4545-9FBD-17A44CC779F3}" type="presParOf" srcId="{92089F45-3198-4A24-8654-BA80B42C8533}" destId="{1258BC59-162B-4535-B262-E37B43C03B51}" srcOrd="3" destOrd="0" presId="urn:microsoft.com/office/officeart/2005/8/layout/arrow2"/>
    <dgm:cxn modelId="{38CE003A-6EF5-4279-894F-37089B78C265}" type="presParOf" srcId="{92089F45-3198-4A24-8654-BA80B42C8533}" destId="{09477F6A-C3ED-445B-91EE-74130F63B362}" srcOrd="4" destOrd="0" presId="urn:microsoft.com/office/officeart/2005/8/layout/arrow2"/>
    <dgm:cxn modelId="{C94EBEE1-219D-44B7-9D2B-258A29C6FBE5}" type="presParOf" srcId="{92089F45-3198-4A24-8654-BA80B42C8533}" destId="{F4835B7D-6087-4F13-A3E3-001FE9B21933}" srcOrd="5" destOrd="0" presId="urn:microsoft.com/office/officeart/2005/8/layout/arrow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7524D52-3389-4407-8D4F-37B10BAFEA5B}"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DDACB88D-A425-466E-A5A1-67AE8BB71F35}">
      <dgm:prSet phldrT="[Text]"/>
      <dgm:spPr/>
      <dgm:t>
        <a:bodyPr/>
        <a:lstStyle/>
        <a:p>
          <a:r>
            <a:rPr lang="en-US" dirty="0"/>
            <a:t>Macintosh File System (MFS)</a:t>
          </a:r>
        </a:p>
      </dgm:t>
    </dgm:pt>
    <dgm:pt modelId="{E58A507B-4D7A-4A38-844A-1E9397689F23}" type="parTrans" cxnId="{68D133CB-4CC7-473B-8D64-6B0A5A84E5A9}">
      <dgm:prSet/>
      <dgm:spPr/>
      <dgm:t>
        <a:bodyPr/>
        <a:lstStyle/>
        <a:p>
          <a:endParaRPr lang="en-US"/>
        </a:p>
      </dgm:t>
    </dgm:pt>
    <dgm:pt modelId="{66FB60D8-6389-49DE-92F2-CCA7D48035FE}" type="sibTrans" cxnId="{68D133CB-4CC7-473B-8D64-6B0A5A84E5A9}">
      <dgm:prSet/>
      <dgm:spPr/>
      <dgm:t>
        <a:bodyPr/>
        <a:lstStyle/>
        <a:p>
          <a:endParaRPr lang="en-US"/>
        </a:p>
      </dgm:t>
    </dgm:pt>
    <dgm:pt modelId="{36264880-C10F-4524-BE9C-F75C5B6ED015}">
      <dgm:prSet phldrT="[Text]"/>
      <dgm:spPr/>
      <dgm:t>
        <a:bodyPr/>
        <a:lstStyle/>
        <a:p>
          <a:r>
            <a:rPr lang="en-US" dirty="0"/>
            <a:t>Older technology no longer in use</a:t>
          </a:r>
        </a:p>
      </dgm:t>
    </dgm:pt>
    <dgm:pt modelId="{5F955055-B1B9-4D8F-AF67-EB7D2D8643B9}" type="parTrans" cxnId="{225430DF-A1E4-4266-909F-519CFB99BD20}">
      <dgm:prSet/>
      <dgm:spPr/>
      <dgm:t>
        <a:bodyPr/>
        <a:lstStyle/>
        <a:p>
          <a:endParaRPr lang="en-US"/>
        </a:p>
      </dgm:t>
    </dgm:pt>
    <dgm:pt modelId="{CBD0683E-EACB-42BC-9AB9-351EA4F8325F}" type="sibTrans" cxnId="{225430DF-A1E4-4266-909F-519CFB99BD20}">
      <dgm:prSet/>
      <dgm:spPr/>
      <dgm:t>
        <a:bodyPr/>
        <a:lstStyle/>
        <a:p>
          <a:endParaRPr lang="en-US"/>
        </a:p>
      </dgm:t>
    </dgm:pt>
    <dgm:pt modelId="{9F5C2541-339D-4644-9280-22F04C393462}">
      <dgm:prSet phldrT="[Text]"/>
      <dgm:spPr/>
      <dgm:t>
        <a:bodyPr/>
        <a:lstStyle/>
        <a:p>
          <a:r>
            <a:rPr lang="en-US" dirty="0"/>
            <a:t>Hierarchical File System (HFS)</a:t>
          </a:r>
        </a:p>
      </dgm:t>
    </dgm:pt>
    <dgm:pt modelId="{D117495C-0490-4AF0-978E-1C414B1CF0B3}" type="parTrans" cxnId="{34B8F62E-0500-41DD-9161-3093645D5909}">
      <dgm:prSet/>
      <dgm:spPr/>
      <dgm:t>
        <a:bodyPr/>
        <a:lstStyle/>
        <a:p>
          <a:endParaRPr lang="en-US"/>
        </a:p>
      </dgm:t>
    </dgm:pt>
    <dgm:pt modelId="{62DAAD61-FA66-4990-9929-3D013D366EDD}" type="sibTrans" cxnId="{34B8F62E-0500-41DD-9161-3093645D5909}">
      <dgm:prSet/>
      <dgm:spPr/>
      <dgm:t>
        <a:bodyPr/>
        <a:lstStyle/>
        <a:p>
          <a:endParaRPr lang="en-US"/>
        </a:p>
      </dgm:t>
    </dgm:pt>
    <dgm:pt modelId="{3A41FE6B-1BA5-49D5-8EB8-9B6429205F1F}">
      <dgm:prSet phldrT="[Text]"/>
      <dgm:spPr/>
      <dgm:t>
        <a:bodyPr/>
        <a:lstStyle/>
        <a:p>
          <a:r>
            <a:rPr lang="en-US" dirty="0"/>
            <a:t>Used on Macintosh Plus</a:t>
          </a:r>
        </a:p>
      </dgm:t>
    </dgm:pt>
    <dgm:pt modelId="{7C8FA788-1B65-462F-AB4F-4388C82EB490}" type="parTrans" cxnId="{ADFCA3B0-9A4B-4AFD-B737-B6777DD89B28}">
      <dgm:prSet/>
      <dgm:spPr/>
      <dgm:t>
        <a:bodyPr/>
        <a:lstStyle/>
        <a:p>
          <a:endParaRPr lang="en-US"/>
        </a:p>
      </dgm:t>
    </dgm:pt>
    <dgm:pt modelId="{AC43292A-F34C-4B09-A3F4-2527FDF584CA}" type="sibTrans" cxnId="{ADFCA3B0-9A4B-4AFD-B737-B6777DD89B28}">
      <dgm:prSet/>
      <dgm:spPr/>
      <dgm:t>
        <a:bodyPr/>
        <a:lstStyle/>
        <a:p>
          <a:endParaRPr lang="en-US"/>
        </a:p>
      </dgm:t>
    </dgm:pt>
    <dgm:pt modelId="{E162DA75-5470-4F42-B3EC-353AB57A9BBF}">
      <dgm:prSet phldrT="[Text]"/>
      <dgm:spPr/>
      <dgm:t>
        <a:bodyPr/>
        <a:lstStyle/>
        <a:p>
          <a:r>
            <a:rPr lang="en-US" dirty="0"/>
            <a:t>Hierarchical File System Plus (HFS+)</a:t>
          </a:r>
        </a:p>
      </dgm:t>
    </dgm:pt>
    <dgm:pt modelId="{D2A93A4F-4967-46A5-8ED6-F8777DE0D342}" type="parTrans" cxnId="{AEEBB384-59D6-4F4E-A585-43A17E609BE4}">
      <dgm:prSet/>
      <dgm:spPr/>
      <dgm:t>
        <a:bodyPr/>
        <a:lstStyle/>
        <a:p>
          <a:endParaRPr lang="en-US"/>
        </a:p>
      </dgm:t>
    </dgm:pt>
    <dgm:pt modelId="{6DC671B5-AF39-4F0C-9985-E9A114C968ED}" type="sibTrans" cxnId="{AEEBB384-59D6-4F4E-A585-43A17E609BE4}">
      <dgm:prSet/>
      <dgm:spPr/>
      <dgm:t>
        <a:bodyPr/>
        <a:lstStyle/>
        <a:p>
          <a:endParaRPr lang="en-US"/>
        </a:p>
      </dgm:t>
    </dgm:pt>
    <dgm:pt modelId="{0ABBB3E0-A82E-4E50-9E93-6BC29DE121E7}">
      <dgm:prSet phldrT="[Text]"/>
      <dgm:spPr/>
      <dgm:t>
        <a:bodyPr/>
        <a:lstStyle/>
        <a:p>
          <a:r>
            <a:rPr lang="en-US" dirty="0"/>
            <a:t>Enhancement of HFS</a:t>
          </a:r>
        </a:p>
      </dgm:t>
    </dgm:pt>
    <dgm:pt modelId="{C3D4BB93-67BD-44C6-B95A-BBFC9086D958}" type="parTrans" cxnId="{E88B7619-4A02-4D9A-9690-FB9E60D795CD}">
      <dgm:prSet/>
      <dgm:spPr/>
      <dgm:t>
        <a:bodyPr/>
        <a:lstStyle/>
        <a:p>
          <a:endParaRPr lang="en-US"/>
        </a:p>
      </dgm:t>
    </dgm:pt>
    <dgm:pt modelId="{A2ACBEC8-DCD8-466E-B07B-BFF770ED4846}" type="sibTrans" cxnId="{E88B7619-4A02-4D9A-9690-FB9E60D795CD}">
      <dgm:prSet/>
      <dgm:spPr/>
      <dgm:t>
        <a:bodyPr/>
        <a:lstStyle/>
        <a:p>
          <a:endParaRPr lang="en-US"/>
        </a:p>
      </dgm:t>
    </dgm:pt>
    <dgm:pt modelId="{6B5B4069-BAB5-47F6-9335-B4FCD3F37DA2}">
      <dgm:prSet phldrT="[Text]"/>
      <dgm:spPr/>
      <dgm:t>
        <a:bodyPr/>
        <a:lstStyle/>
        <a:p>
          <a:r>
            <a:rPr lang="en-US" dirty="0"/>
            <a:t>Beginning with Mac OS 8.1, replaced by HFS+</a:t>
          </a:r>
        </a:p>
      </dgm:t>
    </dgm:pt>
    <dgm:pt modelId="{D1D81D75-7A95-4C34-BE12-1414F0423E6D}" type="parTrans" cxnId="{FFE9BDD3-5ED6-41BF-B4D9-CA743B652A47}">
      <dgm:prSet/>
      <dgm:spPr/>
      <dgm:t>
        <a:bodyPr/>
        <a:lstStyle/>
        <a:p>
          <a:endParaRPr lang="en-US"/>
        </a:p>
      </dgm:t>
    </dgm:pt>
    <dgm:pt modelId="{D4F5723B-FB1F-4C17-8723-F43738744FB6}" type="sibTrans" cxnId="{FFE9BDD3-5ED6-41BF-B4D9-CA743B652A47}">
      <dgm:prSet/>
      <dgm:spPr/>
      <dgm:t>
        <a:bodyPr/>
        <a:lstStyle/>
        <a:p>
          <a:endParaRPr lang="en-US"/>
        </a:p>
      </dgm:t>
    </dgm:pt>
    <dgm:pt modelId="{D573A6F1-4852-4361-90DE-FBEA8B1D357F}">
      <dgm:prSet phldrT="[Text]"/>
      <dgm:spPr/>
      <dgm:t>
        <a:bodyPr/>
        <a:lstStyle/>
        <a:p>
          <a:r>
            <a:rPr lang="en-US" dirty="0"/>
            <a:t>Preferred file system on Mac OS X</a:t>
          </a:r>
        </a:p>
      </dgm:t>
    </dgm:pt>
    <dgm:pt modelId="{A9639E13-B433-4ECC-9175-0EA93EA7AEAD}" type="parTrans" cxnId="{62EC181C-9603-4F70-BA19-4740D17356A2}">
      <dgm:prSet/>
      <dgm:spPr/>
      <dgm:t>
        <a:bodyPr/>
        <a:lstStyle/>
        <a:p>
          <a:endParaRPr lang="en-US"/>
        </a:p>
      </dgm:t>
    </dgm:pt>
    <dgm:pt modelId="{C054396A-8F15-4F5A-9D9E-83A954234D62}" type="sibTrans" cxnId="{62EC181C-9603-4F70-BA19-4740D17356A2}">
      <dgm:prSet/>
      <dgm:spPr/>
      <dgm:t>
        <a:bodyPr/>
        <a:lstStyle/>
        <a:p>
          <a:endParaRPr lang="en-US"/>
        </a:p>
      </dgm:t>
    </dgm:pt>
    <dgm:pt modelId="{F0F53B6C-7F32-4A8D-9DB7-0C449136DC2B}" type="pres">
      <dgm:prSet presAssocID="{47524D52-3389-4407-8D4F-37B10BAFEA5B}" presName="Name0" presStyleCnt="0">
        <dgm:presLayoutVars>
          <dgm:dir/>
          <dgm:animLvl val="lvl"/>
          <dgm:resizeHandles val="exact"/>
        </dgm:presLayoutVars>
      </dgm:prSet>
      <dgm:spPr/>
    </dgm:pt>
    <dgm:pt modelId="{0141F8B4-68A0-4EC5-9FD4-6CE5596ECAFB}" type="pres">
      <dgm:prSet presAssocID="{DDACB88D-A425-466E-A5A1-67AE8BB71F35}" presName="linNode" presStyleCnt="0"/>
      <dgm:spPr/>
    </dgm:pt>
    <dgm:pt modelId="{76C1D462-225E-4D3A-870F-C17D8AB0BB95}" type="pres">
      <dgm:prSet presAssocID="{DDACB88D-A425-466E-A5A1-67AE8BB71F35}" presName="parentText" presStyleLbl="node1" presStyleIdx="0" presStyleCnt="3">
        <dgm:presLayoutVars>
          <dgm:chMax val="1"/>
          <dgm:bulletEnabled val="1"/>
        </dgm:presLayoutVars>
      </dgm:prSet>
      <dgm:spPr/>
    </dgm:pt>
    <dgm:pt modelId="{07A6F6A9-8CD0-48FC-B07E-1B511550C6C8}" type="pres">
      <dgm:prSet presAssocID="{DDACB88D-A425-466E-A5A1-67AE8BB71F35}" presName="descendantText" presStyleLbl="alignAccFollowNode1" presStyleIdx="0" presStyleCnt="3">
        <dgm:presLayoutVars>
          <dgm:bulletEnabled val="1"/>
        </dgm:presLayoutVars>
      </dgm:prSet>
      <dgm:spPr/>
    </dgm:pt>
    <dgm:pt modelId="{688F5167-FD56-44C5-922C-CFED344A74D7}" type="pres">
      <dgm:prSet presAssocID="{66FB60D8-6389-49DE-92F2-CCA7D48035FE}" presName="sp" presStyleCnt="0"/>
      <dgm:spPr/>
    </dgm:pt>
    <dgm:pt modelId="{651C0636-25A5-4DE1-A349-DF6752100746}" type="pres">
      <dgm:prSet presAssocID="{9F5C2541-339D-4644-9280-22F04C393462}" presName="linNode" presStyleCnt="0"/>
      <dgm:spPr/>
    </dgm:pt>
    <dgm:pt modelId="{361671D1-6AEF-41BD-9B16-33506E801AB0}" type="pres">
      <dgm:prSet presAssocID="{9F5C2541-339D-4644-9280-22F04C393462}" presName="parentText" presStyleLbl="node1" presStyleIdx="1" presStyleCnt="3">
        <dgm:presLayoutVars>
          <dgm:chMax val="1"/>
          <dgm:bulletEnabled val="1"/>
        </dgm:presLayoutVars>
      </dgm:prSet>
      <dgm:spPr/>
    </dgm:pt>
    <dgm:pt modelId="{F26D3AD4-EA3F-4F1C-9EF7-FE60CB7AC515}" type="pres">
      <dgm:prSet presAssocID="{9F5C2541-339D-4644-9280-22F04C393462}" presName="descendantText" presStyleLbl="alignAccFollowNode1" presStyleIdx="1" presStyleCnt="3">
        <dgm:presLayoutVars>
          <dgm:bulletEnabled val="1"/>
        </dgm:presLayoutVars>
      </dgm:prSet>
      <dgm:spPr/>
    </dgm:pt>
    <dgm:pt modelId="{2B1F9237-FBE6-4900-B712-5E669E972CA0}" type="pres">
      <dgm:prSet presAssocID="{62DAAD61-FA66-4990-9929-3D013D366EDD}" presName="sp" presStyleCnt="0"/>
      <dgm:spPr/>
    </dgm:pt>
    <dgm:pt modelId="{EAFFBAFD-001D-4449-8840-C46C7143D300}" type="pres">
      <dgm:prSet presAssocID="{E162DA75-5470-4F42-B3EC-353AB57A9BBF}" presName="linNode" presStyleCnt="0"/>
      <dgm:spPr/>
    </dgm:pt>
    <dgm:pt modelId="{DC742DFD-44C2-466D-AFAD-45B4D562B995}" type="pres">
      <dgm:prSet presAssocID="{E162DA75-5470-4F42-B3EC-353AB57A9BBF}" presName="parentText" presStyleLbl="node1" presStyleIdx="2" presStyleCnt="3">
        <dgm:presLayoutVars>
          <dgm:chMax val="1"/>
          <dgm:bulletEnabled val="1"/>
        </dgm:presLayoutVars>
      </dgm:prSet>
      <dgm:spPr/>
    </dgm:pt>
    <dgm:pt modelId="{5AA935D7-7149-4F2A-AD26-4990D6D708A4}" type="pres">
      <dgm:prSet presAssocID="{E162DA75-5470-4F42-B3EC-353AB57A9BBF}" presName="descendantText" presStyleLbl="alignAccFollowNode1" presStyleIdx="2" presStyleCnt="3">
        <dgm:presLayoutVars>
          <dgm:bulletEnabled val="1"/>
        </dgm:presLayoutVars>
      </dgm:prSet>
      <dgm:spPr/>
    </dgm:pt>
  </dgm:ptLst>
  <dgm:cxnLst>
    <dgm:cxn modelId="{E88B7619-4A02-4D9A-9690-FB9E60D795CD}" srcId="{E162DA75-5470-4F42-B3EC-353AB57A9BBF}" destId="{0ABBB3E0-A82E-4E50-9E93-6BC29DE121E7}" srcOrd="0" destOrd="0" parTransId="{C3D4BB93-67BD-44C6-B95A-BBFC9086D958}" sibTransId="{A2ACBEC8-DCD8-466E-B07B-BFF770ED4846}"/>
    <dgm:cxn modelId="{62EC181C-9603-4F70-BA19-4740D17356A2}" srcId="{E162DA75-5470-4F42-B3EC-353AB57A9BBF}" destId="{D573A6F1-4852-4361-90DE-FBEA8B1D357F}" srcOrd="1" destOrd="0" parTransId="{A9639E13-B433-4ECC-9175-0EA93EA7AEAD}" sibTransId="{C054396A-8F15-4F5A-9D9E-83A954234D62}"/>
    <dgm:cxn modelId="{882FF62B-D39B-41BE-B38E-4DC54AC5C50A}" type="presOf" srcId="{36264880-C10F-4524-BE9C-F75C5B6ED015}" destId="{07A6F6A9-8CD0-48FC-B07E-1B511550C6C8}" srcOrd="0" destOrd="0" presId="urn:microsoft.com/office/officeart/2005/8/layout/vList5"/>
    <dgm:cxn modelId="{34B8F62E-0500-41DD-9161-3093645D5909}" srcId="{47524D52-3389-4407-8D4F-37B10BAFEA5B}" destId="{9F5C2541-339D-4644-9280-22F04C393462}" srcOrd="1" destOrd="0" parTransId="{D117495C-0490-4AF0-978E-1C414B1CF0B3}" sibTransId="{62DAAD61-FA66-4990-9929-3D013D366EDD}"/>
    <dgm:cxn modelId="{10BA2C36-6526-48AA-BC96-A18A3548FCB4}" type="presOf" srcId="{0ABBB3E0-A82E-4E50-9E93-6BC29DE121E7}" destId="{5AA935D7-7149-4F2A-AD26-4990D6D708A4}" srcOrd="0" destOrd="0" presId="urn:microsoft.com/office/officeart/2005/8/layout/vList5"/>
    <dgm:cxn modelId="{8A477C4A-5139-4387-B034-4DE752FF74BB}" type="presOf" srcId="{D573A6F1-4852-4361-90DE-FBEA8B1D357F}" destId="{5AA935D7-7149-4F2A-AD26-4990D6D708A4}" srcOrd="0" destOrd="1" presId="urn:microsoft.com/office/officeart/2005/8/layout/vList5"/>
    <dgm:cxn modelId="{AEEBB384-59D6-4F4E-A585-43A17E609BE4}" srcId="{47524D52-3389-4407-8D4F-37B10BAFEA5B}" destId="{E162DA75-5470-4F42-B3EC-353AB57A9BBF}" srcOrd="2" destOrd="0" parTransId="{D2A93A4F-4967-46A5-8ED6-F8777DE0D342}" sibTransId="{6DC671B5-AF39-4F0C-9985-E9A114C968ED}"/>
    <dgm:cxn modelId="{3453EF87-1A21-43DF-A4CD-D6D2A5474EBE}" type="presOf" srcId="{9F5C2541-339D-4644-9280-22F04C393462}" destId="{361671D1-6AEF-41BD-9B16-33506E801AB0}" srcOrd="0" destOrd="0" presId="urn:microsoft.com/office/officeart/2005/8/layout/vList5"/>
    <dgm:cxn modelId="{A541A18C-8D0B-4433-BC3C-74D98A8C66E2}" type="presOf" srcId="{47524D52-3389-4407-8D4F-37B10BAFEA5B}" destId="{F0F53B6C-7F32-4A8D-9DB7-0C449136DC2B}" srcOrd="0" destOrd="0" presId="urn:microsoft.com/office/officeart/2005/8/layout/vList5"/>
    <dgm:cxn modelId="{0D2142A8-14A5-498B-8B61-893C6AF50E11}" type="presOf" srcId="{E162DA75-5470-4F42-B3EC-353AB57A9BBF}" destId="{DC742DFD-44C2-466D-AFAD-45B4D562B995}" srcOrd="0" destOrd="0" presId="urn:microsoft.com/office/officeart/2005/8/layout/vList5"/>
    <dgm:cxn modelId="{ADFCA3B0-9A4B-4AFD-B737-B6777DD89B28}" srcId="{9F5C2541-339D-4644-9280-22F04C393462}" destId="{3A41FE6B-1BA5-49D5-8EB8-9B6429205F1F}" srcOrd="0" destOrd="0" parTransId="{7C8FA788-1B65-462F-AB4F-4388C82EB490}" sibTransId="{AC43292A-F34C-4B09-A3F4-2527FDF584CA}"/>
    <dgm:cxn modelId="{2DB94EBD-9C9D-41A7-A0FB-0B6514198E95}" type="presOf" srcId="{6B5B4069-BAB5-47F6-9335-B4FCD3F37DA2}" destId="{F26D3AD4-EA3F-4F1C-9EF7-FE60CB7AC515}" srcOrd="0" destOrd="1" presId="urn:microsoft.com/office/officeart/2005/8/layout/vList5"/>
    <dgm:cxn modelId="{68D133CB-4CC7-473B-8D64-6B0A5A84E5A9}" srcId="{47524D52-3389-4407-8D4F-37B10BAFEA5B}" destId="{DDACB88D-A425-466E-A5A1-67AE8BB71F35}" srcOrd="0" destOrd="0" parTransId="{E58A507B-4D7A-4A38-844A-1E9397689F23}" sibTransId="{66FB60D8-6389-49DE-92F2-CCA7D48035FE}"/>
    <dgm:cxn modelId="{FFE9BDD3-5ED6-41BF-B4D9-CA743B652A47}" srcId="{9F5C2541-339D-4644-9280-22F04C393462}" destId="{6B5B4069-BAB5-47F6-9335-B4FCD3F37DA2}" srcOrd="1" destOrd="0" parTransId="{D1D81D75-7A95-4C34-BE12-1414F0423E6D}" sibTransId="{D4F5723B-FB1F-4C17-8723-F43738744FB6}"/>
    <dgm:cxn modelId="{225430DF-A1E4-4266-909F-519CFB99BD20}" srcId="{DDACB88D-A425-466E-A5A1-67AE8BB71F35}" destId="{36264880-C10F-4524-BE9C-F75C5B6ED015}" srcOrd="0" destOrd="0" parTransId="{5F955055-B1B9-4D8F-AF67-EB7D2D8643B9}" sibTransId="{CBD0683E-EACB-42BC-9AB9-351EA4F8325F}"/>
    <dgm:cxn modelId="{8FCCFCE9-DCA2-4E21-B0B1-07348C820C8D}" type="presOf" srcId="{DDACB88D-A425-466E-A5A1-67AE8BB71F35}" destId="{76C1D462-225E-4D3A-870F-C17D8AB0BB95}" srcOrd="0" destOrd="0" presId="urn:microsoft.com/office/officeart/2005/8/layout/vList5"/>
    <dgm:cxn modelId="{16140FFF-C350-4D4D-9F2C-73BAA2881CA9}" type="presOf" srcId="{3A41FE6B-1BA5-49D5-8EB8-9B6429205F1F}" destId="{F26D3AD4-EA3F-4F1C-9EF7-FE60CB7AC515}" srcOrd="0" destOrd="0" presId="urn:microsoft.com/office/officeart/2005/8/layout/vList5"/>
    <dgm:cxn modelId="{A62219BC-81FD-4D91-97E7-F4319EBAE1AE}" type="presParOf" srcId="{F0F53B6C-7F32-4A8D-9DB7-0C449136DC2B}" destId="{0141F8B4-68A0-4EC5-9FD4-6CE5596ECAFB}" srcOrd="0" destOrd="0" presId="urn:microsoft.com/office/officeart/2005/8/layout/vList5"/>
    <dgm:cxn modelId="{8517BC9B-E72E-4458-8096-E6FC7FBB3874}" type="presParOf" srcId="{0141F8B4-68A0-4EC5-9FD4-6CE5596ECAFB}" destId="{76C1D462-225E-4D3A-870F-C17D8AB0BB95}" srcOrd="0" destOrd="0" presId="urn:microsoft.com/office/officeart/2005/8/layout/vList5"/>
    <dgm:cxn modelId="{E0187AAA-ECA0-47CA-BFB1-F382EC416FF6}" type="presParOf" srcId="{0141F8B4-68A0-4EC5-9FD4-6CE5596ECAFB}" destId="{07A6F6A9-8CD0-48FC-B07E-1B511550C6C8}" srcOrd="1" destOrd="0" presId="urn:microsoft.com/office/officeart/2005/8/layout/vList5"/>
    <dgm:cxn modelId="{8C2E82F9-DA7D-41B2-AF53-65D9B433EB4D}" type="presParOf" srcId="{F0F53B6C-7F32-4A8D-9DB7-0C449136DC2B}" destId="{688F5167-FD56-44C5-922C-CFED344A74D7}" srcOrd="1" destOrd="0" presId="urn:microsoft.com/office/officeart/2005/8/layout/vList5"/>
    <dgm:cxn modelId="{A2956DEF-02A1-49CE-A617-65F4C3EFD591}" type="presParOf" srcId="{F0F53B6C-7F32-4A8D-9DB7-0C449136DC2B}" destId="{651C0636-25A5-4DE1-A349-DF6752100746}" srcOrd="2" destOrd="0" presId="urn:microsoft.com/office/officeart/2005/8/layout/vList5"/>
    <dgm:cxn modelId="{9B29A409-2950-49BF-B064-C771383783FC}" type="presParOf" srcId="{651C0636-25A5-4DE1-A349-DF6752100746}" destId="{361671D1-6AEF-41BD-9B16-33506E801AB0}" srcOrd="0" destOrd="0" presId="urn:microsoft.com/office/officeart/2005/8/layout/vList5"/>
    <dgm:cxn modelId="{B4B04CFD-2C20-4D12-905C-DAF0DAA5F872}" type="presParOf" srcId="{651C0636-25A5-4DE1-A349-DF6752100746}" destId="{F26D3AD4-EA3F-4F1C-9EF7-FE60CB7AC515}" srcOrd="1" destOrd="0" presId="urn:microsoft.com/office/officeart/2005/8/layout/vList5"/>
    <dgm:cxn modelId="{7E1953F0-123F-4FD1-A5D6-3DC5120F5AD7}" type="presParOf" srcId="{F0F53B6C-7F32-4A8D-9DB7-0C449136DC2B}" destId="{2B1F9237-FBE6-4900-B712-5E669E972CA0}" srcOrd="3" destOrd="0" presId="urn:microsoft.com/office/officeart/2005/8/layout/vList5"/>
    <dgm:cxn modelId="{B5F0B6C0-E4B1-4B0F-8DEA-BAC0DD7D8B7E}" type="presParOf" srcId="{F0F53B6C-7F32-4A8D-9DB7-0C449136DC2B}" destId="{EAFFBAFD-001D-4449-8840-C46C7143D300}" srcOrd="4" destOrd="0" presId="urn:microsoft.com/office/officeart/2005/8/layout/vList5"/>
    <dgm:cxn modelId="{45057E49-A2F8-4839-9B69-6240E402310B}" type="presParOf" srcId="{EAFFBAFD-001D-4449-8840-C46C7143D300}" destId="{DC742DFD-44C2-466D-AFAD-45B4D562B995}" srcOrd="0" destOrd="0" presId="urn:microsoft.com/office/officeart/2005/8/layout/vList5"/>
    <dgm:cxn modelId="{0C763DEE-7468-4301-BB26-FF02B98FAB79}" type="presParOf" srcId="{EAFFBAFD-001D-4449-8840-C46C7143D300}" destId="{5AA935D7-7149-4F2A-AD26-4990D6D708A4}"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27E74E7-ED12-49D5-9E1A-48C1BCB3FCDE}"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F5CE410D-D738-4B11-ACA7-BB7A5B804F66}">
      <dgm:prSet phldrT="[Text]"/>
      <dgm:spPr/>
      <dgm:t>
        <a:bodyPr/>
        <a:lstStyle/>
        <a:p>
          <a:r>
            <a:rPr lang="en-US" dirty="0"/>
            <a:t>ISO9660 (extensions)</a:t>
          </a:r>
        </a:p>
      </dgm:t>
    </dgm:pt>
    <dgm:pt modelId="{32FFABE9-BB89-4059-B4AC-1B78591D20DD}" type="parTrans" cxnId="{E10F0C8F-7A4C-499E-902B-7676A9891F77}">
      <dgm:prSet/>
      <dgm:spPr/>
      <dgm:t>
        <a:bodyPr/>
        <a:lstStyle/>
        <a:p>
          <a:endParaRPr lang="en-US"/>
        </a:p>
      </dgm:t>
    </dgm:pt>
    <dgm:pt modelId="{E998CA25-FD09-4C05-B75B-BA59DEB984CD}" type="sibTrans" cxnId="{E10F0C8F-7A4C-499E-902B-7676A9891F77}">
      <dgm:prSet/>
      <dgm:spPr/>
      <dgm:t>
        <a:bodyPr/>
        <a:lstStyle/>
        <a:p>
          <a:endParaRPr lang="en-US"/>
        </a:p>
      </dgm:t>
    </dgm:pt>
    <dgm:pt modelId="{05DE1B1B-7B04-4004-BECF-2BBE6386648D}">
      <dgm:prSet phldrT="[Text]"/>
      <dgm:spPr/>
      <dgm:t>
        <a:bodyPr/>
        <a:lstStyle/>
        <a:p>
          <a:r>
            <a:rPr lang="nn-NO"/>
            <a:t>Microsoft Disk Operating System (MS-DOS)</a:t>
          </a:r>
          <a:endParaRPr lang="en-US" dirty="0"/>
        </a:p>
      </dgm:t>
    </dgm:pt>
    <dgm:pt modelId="{817E2A73-98FE-4B8A-BA1A-205922615678}" type="parTrans" cxnId="{E271E4BC-0A1D-4731-9432-BE7EDD3EE715}">
      <dgm:prSet/>
      <dgm:spPr/>
      <dgm:t>
        <a:bodyPr/>
        <a:lstStyle/>
        <a:p>
          <a:endParaRPr lang="en-US"/>
        </a:p>
      </dgm:t>
    </dgm:pt>
    <dgm:pt modelId="{41071B60-1D57-4A4A-83E3-B90BB4AB1D99}" type="sibTrans" cxnId="{E271E4BC-0A1D-4731-9432-BE7EDD3EE715}">
      <dgm:prSet/>
      <dgm:spPr/>
      <dgm:t>
        <a:bodyPr/>
        <a:lstStyle/>
        <a:p>
          <a:endParaRPr lang="en-US"/>
        </a:p>
      </dgm:t>
    </dgm:pt>
    <dgm:pt modelId="{7542CB09-4105-4B67-8D52-82ACCA475343}">
      <dgm:prSet phldrT="[Text]"/>
      <dgm:spPr/>
      <dgm:t>
        <a:bodyPr/>
        <a:lstStyle/>
        <a:p>
          <a:r>
            <a:rPr lang="en-US" dirty="0"/>
            <a:t>New Technology File System (NTFS)</a:t>
          </a:r>
        </a:p>
      </dgm:t>
    </dgm:pt>
    <dgm:pt modelId="{5E7D361F-E082-41E9-9BED-EE40544A9140}" type="parTrans" cxnId="{FD1A3D1E-C859-46DA-B981-D43BFA599257}">
      <dgm:prSet/>
      <dgm:spPr/>
      <dgm:t>
        <a:bodyPr/>
        <a:lstStyle/>
        <a:p>
          <a:endParaRPr lang="en-US"/>
        </a:p>
      </dgm:t>
    </dgm:pt>
    <dgm:pt modelId="{68FCEEC5-E7AC-4720-8A33-7A708C649EE2}" type="sibTrans" cxnId="{FD1A3D1E-C859-46DA-B981-D43BFA599257}">
      <dgm:prSet/>
      <dgm:spPr/>
      <dgm:t>
        <a:bodyPr/>
        <a:lstStyle/>
        <a:p>
          <a:endParaRPr lang="en-US"/>
        </a:p>
      </dgm:t>
    </dgm:pt>
    <dgm:pt modelId="{C1DEA528-67C6-4D7E-B443-6FFF41F1358A}">
      <dgm:prSet/>
      <dgm:spPr/>
      <dgm:t>
        <a:bodyPr/>
        <a:lstStyle/>
        <a:p>
          <a:r>
            <a:rPr lang="en-US" dirty="0"/>
            <a:t>Universal Disk Format (UDF)</a:t>
          </a:r>
        </a:p>
      </dgm:t>
    </dgm:pt>
    <dgm:pt modelId="{42074CF8-3BBF-45EB-8A6B-DD7FBD1176D3}" type="parTrans" cxnId="{4296FD58-999F-429A-A567-034CF5C0E276}">
      <dgm:prSet/>
      <dgm:spPr/>
      <dgm:t>
        <a:bodyPr/>
        <a:lstStyle/>
        <a:p>
          <a:endParaRPr lang="en-US"/>
        </a:p>
      </dgm:t>
    </dgm:pt>
    <dgm:pt modelId="{9CB3CC1B-29D1-4F15-9962-62B80EFDC826}" type="sibTrans" cxnId="{4296FD58-999F-429A-A567-034CF5C0E276}">
      <dgm:prSet/>
      <dgm:spPr/>
      <dgm:t>
        <a:bodyPr/>
        <a:lstStyle/>
        <a:p>
          <a:endParaRPr lang="en-US"/>
        </a:p>
      </dgm:t>
    </dgm:pt>
    <dgm:pt modelId="{5248E10F-B2C5-4200-A6C7-746A44A9BE7A}">
      <dgm:prSet/>
      <dgm:spPr/>
      <dgm:t>
        <a:bodyPr/>
        <a:lstStyle/>
        <a:p>
          <a:r>
            <a:rPr lang="en-US" dirty="0"/>
            <a:t>UNIX File System (UFS)</a:t>
          </a:r>
        </a:p>
      </dgm:t>
    </dgm:pt>
    <dgm:pt modelId="{30834D26-4F32-4F89-BBCF-C9D712AD9845}" type="parTrans" cxnId="{D3CEF177-0F6C-4C97-8B29-924AA950031C}">
      <dgm:prSet/>
      <dgm:spPr/>
      <dgm:t>
        <a:bodyPr/>
        <a:lstStyle/>
        <a:p>
          <a:endParaRPr lang="en-US"/>
        </a:p>
      </dgm:t>
    </dgm:pt>
    <dgm:pt modelId="{2E683F19-34ED-45F8-949E-9B343F353A6B}" type="sibTrans" cxnId="{D3CEF177-0F6C-4C97-8B29-924AA950031C}">
      <dgm:prSet/>
      <dgm:spPr/>
      <dgm:t>
        <a:bodyPr/>
        <a:lstStyle/>
        <a:p>
          <a:endParaRPr lang="en-US"/>
        </a:p>
      </dgm:t>
    </dgm:pt>
    <dgm:pt modelId="{C86E1757-9E85-4815-872C-F387A4547E49}" type="pres">
      <dgm:prSet presAssocID="{927E74E7-ED12-49D5-9E1A-48C1BCB3FCDE}" presName="linear" presStyleCnt="0">
        <dgm:presLayoutVars>
          <dgm:dir/>
          <dgm:animLvl val="lvl"/>
          <dgm:resizeHandles val="exact"/>
        </dgm:presLayoutVars>
      </dgm:prSet>
      <dgm:spPr/>
    </dgm:pt>
    <dgm:pt modelId="{74D2D2E3-92DD-421B-BEB5-A6EBA226F9A7}" type="pres">
      <dgm:prSet presAssocID="{F5CE410D-D738-4B11-ACA7-BB7A5B804F66}" presName="parentLin" presStyleCnt="0"/>
      <dgm:spPr/>
    </dgm:pt>
    <dgm:pt modelId="{FCB95353-FB5E-4B8E-9A5E-F77365496EB7}" type="pres">
      <dgm:prSet presAssocID="{F5CE410D-D738-4B11-ACA7-BB7A5B804F66}" presName="parentLeftMargin" presStyleLbl="node1" presStyleIdx="0" presStyleCnt="5"/>
      <dgm:spPr/>
    </dgm:pt>
    <dgm:pt modelId="{8F373F8A-3108-4D0B-92C2-1C6BC96BF50C}" type="pres">
      <dgm:prSet presAssocID="{F5CE410D-D738-4B11-ACA7-BB7A5B804F66}" presName="parentText" presStyleLbl="node1" presStyleIdx="0" presStyleCnt="5">
        <dgm:presLayoutVars>
          <dgm:chMax val="0"/>
          <dgm:bulletEnabled val="1"/>
        </dgm:presLayoutVars>
      </dgm:prSet>
      <dgm:spPr/>
    </dgm:pt>
    <dgm:pt modelId="{EE292A5C-96BD-40C0-86A1-4D72B130FA69}" type="pres">
      <dgm:prSet presAssocID="{F5CE410D-D738-4B11-ACA7-BB7A5B804F66}" presName="negativeSpace" presStyleCnt="0"/>
      <dgm:spPr/>
    </dgm:pt>
    <dgm:pt modelId="{BCF47C42-577F-4E34-BFC9-52D710E9C8C3}" type="pres">
      <dgm:prSet presAssocID="{F5CE410D-D738-4B11-ACA7-BB7A5B804F66}" presName="childText" presStyleLbl="conFgAcc1" presStyleIdx="0" presStyleCnt="5">
        <dgm:presLayoutVars>
          <dgm:bulletEnabled val="1"/>
        </dgm:presLayoutVars>
      </dgm:prSet>
      <dgm:spPr/>
    </dgm:pt>
    <dgm:pt modelId="{4D0C163D-CDED-442D-85B4-73F8043E3794}" type="pres">
      <dgm:prSet presAssocID="{E998CA25-FD09-4C05-B75B-BA59DEB984CD}" presName="spaceBetweenRectangles" presStyleCnt="0"/>
      <dgm:spPr/>
    </dgm:pt>
    <dgm:pt modelId="{078F247D-CFA4-4C0A-83EA-33C5CF95B9E6}" type="pres">
      <dgm:prSet presAssocID="{05DE1B1B-7B04-4004-BECF-2BBE6386648D}" presName="parentLin" presStyleCnt="0"/>
      <dgm:spPr/>
    </dgm:pt>
    <dgm:pt modelId="{3CE64E3A-1C4C-4C50-86ED-289FF23E8606}" type="pres">
      <dgm:prSet presAssocID="{05DE1B1B-7B04-4004-BECF-2BBE6386648D}" presName="parentLeftMargin" presStyleLbl="node1" presStyleIdx="0" presStyleCnt="5"/>
      <dgm:spPr/>
    </dgm:pt>
    <dgm:pt modelId="{5B1FB024-6E55-45EA-9273-A4CDBA3B812C}" type="pres">
      <dgm:prSet presAssocID="{05DE1B1B-7B04-4004-BECF-2BBE6386648D}" presName="parentText" presStyleLbl="node1" presStyleIdx="1" presStyleCnt="5">
        <dgm:presLayoutVars>
          <dgm:chMax val="0"/>
          <dgm:bulletEnabled val="1"/>
        </dgm:presLayoutVars>
      </dgm:prSet>
      <dgm:spPr/>
    </dgm:pt>
    <dgm:pt modelId="{330B57E7-E330-456A-82A5-0797A9198C52}" type="pres">
      <dgm:prSet presAssocID="{05DE1B1B-7B04-4004-BECF-2BBE6386648D}" presName="negativeSpace" presStyleCnt="0"/>
      <dgm:spPr/>
    </dgm:pt>
    <dgm:pt modelId="{6D2C0B77-73AF-4DE1-BFD8-09DA8968DBCE}" type="pres">
      <dgm:prSet presAssocID="{05DE1B1B-7B04-4004-BECF-2BBE6386648D}" presName="childText" presStyleLbl="conFgAcc1" presStyleIdx="1" presStyleCnt="5">
        <dgm:presLayoutVars>
          <dgm:bulletEnabled val="1"/>
        </dgm:presLayoutVars>
      </dgm:prSet>
      <dgm:spPr/>
    </dgm:pt>
    <dgm:pt modelId="{7A804D5A-E495-4742-9BC9-67EFBA5F92F5}" type="pres">
      <dgm:prSet presAssocID="{41071B60-1D57-4A4A-83E3-B90BB4AB1D99}" presName="spaceBetweenRectangles" presStyleCnt="0"/>
      <dgm:spPr/>
    </dgm:pt>
    <dgm:pt modelId="{19DA8868-C3ED-4E09-A24A-62F2129D0E35}" type="pres">
      <dgm:prSet presAssocID="{7542CB09-4105-4B67-8D52-82ACCA475343}" presName="parentLin" presStyleCnt="0"/>
      <dgm:spPr/>
    </dgm:pt>
    <dgm:pt modelId="{9703357C-14D6-4E76-B80F-5752121D7DE8}" type="pres">
      <dgm:prSet presAssocID="{7542CB09-4105-4B67-8D52-82ACCA475343}" presName="parentLeftMargin" presStyleLbl="node1" presStyleIdx="1" presStyleCnt="5"/>
      <dgm:spPr/>
    </dgm:pt>
    <dgm:pt modelId="{ED866EBD-E259-430A-B8D9-C28D0347C5BA}" type="pres">
      <dgm:prSet presAssocID="{7542CB09-4105-4B67-8D52-82ACCA475343}" presName="parentText" presStyleLbl="node1" presStyleIdx="2" presStyleCnt="5">
        <dgm:presLayoutVars>
          <dgm:chMax val="0"/>
          <dgm:bulletEnabled val="1"/>
        </dgm:presLayoutVars>
      </dgm:prSet>
      <dgm:spPr/>
    </dgm:pt>
    <dgm:pt modelId="{40A46A34-A16F-4441-9F6B-2E89DEA05A9B}" type="pres">
      <dgm:prSet presAssocID="{7542CB09-4105-4B67-8D52-82ACCA475343}" presName="negativeSpace" presStyleCnt="0"/>
      <dgm:spPr/>
    </dgm:pt>
    <dgm:pt modelId="{4F47432F-DD98-46CB-9C76-6E0EB59BDF91}" type="pres">
      <dgm:prSet presAssocID="{7542CB09-4105-4B67-8D52-82ACCA475343}" presName="childText" presStyleLbl="conFgAcc1" presStyleIdx="2" presStyleCnt="5">
        <dgm:presLayoutVars>
          <dgm:bulletEnabled val="1"/>
        </dgm:presLayoutVars>
      </dgm:prSet>
      <dgm:spPr/>
    </dgm:pt>
    <dgm:pt modelId="{C832CBAA-F58A-4A20-AF5F-0CDC640A947D}" type="pres">
      <dgm:prSet presAssocID="{68FCEEC5-E7AC-4720-8A33-7A708C649EE2}" presName="spaceBetweenRectangles" presStyleCnt="0"/>
      <dgm:spPr/>
    </dgm:pt>
    <dgm:pt modelId="{69DC2095-DC71-4857-A009-D0C8E88A785C}" type="pres">
      <dgm:prSet presAssocID="{C1DEA528-67C6-4D7E-B443-6FFF41F1358A}" presName="parentLin" presStyleCnt="0"/>
      <dgm:spPr/>
    </dgm:pt>
    <dgm:pt modelId="{976A8F57-4046-42B8-80CF-1715D85BA133}" type="pres">
      <dgm:prSet presAssocID="{C1DEA528-67C6-4D7E-B443-6FFF41F1358A}" presName="parentLeftMargin" presStyleLbl="node1" presStyleIdx="2" presStyleCnt="5"/>
      <dgm:spPr/>
    </dgm:pt>
    <dgm:pt modelId="{31AEB983-2C6A-4562-8610-1F1A0836D8C2}" type="pres">
      <dgm:prSet presAssocID="{C1DEA528-67C6-4D7E-B443-6FFF41F1358A}" presName="parentText" presStyleLbl="node1" presStyleIdx="3" presStyleCnt="5">
        <dgm:presLayoutVars>
          <dgm:chMax val="0"/>
          <dgm:bulletEnabled val="1"/>
        </dgm:presLayoutVars>
      </dgm:prSet>
      <dgm:spPr/>
    </dgm:pt>
    <dgm:pt modelId="{0D7D4DF0-48DA-4C90-9954-D439F3B90085}" type="pres">
      <dgm:prSet presAssocID="{C1DEA528-67C6-4D7E-B443-6FFF41F1358A}" presName="negativeSpace" presStyleCnt="0"/>
      <dgm:spPr/>
    </dgm:pt>
    <dgm:pt modelId="{39B12CB7-7513-4612-9995-8574596CFEC3}" type="pres">
      <dgm:prSet presAssocID="{C1DEA528-67C6-4D7E-B443-6FFF41F1358A}" presName="childText" presStyleLbl="conFgAcc1" presStyleIdx="3" presStyleCnt="5">
        <dgm:presLayoutVars>
          <dgm:bulletEnabled val="1"/>
        </dgm:presLayoutVars>
      </dgm:prSet>
      <dgm:spPr/>
    </dgm:pt>
    <dgm:pt modelId="{D218AE6D-3B85-4A84-9DA2-ECFD737A8869}" type="pres">
      <dgm:prSet presAssocID="{9CB3CC1B-29D1-4F15-9962-62B80EFDC826}" presName="spaceBetweenRectangles" presStyleCnt="0"/>
      <dgm:spPr/>
    </dgm:pt>
    <dgm:pt modelId="{C34BB360-D752-4C84-82B2-43C1F03E180B}" type="pres">
      <dgm:prSet presAssocID="{5248E10F-B2C5-4200-A6C7-746A44A9BE7A}" presName="parentLin" presStyleCnt="0"/>
      <dgm:spPr/>
    </dgm:pt>
    <dgm:pt modelId="{74CF8249-B3BE-4B0B-950C-81B81AAA5ED3}" type="pres">
      <dgm:prSet presAssocID="{5248E10F-B2C5-4200-A6C7-746A44A9BE7A}" presName="parentLeftMargin" presStyleLbl="node1" presStyleIdx="3" presStyleCnt="5"/>
      <dgm:spPr/>
    </dgm:pt>
    <dgm:pt modelId="{8BDF27C6-A086-4BD7-A0BA-87A7E217231C}" type="pres">
      <dgm:prSet presAssocID="{5248E10F-B2C5-4200-A6C7-746A44A9BE7A}" presName="parentText" presStyleLbl="node1" presStyleIdx="4" presStyleCnt="5">
        <dgm:presLayoutVars>
          <dgm:chMax val="0"/>
          <dgm:bulletEnabled val="1"/>
        </dgm:presLayoutVars>
      </dgm:prSet>
      <dgm:spPr/>
    </dgm:pt>
    <dgm:pt modelId="{619463E0-9EA9-4FED-A058-F4E35671E6A8}" type="pres">
      <dgm:prSet presAssocID="{5248E10F-B2C5-4200-A6C7-746A44A9BE7A}" presName="negativeSpace" presStyleCnt="0"/>
      <dgm:spPr/>
    </dgm:pt>
    <dgm:pt modelId="{8C91B4B9-36ED-430D-976D-5085B579FB63}" type="pres">
      <dgm:prSet presAssocID="{5248E10F-B2C5-4200-A6C7-746A44A9BE7A}" presName="childText" presStyleLbl="conFgAcc1" presStyleIdx="4" presStyleCnt="5">
        <dgm:presLayoutVars>
          <dgm:bulletEnabled val="1"/>
        </dgm:presLayoutVars>
      </dgm:prSet>
      <dgm:spPr/>
    </dgm:pt>
  </dgm:ptLst>
  <dgm:cxnLst>
    <dgm:cxn modelId="{FD1A3D1E-C859-46DA-B981-D43BFA599257}" srcId="{927E74E7-ED12-49D5-9E1A-48C1BCB3FCDE}" destId="{7542CB09-4105-4B67-8D52-82ACCA475343}" srcOrd="2" destOrd="0" parTransId="{5E7D361F-E082-41E9-9BED-EE40544A9140}" sibTransId="{68FCEEC5-E7AC-4720-8A33-7A708C649EE2}"/>
    <dgm:cxn modelId="{DAFF6332-7368-4B44-B05F-C2F9EB81C11D}" type="presOf" srcId="{C1DEA528-67C6-4D7E-B443-6FFF41F1358A}" destId="{976A8F57-4046-42B8-80CF-1715D85BA133}" srcOrd="0" destOrd="0" presId="urn:microsoft.com/office/officeart/2005/8/layout/list1"/>
    <dgm:cxn modelId="{9681155D-2F49-4768-BA52-F700F6AA9BBD}" type="presOf" srcId="{F5CE410D-D738-4B11-ACA7-BB7A5B804F66}" destId="{8F373F8A-3108-4D0B-92C2-1C6BC96BF50C}" srcOrd="1" destOrd="0" presId="urn:microsoft.com/office/officeart/2005/8/layout/list1"/>
    <dgm:cxn modelId="{A785A962-32A9-4952-90C8-56E9B6D1D3A8}" type="presOf" srcId="{7542CB09-4105-4B67-8D52-82ACCA475343}" destId="{ED866EBD-E259-430A-B8D9-C28D0347C5BA}" srcOrd="1" destOrd="0" presId="urn:microsoft.com/office/officeart/2005/8/layout/list1"/>
    <dgm:cxn modelId="{B25D504C-B8F8-4258-B14F-65BE8935FE5F}" type="presOf" srcId="{C1DEA528-67C6-4D7E-B443-6FFF41F1358A}" destId="{31AEB983-2C6A-4562-8610-1F1A0836D8C2}" srcOrd="1" destOrd="0" presId="urn:microsoft.com/office/officeart/2005/8/layout/list1"/>
    <dgm:cxn modelId="{F7A2A071-51DB-4504-973A-D4CE6CA0DCEF}" type="presOf" srcId="{7542CB09-4105-4B67-8D52-82ACCA475343}" destId="{9703357C-14D6-4E76-B80F-5752121D7DE8}" srcOrd="0" destOrd="0" presId="urn:microsoft.com/office/officeart/2005/8/layout/list1"/>
    <dgm:cxn modelId="{D3CEF177-0F6C-4C97-8B29-924AA950031C}" srcId="{927E74E7-ED12-49D5-9E1A-48C1BCB3FCDE}" destId="{5248E10F-B2C5-4200-A6C7-746A44A9BE7A}" srcOrd="4" destOrd="0" parTransId="{30834D26-4F32-4F89-BBCF-C9D712AD9845}" sibTransId="{2E683F19-34ED-45F8-949E-9B343F353A6B}"/>
    <dgm:cxn modelId="{4296FD58-999F-429A-A567-034CF5C0E276}" srcId="{927E74E7-ED12-49D5-9E1A-48C1BCB3FCDE}" destId="{C1DEA528-67C6-4D7E-B443-6FFF41F1358A}" srcOrd="3" destOrd="0" parTransId="{42074CF8-3BBF-45EB-8A6B-DD7FBD1176D3}" sibTransId="{9CB3CC1B-29D1-4F15-9962-62B80EFDC826}"/>
    <dgm:cxn modelId="{E10F0C8F-7A4C-499E-902B-7676A9891F77}" srcId="{927E74E7-ED12-49D5-9E1A-48C1BCB3FCDE}" destId="{F5CE410D-D738-4B11-ACA7-BB7A5B804F66}" srcOrd="0" destOrd="0" parTransId="{32FFABE9-BB89-4059-B4AC-1B78591D20DD}" sibTransId="{E998CA25-FD09-4C05-B75B-BA59DEB984CD}"/>
    <dgm:cxn modelId="{0751EA9D-735E-4630-BF31-52906FC9CAAC}" type="presOf" srcId="{927E74E7-ED12-49D5-9E1A-48C1BCB3FCDE}" destId="{C86E1757-9E85-4815-872C-F387A4547E49}" srcOrd="0" destOrd="0" presId="urn:microsoft.com/office/officeart/2005/8/layout/list1"/>
    <dgm:cxn modelId="{D7CFE69F-04AC-40F8-81BF-35FCD33FABE4}" type="presOf" srcId="{05DE1B1B-7B04-4004-BECF-2BBE6386648D}" destId="{3CE64E3A-1C4C-4C50-86ED-289FF23E8606}" srcOrd="0" destOrd="0" presId="urn:microsoft.com/office/officeart/2005/8/layout/list1"/>
    <dgm:cxn modelId="{DFD4F3BA-4595-4332-893C-322F76079007}" type="presOf" srcId="{05DE1B1B-7B04-4004-BECF-2BBE6386648D}" destId="{5B1FB024-6E55-45EA-9273-A4CDBA3B812C}" srcOrd="1" destOrd="0" presId="urn:microsoft.com/office/officeart/2005/8/layout/list1"/>
    <dgm:cxn modelId="{BE17C7BC-DF9B-43AC-8183-BA1CB956F1F2}" type="presOf" srcId="{5248E10F-B2C5-4200-A6C7-746A44A9BE7A}" destId="{74CF8249-B3BE-4B0B-950C-81B81AAA5ED3}" srcOrd="0" destOrd="0" presId="urn:microsoft.com/office/officeart/2005/8/layout/list1"/>
    <dgm:cxn modelId="{E271E4BC-0A1D-4731-9432-BE7EDD3EE715}" srcId="{927E74E7-ED12-49D5-9E1A-48C1BCB3FCDE}" destId="{05DE1B1B-7B04-4004-BECF-2BBE6386648D}" srcOrd="1" destOrd="0" parTransId="{817E2A73-98FE-4B8A-BA1A-205922615678}" sibTransId="{41071B60-1D57-4A4A-83E3-B90BB4AB1D99}"/>
    <dgm:cxn modelId="{5B2A5BD2-305E-435E-90CF-C5D17892078C}" type="presOf" srcId="{F5CE410D-D738-4B11-ACA7-BB7A5B804F66}" destId="{FCB95353-FB5E-4B8E-9A5E-F77365496EB7}" srcOrd="0" destOrd="0" presId="urn:microsoft.com/office/officeart/2005/8/layout/list1"/>
    <dgm:cxn modelId="{8A0B8CE7-D514-42E9-9CD2-461F124EC107}" type="presOf" srcId="{5248E10F-B2C5-4200-A6C7-746A44A9BE7A}" destId="{8BDF27C6-A086-4BD7-A0BA-87A7E217231C}" srcOrd="1" destOrd="0" presId="urn:microsoft.com/office/officeart/2005/8/layout/list1"/>
    <dgm:cxn modelId="{E023B7DE-9A0A-4160-8B80-76478423814C}" type="presParOf" srcId="{C86E1757-9E85-4815-872C-F387A4547E49}" destId="{74D2D2E3-92DD-421B-BEB5-A6EBA226F9A7}" srcOrd="0" destOrd="0" presId="urn:microsoft.com/office/officeart/2005/8/layout/list1"/>
    <dgm:cxn modelId="{BCD55143-0CBE-4C13-857F-3F6842D3FB32}" type="presParOf" srcId="{74D2D2E3-92DD-421B-BEB5-A6EBA226F9A7}" destId="{FCB95353-FB5E-4B8E-9A5E-F77365496EB7}" srcOrd="0" destOrd="0" presId="urn:microsoft.com/office/officeart/2005/8/layout/list1"/>
    <dgm:cxn modelId="{F6078858-E270-4A3C-A4F2-227256C6E77A}" type="presParOf" srcId="{74D2D2E3-92DD-421B-BEB5-A6EBA226F9A7}" destId="{8F373F8A-3108-4D0B-92C2-1C6BC96BF50C}" srcOrd="1" destOrd="0" presId="urn:microsoft.com/office/officeart/2005/8/layout/list1"/>
    <dgm:cxn modelId="{CCC3F83F-D368-4A8E-A37B-1FC07CC9A0FF}" type="presParOf" srcId="{C86E1757-9E85-4815-872C-F387A4547E49}" destId="{EE292A5C-96BD-40C0-86A1-4D72B130FA69}" srcOrd="1" destOrd="0" presId="urn:microsoft.com/office/officeart/2005/8/layout/list1"/>
    <dgm:cxn modelId="{D719B2DC-2764-4DDD-8EB1-1FFFCD0FF4B7}" type="presParOf" srcId="{C86E1757-9E85-4815-872C-F387A4547E49}" destId="{BCF47C42-577F-4E34-BFC9-52D710E9C8C3}" srcOrd="2" destOrd="0" presId="urn:microsoft.com/office/officeart/2005/8/layout/list1"/>
    <dgm:cxn modelId="{D6D75F03-A303-497B-A83A-EB977480F4AB}" type="presParOf" srcId="{C86E1757-9E85-4815-872C-F387A4547E49}" destId="{4D0C163D-CDED-442D-85B4-73F8043E3794}" srcOrd="3" destOrd="0" presId="urn:microsoft.com/office/officeart/2005/8/layout/list1"/>
    <dgm:cxn modelId="{65BDF1BB-637E-4F8F-A53F-4EBCE47F5588}" type="presParOf" srcId="{C86E1757-9E85-4815-872C-F387A4547E49}" destId="{078F247D-CFA4-4C0A-83EA-33C5CF95B9E6}" srcOrd="4" destOrd="0" presId="urn:microsoft.com/office/officeart/2005/8/layout/list1"/>
    <dgm:cxn modelId="{A67B8DB2-84BE-49EC-8B43-FDC05F502C85}" type="presParOf" srcId="{078F247D-CFA4-4C0A-83EA-33C5CF95B9E6}" destId="{3CE64E3A-1C4C-4C50-86ED-289FF23E8606}" srcOrd="0" destOrd="0" presId="urn:microsoft.com/office/officeart/2005/8/layout/list1"/>
    <dgm:cxn modelId="{C7DE14D7-88FC-4B1B-B6C0-5D89A9CAB474}" type="presParOf" srcId="{078F247D-CFA4-4C0A-83EA-33C5CF95B9E6}" destId="{5B1FB024-6E55-45EA-9273-A4CDBA3B812C}" srcOrd="1" destOrd="0" presId="urn:microsoft.com/office/officeart/2005/8/layout/list1"/>
    <dgm:cxn modelId="{A9560C8D-25BC-4A0E-9479-638E53413396}" type="presParOf" srcId="{C86E1757-9E85-4815-872C-F387A4547E49}" destId="{330B57E7-E330-456A-82A5-0797A9198C52}" srcOrd="5" destOrd="0" presId="urn:microsoft.com/office/officeart/2005/8/layout/list1"/>
    <dgm:cxn modelId="{5F0E2428-A55E-42C0-BCE9-CB3FE02E51D0}" type="presParOf" srcId="{C86E1757-9E85-4815-872C-F387A4547E49}" destId="{6D2C0B77-73AF-4DE1-BFD8-09DA8968DBCE}" srcOrd="6" destOrd="0" presId="urn:microsoft.com/office/officeart/2005/8/layout/list1"/>
    <dgm:cxn modelId="{FEC219C7-AA40-403E-B349-0FA87C209423}" type="presParOf" srcId="{C86E1757-9E85-4815-872C-F387A4547E49}" destId="{7A804D5A-E495-4742-9BC9-67EFBA5F92F5}" srcOrd="7" destOrd="0" presId="urn:microsoft.com/office/officeart/2005/8/layout/list1"/>
    <dgm:cxn modelId="{6A040744-E9C3-45D5-9E71-14EBBF37DB41}" type="presParOf" srcId="{C86E1757-9E85-4815-872C-F387A4547E49}" destId="{19DA8868-C3ED-4E09-A24A-62F2129D0E35}" srcOrd="8" destOrd="0" presId="urn:microsoft.com/office/officeart/2005/8/layout/list1"/>
    <dgm:cxn modelId="{C33DDD8F-39AE-4E12-BDC6-71CD36710796}" type="presParOf" srcId="{19DA8868-C3ED-4E09-A24A-62F2129D0E35}" destId="{9703357C-14D6-4E76-B80F-5752121D7DE8}" srcOrd="0" destOrd="0" presId="urn:microsoft.com/office/officeart/2005/8/layout/list1"/>
    <dgm:cxn modelId="{5D9B8C80-6366-4977-8124-D323274AC693}" type="presParOf" srcId="{19DA8868-C3ED-4E09-A24A-62F2129D0E35}" destId="{ED866EBD-E259-430A-B8D9-C28D0347C5BA}" srcOrd="1" destOrd="0" presId="urn:microsoft.com/office/officeart/2005/8/layout/list1"/>
    <dgm:cxn modelId="{1E385C14-E0FF-4038-A412-4580F07E04DC}" type="presParOf" srcId="{C86E1757-9E85-4815-872C-F387A4547E49}" destId="{40A46A34-A16F-4441-9F6B-2E89DEA05A9B}" srcOrd="9" destOrd="0" presId="urn:microsoft.com/office/officeart/2005/8/layout/list1"/>
    <dgm:cxn modelId="{57F14ED8-4ECE-4779-B18C-74ECA56D7EF7}" type="presParOf" srcId="{C86E1757-9E85-4815-872C-F387A4547E49}" destId="{4F47432F-DD98-46CB-9C76-6E0EB59BDF91}" srcOrd="10" destOrd="0" presId="urn:microsoft.com/office/officeart/2005/8/layout/list1"/>
    <dgm:cxn modelId="{4229CCA4-706E-4C78-BA4E-6356A3B6CBF9}" type="presParOf" srcId="{C86E1757-9E85-4815-872C-F387A4547E49}" destId="{C832CBAA-F58A-4A20-AF5F-0CDC640A947D}" srcOrd="11" destOrd="0" presId="urn:microsoft.com/office/officeart/2005/8/layout/list1"/>
    <dgm:cxn modelId="{C12FE5C1-2BBE-4BC6-A328-1E6CAA269837}" type="presParOf" srcId="{C86E1757-9E85-4815-872C-F387A4547E49}" destId="{69DC2095-DC71-4857-A009-D0C8E88A785C}" srcOrd="12" destOrd="0" presId="urn:microsoft.com/office/officeart/2005/8/layout/list1"/>
    <dgm:cxn modelId="{6194CF21-DCCC-4C04-8873-0E21BF63F9EE}" type="presParOf" srcId="{69DC2095-DC71-4857-A009-D0C8E88A785C}" destId="{976A8F57-4046-42B8-80CF-1715D85BA133}" srcOrd="0" destOrd="0" presId="urn:microsoft.com/office/officeart/2005/8/layout/list1"/>
    <dgm:cxn modelId="{22AEDB7F-6BB6-4FD9-85B8-9FDB6608CD50}" type="presParOf" srcId="{69DC2095-DC71-4857-A009-D0C8E88A785C}" destId="{31AEB983-2C6A-4562-8610-1F1A0836D8C2}" srcOrd="1" destOrd="0" presId="urn:microsoft.com/office/officeart/2005/8/layout/list1"/>
    <dgm:cxn modelId="{28A22324-C19A-42AD-B9CF-03A49E5C1854}" type="presParOf" srcId="{C86E1757-9E85-4815-872C-F387A4547E49}" destId="{0D7D4DF0-48DA-4C90-9954-D439F3B90085}" srcOrd="13" destOrd="0" presId="urn:microsoft.com/office/officeart/2005/8/layout/list1"/>
    <dgm:cxn modelId="{8D5151C7-5635-4CDA-808A-BBD4173E7F36}" type="presParOf" srcId="{C86E1757-9E85-4815-872C-F387A4547E49}" destId="{39B12CB7-7513-4612-9995-8574596CFEC3}" srcOrd="14" destOrd="0" presId="urn:microsoft.com/office/officeart/2005/8/layout/list1"/>
    <dgm:cxn modelId="{76A0EA4E-75A1-4F7E-8C2C-7A342DF7C451}" type="presParOf" srcId="{C86E1757-9E85-4815-872C-F387A4547E49}" destId="{D218AE6D-3B85-4A84-9DA2-ECFD737A8869}" srcOrd="15" destOrd="0" presId="urn:microsoft.com/office/officeart/2005/8/layout/list1"/>
    <dgm:cxn modelId="{9C7C726C-694A-4682-BC31-467CF0EF7ABE}" type="presParOf" srcId="{C86E1757-9E85-4815-872C-F387A4547E49}" destId="{C34BB360-D752-4C84-82B2-43C1F03E180B}" srcOrd="16" destOrd="0" presId="urn:microsoft.com/office/officeart/2005/8/layout/list1"/>
    <dgm:cxn modelId="{83D64DA5-19F3-4EED-B1E7-6BA93CA93E51}" type="presParOf" srcId="{C34BB360-D752-4C84-82B2-43C1F03E180B}" destId="{74CF8249-B3BE-4B0B-950C-81B81AAA5ED3}" srcOrd="0" destOrd="0" presId="urn:microsoft.com/office/officeart/2005/8/layout/list1"/>
    <dgm:cxn modelId="{8382D91B-8CF0-4A8E-BE50-AC0EC5CA0BCC}" type="presParOf" srcId="{C34BB360-D752-4C84-82B2-43C1F03E180B}" destId="{8BDF27C6-A086-4BD7-A0BA-87A7E217231C}" srcOrd="1" destOrd="0" presId="urn:microsoft.com/office/officeart/2005/8/layout/list1"/>
    <dgm:cxn modelId="{70C8416A-3493-4247-A73A-09DECBDA9A62}" type="presParOf" srcId="{C86E1757-9E85-4815-872C-F387A4547E49}" destId="{619463E0-9EA9-4FED-A058-F4E35671E6A8}" srcOrd="17" destOrd="0" presId="urn:microsoft.com/office/officeart/2005/8/layout/list1"/>
    <dgm:cxn modelId="{8265921D-4E85-4E0E-9424-AB417CA1E7ED}" type="presParOf" srcId="{C86E1757-9E85-4815-872C-F387A4547E49}" destId="{8C91B4B9-36ED-430D-976D-5085B579FB63}" srcOrd="18"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0B040EE-876D-467B-A33A-02CB7896958C}"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0A8055BA-E82E-40E4-A4AE-C472563415D3}">
      <dgm:prSet phldrT="[Text]" custT="1"/>
      <dgm:spPr/>
      <dgm:t>
        <a:bodyPr/>
        <a:lstStyle/>
        <a:p>
          <a:r>
            <a:rPr lang="en-US" sz="3200" dirty="0"/>
            <a:t>GUID Partition Table</a:t>
          </a:r>
        </a:p>
      </dgm:t>
    </dgm:pt>
    <dgm:pt modelId="{16ED69CE-DB08-47F7-9AE9-C8DC39F68A80}" type="parTrans" cxnId="{5DF73B60-3ABF-44B2-8B82-DA955C40086C}">
      <dgm:prSet/>
      <dgm:spPr/>
      <dgm:t>
        <a:bodyPr/>
        <a:lstStyle/>
        <a:p>
          <a:endParaRPr lang="en-US"/>
        </a:p>
      </dgm:t>
    </dgm:pt>
    <dgm:pt modelId="{E0E05413-4B9C-441B-B9FE-A3D0E5C6D8FA}" type="sibTrans" cxnId="{5DF73B60-3ABF-44B2-8B82-DA955C40086C}">
      <dgm:prSet/>
      <dgm:spPr/>
      <dgm:t>
        <a:bodyPr/>
        <a:lstStyle/>
        <a:p>
          <a:endParaRPr lang="en-US"/>
        </a:p>
      </dgm:t>
    </dgm:pt>
    <dgm:pt modelId="{A6A9AC74-4EF9-49FD-B242-C31965982D25}">
      <dgm:prSet phldrT="[Text]" custT="1"/>
      <dgm:spPr/>
      <dgm:t>
        <a:bodyPr/>
        <a:lstStyle/>
        <a:p>
          <a:r>
            <a:rPr lang="en-US" sz="3200" dirty="0"/>
            <a:t>Apple Partition Map</a:t>
          </a:r>
        </a:p>
      </dgm:t>
    </dgm:pt>
    <dgm:pt modelId="{2E0CA158-8EE4-4905-ACBE-438E99D5E336}" type="parTrans" cxnId="{7E934108-B82D-404A-B6C8-5FF6CA0D99EA}">
      <dgm:prSet/>
      <dgm:spPr/>
      <dgm:t>
        <a:bodyPr/>
        <a:lstStyle/>
        <a:p>
          <a:endParaRPr lang="en-US"/>
        </a:p>
      </dgm:t>
    </dgm:pt>
    <dgm:pt modelId="{93FB43F3-2E74-469D-A276-3FE6B770E43B}" type="sibTrans" cxnId="{7E934108-B82D-404A-B6C8-5FF6CA0D99EA}">
      <dgm:prSet/>
      <dgm:spPr/>
      <dgm:t>
        <a:bodyPr/>
        <a:lstStyle/>
        <a:p>
          <a:endParaRPr lang="en-US"/>
        </a:p>
      </dgm:t>
    </dgm:pt>
    <dgm:pt modelId="{07158BF4-B208-42A8-A4FF-4B345FE7BC3B}">
      <dgm:prSet phldrT="[Text]" custT="1"/>
      <dgm:spPr/>
      <dgm:t>
        <a:bodyPr/>
        <a:lstStyle/>
        <a:p>
          <a:r>
            <a:rPr lang="en-US" sz="3200" dirty="0"/>
            <a:t>Master Boot Record (MBR)</a:t>
          </a:r>
        </a:p>
      </dgm:t>
    </dgm:pt>
    <dgm:pt modelId="{97B59C22-FCB8-48A6-A718-2386D8A185C4}" type="parTrans" cxnId="{7FBE3E0C-1085-4532-98BF-D947A7AD92E3}">
      <dgm:prSet/>
      <dgm:spPr/>
      <dgm:t>
        <a:bodyPr/>
        <a:lstStyle/>
        <a:p>
          <a:endParaRPr lang="en-US"/>
        </a:p>
      </dgm:t>
    </dgm:pt>
    <dgm:pt modelId="{08C0D62E-5ACA-43DB-BE00-D810EBCA8658}" type="sibTrans" cxnId="{7FBE3E0C-1085-4532-98BF-D947A7AD92E3}">
      <dgm:prSet/>
      <dgm:spPr/>
      <dgm:t>
        <a:bodyPr/>
        <a:lstStyle/>
        <a:p>
          <a:endParaRPr lang="en-US"/>
        </a:p>
      </dgm:t>
    </dgm:pt>
    <dgm:pt modelId="{D735E34E-068F-4289-9186-5CDD7BFFEB4D}" type="pres">
      <dgm:prSet presAssocID="{40B040EE-876D-467B-A33A-02CB7896958C}" presName="linear" presStyleCnt="0">
        <dgm:presLayoutVars>
          <dgm:dir/>
          <dgm:animLvl val="lvl"/>
          <dgm:resizeHandles val="exact"/>
        </dgm:presLayoutVars>
      </dgm:prSet>
      <dgm:spPr/>
    </dgm:pt>
    <dgm:pt modelId="{B07114CB-8777-499A-9752-80614B63044A}" type="pres">
      <dgm:prSet presAssocID="{0A8055BA-E82E-40E4-A4AE-C472563415D3}" presName="parentLin" presStyleCnt="0"/>
      <dgm:spPr/>
    </dgm:pt>
    <dgm:pt modelId="{56D7EC34-5132-4B9C-8217-7B007C9B6033}" type="pres">
      <dgm:prSet presAssocID="{0A8055BA-E82E-40E4-A4AE-C472563415D3}" presName="parentLeftMargin" presStyleLbl="node1" presStyleIdx="0" presStyleCnt="3"/>
      <dgm:spPr/>
    </dgm:pt>
    <dgm:pt modelId="{9A76796C-A542-45DC-B72C-57385E10E342}" type="pres">
      <dgm:prSet presAssocID="{0A8055BA-E82E-40E4-A4AE-C472563415D3}" presName="parentText" presStyleLbl="node1" presStyleIdx="0" presStyleCnt="3">
        <dgm:presLayoutVars>
          <dgm:chMax val="0"/>
          <dgm:bulletEnabled val="1"/>
        </dgm:presLayoutVars>
      </dgm:prSet>
      <dgm:spPr/>
    </dgm:pt>
    <dgm:pt modelId="{96AF42DC-1456-4AC1-9AEA-123417F88A4A}" type="pres">
      <dgm:prSet presAssocID="{0A8055BA-E82E-40E4-A4AE-C472563415D3}" presName="negativeSpace" presStyleCnt="0"/>
      <dgm:spPr/>
    </dgm:pt>
    <dgm:pt modelId="{D17B96C8-86B9-46D8-B38E-8D330CB789AD}" type="pres">
      <dgm:prSet presAssocID="{0A8055BA-E82E-40E4-A4AE-C472563415D3}" presName="childText" presStyleLbl="conFgAcc1" presStyleIdx="0" presStyleCnt="3">
        <dgm:presLayoutVars>
          <dgm:bulletEnabled val="1"/>
        </dgm:presLayoutVars>
      </dgm:prSet>
      <dgm:spPr/>
    </dgm:pt>
    <dgm:pt modelId="{9BCE20CF-8668-45FE-9F17-1D5AB1225C3D}" type="pres">
      <dgm:prSet presAssocID="{E0E05413-4B9C-441B-B9FE-A3D0E5C6D8FA}" presName="spaceBetweenRectangles" presStyleCnt="0"/>
      <dgm:spPr/>
    </dgm:pt>
    <dgm:pt modelId="{4D30BFBE-5A50-40EF-9F13-4084415588CB}" type="pres">
      <dgm:prSet presAssocID="{A6A9AC74-4EF9-49FD-B242-C31965982D25}" presName="parentLin" presStyleCnt="0"/>
      <dgm:spPr/>
    </dgm:pt>
    <dgm:pt modelId="{1073ECDB-B134-44B8-A36F-265431E783D6}" type="pres">
      <dgm:prSet presAssocID="{A6A9AC74-4EF9-49FD-B242-C31965982D25}" presName="parentLeftMargin" presStyleLbl="node1" presStyleIdx="0" presStyleCnt="3"/>
      <dgm:spPr/>
    </dgm:pt>
    <dgm:pt modelId="{7A845E01-6208-4031-9426-19378A84E70A}" type="pres">
      <dgm:prSet presAssocID="{A6A9AC74-4EF9-49FD-B242-C31965982D25}" presName="parentText" presStyleLbl="node1" presStyleIdx="1" presStyleCnt="3">
        <dgm:presLayoutVars>
          <dgm:chMax val="0"/>
          <dgm:bulletEnabled val="1"/>
        </dgm:presLayoutVars>
      </dgm:prSet>
      <dgm:spPr/>
    </dgm:pt>
    <dgm:pt modelId="{B20DD2A2-A98C-4EBD-B17F-003AC7D408A4}" type="pres">
      <dgm:prSet presAssocID="{A6A9AC74-4EF9-49FD-B242-C31965982D25}" presName="negativeSpace" presStyleCnt="0"/>
      <dgm:spPr/>
    </dgm:pt>
    <dgm:pt modelId="{148D2A3B-07F7-49CE-AAE2-779B9B9C32E3}" type="pres">
      <dgm:prSet presAssocID="{A6A9AC74-4EF9-49FD-B242-C31965982D25}" presName="childText" presStyleLbl="conFgAcc1" presStyleIdx="1" presStyleCnt="3">
        <dgm:presLayoutVars>
          <dgm:bulletEnabled val="1"/>
        </dgm:presLayoutVars>
      </dgm:prSet>
      <dgm:spPr/>
    </dgm:pt>
    <dgm:pt modelId="{766F27B2-C8FE-47E0-933B-F14858153E6A}" type="pres">
      <dgm:prSet presAssocID="{93FB43F3-2E74-469D-A276-3FE6B770E43B}" presName="spaceBetweenRectangles" presStyleCnt="0"/>
      <dgm:spPr/>
    </dgm:pt>
    <dgm:pt modelId="{F72CB37F-E399-4F14-9F9C-BC8ECF6A7549}" type="pres">
      <dgm:prSet presAssocID="{07158BF4-B208-42A8-A4FF-4B345FE7BC3B}" presName="parentLin" presStyleCnt="0"/>
      <dgm:spPr/>
    </dgm:pt>
    <dgm:pt modelId="{8EBDE4DD-10CE-463F-8BF8-8730B0F42792}" type="pres">
      <dgm:prSet presAssocID="{07158BF4-B208-42A8-A4FF-4B345FE7BC3B}" presName="parentLeftMargin" presStyleLbl="node1" presStyleIdx="1" presStyleCnt="3"/>
      <dgm:spPr/>
    </dgm:pt>
    <dgm:pt modelId="{55374078-7BF7-4919-9BE0-0336786664AE}" type="pres">
      <dgm:prSet presAssocID="{07158BF4-B208-42A8-A4FF-4B345FE7BC3B}" presName="parentText" presStyleLbl="node1" presStyleIdx="2" presStyleCnt="3">
        <dgm:presLayoutVars>
          <dgm:chMax val="0"/>
          <dgm:bulletEnabled val="1"/>
        </dgm:presLayoutVars>
      </dgm:prSet>
      <dgm:spPr/>
    </dgm:pt>
    <dgm:pt modelId="{3E10CE5C-A2A6-49E5-997F-6287E4B51DAC}" type="pres">
      <dgm:prSet presAssocID="{07158BF4-B208-42A8-A4FF-4B345FE7BC3B}" presName="negativeSpace" presStyleCnt="0"/>
      <dgm:spPr/>
    </dgm:pt>
    <dgm:pt modelId="{A35085CB-5445-4569-8B32-83FED37F48E2}" type="pres">
      <dgm:prSet presAssocID="{07158BF4-B208-42A8-A4FF-4B345FE7BC3B}" presName="childText" presStyleLbl="conFgAcc1" presStyleIdx="2" presStyleCnt="3">
        <dgm:presLayoutVars>
          <dgm:bulletEnabled val="1"/>
        </dgm:presLayoutVars>
      </dgm:prSet>
      <dgm:spPr/>
    </dgm:pt>
  </dgm:ptLst>
  <dgm:cxnLst>
    <dgm:cxn modelId="{7E934108-B82D-404A-B6C8-5FF6CA0D99EA}" srcId="{40B040EE-876D-467B-A33A-02CB7896958C}" destId="{A6A9AC74-4EF9-49FD-B242-C31965982D25}" srcOrd="1" destOrd="0" parTransId="{2E0CA158-8EE4-4905-ACBE-438E99D5E336}" sibTransId="{93FB43F3-2E74-469D-A276-3FE6B770E43B}"/>
    <dgm:cxn modelId="{7FBE3E0C-1085-4532-98BF-D947A7AD92E3}" srcId="{40B040EE-876D-467B-A33A-02CB7896958C}" destId="{07158BF4-B208-42A8-A4FF-4B345FE7BC3B}" srcOrd="2" destOrd="0" parTransId="{97B59C22-FCB8-48A6-A718-2386D8A185C4}" sibTransId="{08C0D62E-5ACA-43DB-BE00-D810EBCA8658}"/>
    <dgm:cxn modelId="{E06F3211-E20C-472C-937A-3A4DC861431A}" type="presOf" srcId="{A6A9AC74-4EF9-49FD-B242-C31965982D25}" destId="{7A845E01-6208-4031-9426-19378A84E70A}" srcOrd="1" destOrd="0" presId="urn:microsoft.com/office/officeart/2005/8/layout/list1"/>
    <dgm:cxn modelId="{5DF73B60-3ABF-44B2-8B82-DA955C40086C}" srcId="{40B040EE-876D-467B-A33A-02CB7896958C}" destId="{0A8055BA-E82E-40E4-A4AE-C472563415D3}" srcOrd="0" destOrd="0" parTransId="{16ED69CE-DB08-47F7-9AE9-C8DC39F68A80}" sibTransId="{E0E05413-4B9C-441B-B9FE-A3D0E5C6D8FA}"/>
    <dgm:cxn modelId="{2FC57360-E771-4D85-AF79-9821681270FC}" type="presOf" srcId="{0A8055BA-E82E-40E4-A4AE-C472563415D3}" destId="{56D7EC34-5132-4B9C-8217-7B007C9B6033}" srcOrd="0" destOrd="0" presId="urn:microsoft.com/office/officeart/2005/8/layout/list1"/>
    <dgm:cxn modelId="{96230F62-F7F2-4747-965B-09355E30F359}" type="presOf" srcId="{0A8055BA-E82E-40E4-A4AE-C472563415D3}" destId="{9A76796C-A542-45DC-B72C-57385E10E342}" srcOrd="1" destOrd="0" presId="urn:microsoft.com/office/officeart/2005/8/layout/list1"/>
    <dgm:cxn modelId="{C52E7D6F-3822-466B-AF24-C2F4B6B9E56C}" type="presOf" srcId="{A6A9AC74-4EF9-49FD-B242-C31965982D25}" destId="{1073ECDB-B134-44B8-A36F-265431E783D6}" srcOrd="0" destOrd="0" presId="urn:microsoft.com/office/officeart/2005/8/layout/list1"/>
    <dgm:cxn modelId="{D93DBEB8-01FD-4FB2-A9D5-7922AB1FAA1C}" type="presOf" srcId="{40B040EE-876D-467B-A33A-02CB7896958C}" destId="{D735E34E-068F-4289-9186-5CDD7BFFEB4D}" srcOrd="0" destOrd="0" presId="urn:microsoft.com/office/officeart/2005/8/layout/list1"/>
    <dgm:cxn modelId="{6DF862D5-C097-414B-9BCB-5B7B1AA20944}" type="presOf" srcId="{07158BF4-B208-42A8-A4FF-4B345FE7BC3B}" destId="{8EBDE4DD-10CE-463F-8BF8-8730B0F42792}" srcOrd="0" destOrd="0" presId="urn:microsoft.com/office/officeart/2005/8/layout/list1"/>
    <dgm:cxn modelId="{F59C0AF2-93C8-4EE6-AB11-1BFA5C2DBE9B}" type="presOf" srcId="{07158BF4-B208-42A8-A4FF-4B345FE7BC3B}" destId="{55374078-7BF7-4919-9BE0-0336786664AE}" srcOrd="1" destOrd="0" presId="urn:microsoft.com/office/officeart/2005/8/layout/list1"/>
    <dgm:cxn modelId="{6F2EB77F-DF79-4368-98E9-5AFCDFC2BC03}" type="presParOf" srcId="{D735E34E-068F-4289-9186-5CDD7BFFEB4D}" destId="{B07114CB-8777-499A-9752-80614B63044A}" srcOrd="0" destOrd="0" presId="urn:microsoft.com/office/officeart/2005/8/layout/list1"/>
    <dgm:cxn modelId="{58D51F20-B4E7-4361-B0E5-D848122ADB35}" type="presParOf" srcId="{B07114CB-8777-499A-9752-80614B63044A}" destId="{56D7EC34-5132-4B9C-8217-7B007C9B6033}" srcOrd="0" destOrd="0" presId="urn:microsoft.com/office/officeart/2005/8/layout/list1"/>
    <dgm:cxn modelId="{64131B62-105B-4B9C-8786-CBE911EC1E6B}" type="presParOf" srcId="{B07114CB-8777-499A-9752-80614B63044A}" destId="{9A76796C-A542-45DC-B72C-57385E10E342}" srcOrd="1" destOrd="0" presId="urn:microsoft.com/office/officeart/2005/8/layout/list1"/>
    <dgm:cxn modelId="{76B6A513-0BED-4372-AEA7-168DF3786438}" type="presParOf" srcId="{D735E34E-068F-4289-9186-5CDD7BFFEB4D}" destId="{96AF42DC-1456-4AC1-9AEA-123417F88A4A}" srcOrd="1" destOrd="0" presId="urn:microsoft.com/office/officeart/2005/8/layout/list1"/>
    <dgm:cxn modelId="{6997CFD7-FF43-4E29-801D-2A9BDACFE552}" type="presParOf" srcId="{D735E34E-068F-4289-9186-5CDD7BFFEB4D}" destId="{D17B96C8-86B9-46D8-B38E-8D330CB789AD}" srcOrd="2" destOrd="0" presId="urn:microsoft.com/office/officeart/2005/8/layout/list1"/>
    <dgm:cxn modelId="{1E37E488-18FB-4592-B96B-1BEE52D5A38A}" type="presParOf" srcId="{D735E34E-068F-4289-9186-5CDD7BFFEB4D}" destId="{9BCE20CF-8668-45FE-9F17-1D5AB1225C3D}" srcOrd="3" destOrd="0" presId="urn:microsoft.com/office/officeart/2005/8/layout/list1"/>
    <dgm:cxn modelId="{D9956439-6CA0-454C-8978-4460E9ED48A8}" type="presParOf" srcId="{D735E34E-068F-4289-9186-5CDD7BFFEB4D}" destId="{4D30BFBE-5A50-40EF-9F13-4084415588CB}" srcOrd="4" destOrd="0" presId="urn:microsoft.com/office/officeart/2005/8/layout/list1"/>
    <dgm:cxn modelId="{90406A9C-C2CE-4984-9F38-CDC3C2BD7F64}" type="presParOf" srcId="{4D30BFBE-5A50-40EF-9F13-4084415588CB}" destId="{1073ECDB-B134-44B8-A36F-265431E783D6}" srcOrd="0" destOrd="0" presId="urn:microsoft.com/office/officeart/2005/8/layout/list1"/>
    <dgm:cxn modelId="{5BAFF3B2-CD16-4BB2-8915-CA3143E4D707}" type="presParOf" srcId="{4D30BFBE-5A50-40EF-9F13-4084415588CB}" destId="{7A845E01-6208-4031-9426-19378A84E70A}" srcOrd="1" destOrd="0" presId="urn:microsoft.com/office/officeart/2005/8/layout/list1"/>
    <dgm:cxn modelId="{5CC562AE-E01F-4388-B1CE-0E8AEB58F9CA}" type="presParOf" srcId="{D735E34E-068F-4289-9186-5CDD7BFFEB4D}" destId="{B20DD2A2-A98C-4EBD-B17F-003AC7D408A4}" srcOrd="5" destOrd="0" presId="urn:microsoft.com/office/officeart/2005/8/layout/list1"/>
    <dgm:cxn modelId="{16B3B2B3-E4D6-42B6-ACA2-7C5AB241AA55}" type="presParOf" srcId="{D735E34E-068F-4289-9186-5CDD7BFFEB4D}" destId="{148D2A3B-07F7-49CE-AAE2-779B9B9C32E3}" srcOrd="6" destOrd="0" presId="urn:microsoft.com/office/officeart/2005/8/layout/list1"/>
    <dgm:cxn modelId="{5BBE945F-F118-4931-873D-23FA57FB047C}" type="presParOf" srcId="{D735E34E-068F-4289-9186-5CDD7BFFEB4D}" destId="{766F27B2-C8FE-47E0-933B-F14858153E6A}" srcOrd="7" destOrd="0" presId="urn:microsoft.com/office/officeart/2005/8/layout/list1"/>
    <dgm:cxn modelId="{CD84F9F2-24E3-4DA0-9859-24BAE8944BD8}" type="presParOf" srcId="{D735E34E-068F-4289-9186-5CDD7BFFEB4D}" destId="{F72CB37F-E399-4F14-9F9C-BC8ECF6A7549}" srcOrd="8" destOrd="0" presId="urn:microsoft.com/office/officeart/2005/8/layout/list1"/>
    <dgm:cxn modelId="{4A5224C7-C650-4C12-B545-70A72136CF86}" type="presParOf" srcId="{F72CB37F-E399-4F14-9F9C-BC8ECF6A7549}" destId="{8EBDE4DD-10CE-463F-8BF8-8730B0F42792}" srcOrd="0" destOrd="0" presId="urn:microsoft.com/office/officeart/2005/8/layout/list1"/>
    <dgm:cxn modelId="{9121CC0C-7694-4D58-B5D1-BFD8518F7C58}" type="presParOf" srcId="{F72CB37F-E399-4F14-9F9C-BC8ECF6A7549}" destId="{55374078-7BF7-4919-9BE0-0336786664AE}" srcOrd="1" destOrd="0" presId="urn:microsoft.com/office/officeart/2005/8/layout/list1"/>
    <dgm:cxn modelId="{CF6052BA-D5A1-486A-BC85-78786B0290FE}" type="presParOf" srcId="{D735E34E-068F-4289-9186-5CDD7BFFEB4D}" destId="{3E10CE5C-A2A6-49E5-997F-6287E4B51DAC}" srcOrd="9" destOrd="0" presId="urn:microsoft.com/office/officeart/2005/8/layout/list1"/>
    <dgm:cxn modelId="{3CC8F63B-B372-41CD-BD04-242D34A4908D}" type="presParOf" srcId="{D735E34E-068F-4289-9186-5CDD7BFFEB4D}" destId="{A35085CB-5445-4569-8B32-83FED37F48E2}"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D6ECC43-6134-4C21-A76D-2AB3652A44A4}"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CFE8280D-2E24-430B-84B6-7BE0FB6934A3}">
      <dgm:prSet phldrT="[Text]"/>
      <dgm:spPr/>
      <dgm:t>
        <a:bodyPr/>
        <a:lstStyle/>
        <a:p>
          <a:r>
            <a:rPr lang="en-US" dirty="0"/>
            <a:t>/var/log/</a:t>
          </a:r>
        </a:p>
      </dgm:t>
    </dgm:pt>
    <dgm:pt modelId="{8C6CC89A-76F3-4D9B-97BA-D5A07DB239F5}" type="parTrans" cxnId="{A2BA006B-9B59-4922-B692-7FD6F60167C3}">
      <dgm:prSet/>
      <dgm:spPr/>
      <dgm:t>
        <a:bodyPr/>
        <a:lstStyle/>
        <a:p>
          <a:endParaRPr lang="en-US"/>
        </a:p>
      </dgm:t>
    </dgm:pt>
    <dgm:pt modelId="{4B3D7901-A816-4FA3-B07F-37BDEC2702E3}" type="sibTrans" cxnId="{A2BA006B-9B59-4922-B692-7FD6F60167C3}">
      <dgm:prSet/>
      <dgm:spPr/>
      <dgm:t>
        <a:bodyPr/>
        <a:lstStyle/>
        <a:p>
          <a:endParaRPr lang="en-US"/>
        </a:p>
      </dgm:t>
    </dgm:pt>
    <dgm:pt modelId="{009CD0FE-7451-4997-B3C9-8A83A62116C8}">
      <dgm:prSet phldrT="[Text]"/>
      <dgm:spPr/>
      <dgm:t>
        <a:bodyPr/>
        <a:lstStyle/>
        <a:p>
          <a:r>
            <a:rPr lang="en-US" dirty="0"/>
            <a:t>General log repository</a:t>
          </a:r>
        </a:p>
      </dgm:t>
    </dgm:pt>
    <dgm:pt modelId="{D3F1531F-DE54-486A-B84F-BE51A3934842}" type="parTrans" cxnId="{3612E456-36F6-481A-8A46-6642F11EB307}">
      <dgm:prSet/>
      <dgm:spPr/>
      <dgm:t>
        <a:bodyPr/>
        <a:lstStyle/>
        <a:p>
          <a:endParaRPr lang="en-US"/>
        </a:p>
      </dgm:t>
    </dgm:pt>
    <dgm:pt modelId="{6BFC4CBB-B2B0-4C91-87AE-AB89A045D934}" type="sibTrans" cxnId="{3612E456-36F6-481A-8A46-6642F11EB307}">
      <dgm:prSet/>
      <dgm:spPr/>
      <dgm:t>
        <a:bodyPr/>
        <a:lstStyle/>
        <a:p>
          <a:endParaRPr lang="en-US"/>
        </a:p>
      </dgm:t>
    </dgm:pt>
    <dgm:pt modelId="{E9EA0BFF-A416-4D79-86F8-EF144C7342A8}">
      <dgm:prSet phldrT="[Text]"/>
      <dgm:spPr/>
      <dgm:t>
        <a:bodyPr/>
        <a:lstStyle/>
        <a:p>
          <a:r>
            <a:rPr lang="en-US" dirty="0"/>
            <a:t>Data on removable media and serial numbers</a:t>
          </a:r>
        </a:p>
      </dgm:t>
    </dgm:pt>
    <dgm:pt modelId="{0AEACCEA-BC79-4E2A-91AB-9733D3FF6E27}" type="parTrans" cxnId="{8704CC9A-929D-4EA3-A522-962FDDF5D8A6}">
      <dgm:prSet/>
      <dgm:spPr/>
      <dgm:t>
        <a:bodyPr/>
        <a:lstStyle/>
        <a:p>
          <a:endParaRPr lang="en-US"/>
        </a:p>
      </dgm:t>
    </dgm:pt>
    <dgm:pt modelId="{64146E67-1E53-4E5D-82A0-13ED96FA57F6}" type="sibTrans" cxnId="{8704CC9A-929D-4EA3-A522-962FDDF5D8A6}">
      <dgm:prSet/>
      <dgm:spPr/>
      <dgm:t>
        <a:bodyPr/>
        <a:lstStyle/>
        <a:p>
          <a:endParaRPr lang="en-US"/>
        </a:p>
      </dgm:t>
    </dgm:pt>
    <dgm:pt modelId="{86960C0B-20C1-42D8-95BE-9176AF761288}">
      <dgm:prSet phldrT="[Text]"/>
      <dgm:spPr/>
      <dgm:t>
        <a:bodyPr/>
        <a:lstStyle/>
        <a:p>
          <a:r>
            <a:rPr lang="en-US" dirty="0"/>
            <a:t>/var/spool/cups</a:t>
          </a:r>
        </a:p>
      </dgm:t>
    </dgm:pt>
    <dgm:pt modelId="{1334C4E3-6D59-4B1A-BFDA-8A403BF1E346}" type="parTrans" cxnId="{D0EFA510-B28E-42D8-85B6-BD514EFD6CC8}">
      <dgm:prSet/>
      <dgm:spPr/>
      <dgm:t>
        <a:bodyPr/>
        <a:lstStyle/>
        <a:p>
          <a:endParaRPr lang="en-US"/>
        </a:p>
      </dgm:t>
    </dgm:pt>
    <dgm:pt modelId="{E6EA37C1-BAA9-4B5E-94F0-9472856751E6}" type="sibTrans" cxnId="{D0EFA510-B28E-42D8-85B6-BD514EFD6CC8}">
      <dgm:prSet/>
      <dgm:spPr/>
      <dgm:t>
        <a:bodyPr/>
        <a:lstStyle/>
        <a:p>
          <a:endParaRPr lang="en-US"/>
        </a:p>
      </dgm:t>
    </dgm:pt>
    <dgm:pt modelId="{DB0C51EB-BD7F-40A4-A75E-3D39498D14C7}">
      <dgm:prSet phldrT="[Text]"/>
      <dgm:spPr/>
      <dgm:t>
        <a:bodyPr/>
        <a:lstStyle/>
        <a:p>
          <a:r>
            <a:rPr lang="en-US" dirty="0"/>
            <a:t>Information about printed documents</a:t>
          </a:r>
        </a:p>
      </dgm:t>
    </dgm:pt>
    <dgm:pt modelId="{7C5EF8AB-266E-4348-94BD-5DDBCED1E1D0}" type="parTrans" cxnId="{20D0463D-DBCF-43CE-8886-16EDCD31C785}">
      <dgm:prSet/>
      <dgm:spPr/>
      <dgm:t>
        <a:bodyPr/>
        <a:lstStyle/>
        <a:p>
          <a:endParaRPr lang="en-US"/>
        </a:p>
      </dgm:t>
    </dgm:pt>
    <dgm:pt modelId="{27CB9E74-25EB-4ECE-9040-31FF2190618E}" type="sibTrans" cxnId="{20D0463D-DBCF-43CE-8886-16EDCD31C785}">
      <dgm:prSet/>
      <dgm:spPr/>
      <dgm:t>
        <a:bodyPr/>
        <a:lstStyle/>
        <a:p>
          <a:endParaRPr lang="en-US"/>
        </a:p>
      </dgm:t>
    </dgm:pt>
    <dgm:pt modelId="{897658B9-EB53-4AA1-B9CB-FD26ECB592D2}">
      <dgm:prSet phldrT="[Text]"/>
      <dgm:spPr/>
      <dgm:t>
        <a:bodyPr/>
        <a:lstStyle/>
        <a:p>
          <a:r>
            <a:rPr lang="en-US" dirty="0"/>
            <a:t>/Library/Receipts</a:t>
          </a:r>
        </a:p>
      </dgm:t>
    </dgm:pt>
    <dgm:pt modelId="{A49E0D2C-E1B7-4A61-94CE-C4BB0092E40B}" type="parTrans" cxnId="{4F34A96A-89DF-461E-BA68-AF7C369818A1}">
      <dgm:prSet/>
      <dgm:spPr/>
      <dgm:t>
        <a:bodyPr/>
        <a:lstStyle/>
        <a:p>
          <a:endParaRPr lang="en-US"/>
        </a:p>
      </dgm:t>
    </dgm:pt>
    <dgm:pt modelId="{76DAFCBC-169F-4A20-BABB-90B53D45D254}" type="sibTrans" cxnId="{4F34A96A-89DF-461E-BA68-AF7C369818A1}">
      <dgm:prSet/>
      <dgm:spPr/>
      <dgm:t>
        <a:bodyPr/>
        <a:lstStyle/>
        <a:p>
          <a:endParaRPr lang="en-US"/>
        </a:p>
      </dgm:t>
    </dgm:pt>
    <dgm:pt modelId="{E0DB0256-F7D2-417B-9CE5-F71C31ED47A6}">
      <dgm:prSet phldrT="[Text]"/>
      <dgm:spPr/>
      <dgm:t>
        <a:bodyPr/>
        <a:lstStyle/>
        <a:p>
          <a:r>
            <a:rPr lang="en-US" dirty="0"/>
            <a:t>Information about system and software updates</a:t>
          </a:r>
        </a:p>
      </dgm:t>
    </dgm:pt>
    <dgm:pt modelId="{D0AE2F3D-99CF-4967-AB7D-D2BF43A41D41}" type="parTrans" cxnId="{4594B639-71DA-4CEB-A41E-C27E39EF81F1}">
      <dgm:prSet/>
      <dgm:spPr/>
      <dgm:t>
        <a:bodyPr/>
        <a:lstStyle/>
        <a:p>
          <a:endParaRPr lang="en-US"/>
        </a:p>
      </dgm:t>
    </dgm:pt>
    <dgm:pt modelId="{476988F6-2788-422B-8D26-968B1277AEB4}" type="sibTrans" cxnId="{4594B639-71DA-4CEB-A41E-C27E39EF81F1}">
      <dgm:prSet/>
      <dgm:spPr/>
      <dgm:t>
        <a:bodyPr/>
        <a:lstStyle/>
        <a:p>
          <a:endParaRPr lang="en-US"/>
        </a:p>
      </dgm:t>
    </dgm:pt>
    <dgm:pt modelId="{5841F124-09FC-422A-9783-EADC97686222}">
      <dgm:prSet/>
      <dgm:spPr/>
      <dgm:t>
        <a:bodyPr/>
        <a:lstStyle/>
        <a:p>
          <a:r>
            <a:rPr lang="en-US" dirty="0"/>
            <a:t>Name of document, user who printed</a:t>
          </a:r>
        </a:p>
      </dgm:t>
    </dgm:pt>
    <dgm:pt modelId="{878AB55B-2D16-434D-99D5-0BCDBF6ED8EF}" type="parTrans" cxnId="{0BB580E2-F6BB-4CE7-A624-45360AD5737B}">
      <dgm:prSet/>
      <dgm:spPr/>
      <dgm:t>
        <a:bodyPr/>
        <a:lstStyle/>
        <a:p>
          <a:endParaRPr lang="en-US"/>
        </a:p>
      </dgm:t>
    </dgm:pt>
    <dgm:pt modelId="{680537AD-C90C-4A2A-B3C8-C87D3FAE946A}" type="sibTrans" cxnId="{0BB580E2-F6BB-4CE7-A624-45360AD5737B}">
      <dgm:prSet/>
      <dgm:spPr/>
      <dgm:t>
        <a:bodyPr/>
        <a:lstStyle/>
        <a:p>
          <a:endParaRPr lang="en-US"/>
        </a:p>
      </dgm:t>
    </dgm:pt>
    <dgm:pt modelId="{187BCDE5-C322-47F1-AE7A-EC089060C818}" type="pres">
      <dgm:prSet presAssocID="{3D6ECC43-6134-4C21-A76D-2AB3652A44A4}" presName="Name0" presStyleCnt="0">
        <dgm:presLayoutVars>
          <dgm:dir/>
          <dgm:animLvl val="lvl"/>
          <dgm:resizeHandles val="exact"/>
        </dgm:presLayoutVars>
      </dgm:prSet>
      <dgm:spPr/>
    </dgm:pt>
    <dgm:pt modelId="{63A5C47B-9707-4CC4-AFF5-545B0ABF33F6}" type="pres">
      <dgm:prSet presAssocID="{CFE8280D-2E24-430B-84B6-7BE0FB6934A3}" presName="linNode" presStyleCnt="0"/>
      <dgm:spPr/>
    </dgm:pt>
    <dgm:pt modelId="{51DEADE5-9C4C-4855-90C9-74BB6683CD7F}" type="pres">
      <dgm:prSet presAssocID="{CFE8280D-2E24-430B-84B6-7BE0FB6934A3}" presName="parentText" presStyleLbl="node1" presStyleIdx="0" presStyleCnt="3">
        <dgm:presLayoutVars>
          <dgm:chMax val="1"/>
          <dgm:bulletEnabled val="1"/>
        </dgm:presLayoutVars>
      </dgm:prSet>
      <dgm:spPr/>
    </dgm:pt>
    <dgm:pt modelId="{F6FD04DB-EA87-4A7C-9518-623406153233}" type="pres">
      <dgm:prSet presAssocID="{CFE8280D-2E24-430B-84B6-7BE0FB6934A3}" presName="descendantText" presStyleLbl="alignAccFollowNode1" presStyleIdx="0" presStyleCnt="3">
        <dgm:presLayoutVars>
          <dgm:bulletEnabled val="1"/>
        </dgm:presLayoutVars>
      </dgm:prSet>
      <dgm:spPr/>
    </dgm:pt>
    <dgm:pt modelId="{64F1AD96-525D-4651-9A36-43D0BE160B3A}" type="pres">
      <dgm:prSet presAssocID="{4B3D7901-A816-4FA3-B07F-37BDEC2702E3}" presName="sp" presStyleCnt="0"/>
      <dgm:spPr/>
    </dgm:pt>
    <dgm:pt modelId="{9A86933C-5702-4E2D-B0DB-258C5FBA8EE6}" type="pres">
      <dgm:prSet presAssocID="{86960C0B-20C1-42D8-95BE-9176AF761288}" presName="linNode" presStyleCnt="0"/>
      <dgm:spPr/>
    </dgm:pt>
    <dgm:pt modelId="{4928DBEE-E06D-4CBB-9022-1644573A1419}" type="pres">
      <dgm:prSet presAssocID="{86960C0B-20C1-42D8-95BE-9176AF761288}" presName="parentText" presStyleLbl="node1" presStyleIdx="1" presStyleCnt="3">
        <dgm:presLayoutVars>
          <dgm:chMax val="1"/>
          <dgm:bulletEnabled val="1"/>
        </dgm:presLayoutVars>
      </dgm:prSet>
      <dgm:spPr/>
    </dgm:pt>
    <dgm:pt modelId="{B6E4F7D8-EE03-432D-883F-75A7831D8008}" type="pres">
      <dgm:prSet presAssocID="{86960C0B-20C1-42D8-95BE-9176AF761288}" presName="descendantText" presStyleLbl="alignAccFollowNode1" presStyleIdx="1" presStyleCnt="3">
        <dgm:presLayoutVars>
          <dgm:bulletEnabled val="1"/>
        </dgm:presLayoutVars>
      </dgm:prSet>
      <dgm:spPr/>
    </dgm:pt>
    <dgm:pt modelId="{D4AF7A0E-FCD7-44E6-9E1D-E38FE9B98CE0}" type="pres">
      <dgm:prSet presAssocID="{E6EA37C1-BAA9-4B5E-94F0-9472856751E6}" presName="sp" presStyleCnt="0"/>
      <dgm:spPr/>
    </dgm:pt>
    <dgm:pt modelId="{ADC690D9-D09B-4ECE-8095-BDCA626D7A6B}" type="pres">
      <dgm:prSet presAssocID="{897658B9-EB53-4AA1-B9CB-FD26ECB592D2}" presName="linNode" presStyleCnt="0"/>
      <dgm:spPr/>
    </dgm:pt>
    <dgm:pt modelId="{D4025344-5CBB-4202-AB1F-1C385AFF4C4C}" type="pres">
      <dgm:prSet presAssocID="{897658B9-EB53-4AA1-B9CB-FD26ECB592D2}" presName="parentText" presStyleLbl="node1" presStyleIdx="2" presStyleCnt="3">
        <dgm:presLayoutVars>
          <dgm:chMax val="1"/>
          <dgm:bulletEnabled val="1"/>
        </dgm:presLayoutVars>
      </dgm:prSet>
      <dgm:spPr/>
    </dgm:pt>
    <dgm:pt modelId="{E486AA17-F470-4A6B-B5B1-8B8971BFF120}" type="pres">
      <dgm:prSet presAssocID="{897658B9-EB53-4AA1-B9CB-FD26ECB592D2}" presName="descendantText" presStyleLbl="alignAccFollowNode1" presStyleIdx="2" presStyleCnt="3">
        <dgm:presLayoutVars>
          <dgm:bulletEnabled val="1"/>
        </dgm:presLayoutVars>
      </dgm:prSet>
      <dgm:spPr/>
    </dgm:pt>
  </dgm:ptLst>
  <dgm:cxnLst>
    <dgm:cxn modelId="{4A68F904-5D75-463E-AE9B-CC9EF34C2C8E}" type="presOf" srcId="{E0DB0256-F7D2-417B-9CE5-F71C31ED47A6}" destId="{E486AA17-F470-4A6B-B5B1-8B8971BFF120}" srcOrd="0" destOrd="0" presId="urn:microsoft.com/office/officeart/2005/8/layout/vList5"/>
    <dgm:cxn modelId="{1EB09908-7BDA-4940-AE53-5A3241F6A2A8}" type="presOf" srcId="{E9EA0BFF-A416-4D79-86F8-EF144C7342A8}" destId="{F6FD04DB-EA87-4A7C-9518-623406153233}" srcOrd="0" destOrd="1" presId="urn:microsoft.com/office/officeart/2005/8/layout/vList5"/>
    <dgm:cxn modelId="{D0EFA510-B28E-42D8-85B6-BD514EFD6CC8}" srcId="{3D6ECC43-6134-4C21-A76D-2AB3652A44A4}" destId="{86960C0B-20C1-42D8-95BE-9176AF761288}" srcOrd="1" destOrd="0" parTransId="{1334C4E3-6D59-4B1A-BFDA-8A403BF1E346}" sibTransId="{E6EA37C1-BAA9-4B5E-94F0-9472856751E6}"/>
    <dgm:cxn modelId="{14221818-3783-48D6-B684-355CFA425468}" type="presOf" srcId="{3D6ECC43-6134-4C21-A76D-2AB3652A44A4}" destId="{187BCDE5-C322-47F1-AE7A-EC089060C818}" srcOrd="0" destOrd="0" presId="urn:microsoft.com/office/officeart/2005/8/layout/vList5"/>
    <dgm:cxn modelId="{4594B639-71DA-4CEB-A41E-C27E39EF81F1}" srcId="{897658B9-EB53-4AA1-B9CB-FD26ECB592D2}" destId="{E0DB0256-F7D2-417B-9CE5-F71C31ED47A6}" srcOrd="0" destOrd="0" parTransId="{D0AE2F3D-99CF-4967-AB7D-D2BF43A41D41}" sibTransId="{476988F6-2788-422B-8D26-968B1277AEB4}"/>
    <dgm:cxn modelId="{20D0463D-DBCF-43CE-8886-16EDCD31C785}" srcId="{86960C0B-20C1-42D8-95BE-9176AF761288}" destId="{DB0C51EB-BD7F-40A4-A75E-3D39498D14C7}" srcOrd="0" destOrd="0" parTransId="{7C5EF8AB-266E-4348-94BD-5DDBCED1E1D0}" sibTransId="{27CB9E74-25EB-4ECE-9040-31FF2190618E}"/>
    <dgm:cxn modelId="{82011846-B003-4FCF-9211-BBED4E4A00B3}" type="presOf" srcId="{DB0C51EB-BD7F-40A4-A75E-3D39498D14C7}" destId="{B6E4F7D8-EE03-432D-883F-75A7831D8008}" srcOrd="0" destOrd="0" presId="urn:microsoft.com/office/officeart/2005/8/layout/vList5"/>
    <dgm:cxn modelId="{4F34A96A-89DF-461E-BA68-AF7C369818A1}" srcId="{3D6ECC43-6134-4C21-A76D-2AB3652A44A4}" destId="{897658B9-EB53-4AA1-B9CB-FD26ECB592D2}" srcOrd="2" destOrd="0" parTransId="{A49E0D2C-E1B7-4A61-94CE-C4BB0092E40B}" sibTransId="{76DAFCBC-169F-4A20-BABB-90B53D45D254}"/>
    <dgm:cxn modelId="{A2BA006B-9B59-4922-B692-7FD6F60167C3}" srcId="{3D6ECC43-6134-4C21-A76D-2AB3652A44A4}" destId="{CFE8280D-2E24-430B-84B6-7BE0FB6934A3}" srcOrd="0" destOrd="0" parTransId="{8C6CC89A-76F3-4D9B-97BA-D5A07DB239F5}" sibTransId="{4B3D7901-A816-4FA3-B07F-37BDEC2702E3}"/>
    <dgm:cxn modelId="{3612E456-36F6-481A-8A46-6642F11EB307}" srcId="{CFE8280D-2E24-430B-84B6-7BE0FB6934A3}" destId="{009CD0FE-7451-4997-B3C9-8A83A62116C8}" srcOrd="0" destOrd="0" parTransId="{D3F1531F-DE54-486A-B84F-BE51A3934842}" sibTransId="{6BFC4CBB-B2B0-4C91-87AE-AB89A045D934}"/>
    <dgm:cxn modelId="{54EEE18B-6A81-461E-A9C8-CB8D620701B4}" type="presOf" srcId="{CFE8280D-2E24-430B-84B6-7BE0FB6934A3}" destId="{51DEADE5-9C4C-4855-90C9-74BB6683CD7F}" srcOrd="0" destOrd="0" presId="urn:microsoft.com/office/officeart/2005/8/layout/vList5"/>
    <dgm:cxn modelId="{0FF2DB94-DC75-4EE9-9C0F-2D1A3C4FBDBB}" type="presOf" srcId="{897658B9-EB53-4AA1-B9CB-FD26ECB592D2}" destId="{D4025344-5CBB-4202-AB1F-1C385AFF4C4C}" srcOrd="0" destOrd="0" presId="urn:microsoft.com/office/officeart/2005/8/layout/vList5"/>
    <dgm:cxn modelId="{8704CC9A-929D-4EA3-A522-962FDDF5D8A6}" srcId="{CFE8280D-2E24-430B-84B6-7BE0FB6934A3}" destId="{E9EA0BFF-A416-4D79-86F8-EF144C7342A8}" srcOrd="1" destOrd="0" parTransId="{0AEACCEA-BC79-4E2A-91AB-9733D3FF6E27}" sibTransId="{64146E67-1E53-4E5D-82A0-13ED96FA57F6}"/>
    <dgm:cxn modelId="{267A0EBF-2DA7-4096-AF19-8BB12F43530E}" type="presOf" srcId="{86960C0B-20C1-42D8-95BE-9176AF761288}" destId="{4928DBEE-E06D-4CBB-9022-1644573A1419}" srcOrd="0" destOrd="0" presId="urn:microsoft.com/office/officeart/2005/8/layout/vList5"/>
    <dgm:cxn modelId="{FC347DC3-166E-46E4-88A1-77BB3C7030CB}" type="presOf" srcId="{5841F124-09FC-422A-9783-EADC97686222}" destId="{B6E4F7D8-EE03-432D-883F-75A7831D8008}" srcOrd="0" destOrd="1" presId="urn:microsoft.com/office/officeart/2005/8/layout/vList5"/>
    <dgm:cxn modelId="{2AA8ABD9-B363-422A-B4B8-5AB173F98DA6}" type="presOf" srcId="{009CD0FE-7451-4997-B3C9-8A83A62116C8}" destId="{F6FD04DB-EA87-4A7C-9518-623406153233}" srcOrd="0" destOrd="0" presId="urn:microsoft.com/office/officeart/2005/8/layout/vList5"/>
    <dgm:cxn modelId="{0BB580E2-F6BB-4CE7-A624-45360AD5737B}" srcId="{86960C0B-20C1-42D8-95BE-9176AF761288}" destId="{5841F124-09FC-422A-9783-EADC97686222}" srcOrd="1" destOrd="0" parTransId="{878AB55B-2D16-434D-99D5-0BCDBF6ED8EF}" sibTransId="{680537AD-C90C-4A2A-B3C8-C87D3FAE946A}"/>
    <dgm:cxn modelId="{4F4D3B62-46DF-405A-8791-5E558622D40C}" type="presParOf" srcId="{187BCDE5-C322-47F1-AE7A-EC089060C818}" destId="{63A5C47B-9707-4CC4-AFF5-545B0ABF33F6}" srcOrd="0" destOrd="0" presId="urn:microsoft.com/office/officeart/2005/8/layout/vList5"/>
    <dgm:cxn modelId="{F4EA8316-3A92-474B-8AD3-AAE48EC3EE0D}" type="presParOf" srcId="{63A5C47B-9707-4CC4-AFF5-545B0ABF33F6}" destId="{51DEADE5-9C4C-4855-90C9-74BB6683CD7F}" srcOrd="0" destOrd="0" presId="urn:microsoft.com/office/officeart/2005/8/layout/vList5"/>
    <dgm:cxn modelId="{32A4EE67-EDB6-42F1-B048-CC5BDDFAA251}" type="presParOf" srcId="{63A5C47B-9707-4CC4-AFF5-545B0ABF33F6}" destId="{F6FD04DB-EA87-4A7C-9518-623406153233}" srcOrd="1" destOrd="0" presId="urn:microsoft.com/office/officeart/2005/8/layout/vList5"/>
    <dgm:cxn modelId="{08BC7D88-60B3-45BE-8438-971D4D25F55A}" type="presParOf" srcId="{187BCDE5-C322-47F1-AE7A-EC089060C818}" destId="{64F1AD96-525D-4651-9A36-43D0BE160B3A}" srcOrd="1" destOrd="0" presId="urn:microsoft.com/office/officeart/2005/8/layout/vList5"/>
    <dgm:cxn modelId="{238B4E3A-5B8A-453E-8CF3-FF26FF036647}" type="presParOf" srcId="{187BCDE5-C322-47F1-AE7A-EC089060C818}" destId="{9A86933C-5702-4E2D-B0DB-258C5FBA8EE6}" srcOrd="2" destOrd="0" presId="urn:microsoft.com/office/officeart/2005/8/layout/vList5"/>
    <dgm:cxn modelId="{7632053F-52EB-4DCC-8543-FA81BD58EFD9}" type="presParOf" srcId="{9A86933C-5702-4E2D-B0DB-258C5FBA8EE6}" destId="{4928DBEE-E06D-4CBB-9022-1644573A1419}" srcOrd="0" destOrd="0" presId="urn:microsoft.com/office/officeart/2005/8/layout/vList5"/>
    <dgm:cxn modelId="{7D2E0B42-FDAB-44FB-89CB-47ED9529C0E0}" type="presParOf" srcId="{9A86933C-5702-4E2D-B0DB-258C5FBA8EE6}" destId="{B6E4F7D8-EE03-432D-883F-75A7831D8008}" srcOrd="1" destOrd="0" presId="urn:microsoft.com/office/officeart/2005/8/layout/vList5"/>
    <dgm:cxn modelId="{222410E8-FA11-4F76-959C-498B5BC8159F}" type="presParOf" srcId="{187BCDE5-C322-47F1-AE7A-EC089060C818}" destId="{D4AF7A0E-FCD7-44E6-9E1D-E38FE9B98CE0}" srcOrd="3" destOrd="0" presId="urn:microsoft.com/office/officeart/2005/8/layout/vList5"/>
    <dgm:cxn modelId="{D29D118D-3FD7-4A53-9341-7F79DDEFCB8C}" type="presParOf" srcId="{187BCDE5-C322-47F1-AE7A-EC089060C818}" destId="{ADC690D9-D09B-4ECE-8095-BDCA626D7A6B}" srcOrd="4" destOrd="0" presId="urn:microsoft.com/office/officeart/2005/8/layout/vList5"/>
    <dgm:cxn modelId="{C61DE36A-EE05-41DD-8A45-600AA015AFAA}" type="presParOf" srcId="{ADC690D9-D09B-4ECE-8095-BDCA626D7A6B}" destId="{D4025344-5CBB-4202-AB1F-1C385AFF4C4C}" srcOrd="0" destOrd="0" presId="urn:microsoft.com/office/officeart/2005/8/layout/vList5"/>
    <dgm:cxn modelId="{F87F64E7-79A3-4848-9C08-0CD6B42F6616}" type="presParOf" srcId="{ADC690D9-D09B-4ECE-8095-BDCA626D7A6B}" destId="{E486AA17-F470-4A6B-B5B1-8B8971BFF120}"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D6ECC43-6134-4C21-A76D-2AB3652A44A4}"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CFE8280D-2E24-430B-84B6-7BE0FB6934A3}">
      <dgm:prSet phldrT="[Text]"/>
      <dgm:spPr/>
      <dgm:t>
        <a:bodyPr/>
        <a:lstStyle/>
        <a:p>
          <a:r>
            <a:rPr lang="en-US" dirty="0"/>
            <a:t>/Users/&lt;user&gt;/</a:t>
          </a:r>
          <a:br>
            <a:rPr lang="en-US" dirty="0"/>
          </a:br>
          <a:r>
            <a:rPr lang="en-US" dirty="0"/>
            <a:t>.bash_history</a:t>
          </a:r>
        </a:p>
      </dgm:t>
    </dgm:pt>
    <dgm:pt modelId="{8C6CC89A-76F3-4D9B-97BA-D5A07DB239F5}" type="parTrans" cxnId="{A2BA006B-9B59-4922-B692-7FD6F60167C3}">
      <dgm:prSet/>
      <dgm:spPr/>
      <dgm:t>
        <a:bodyPr/>
        <a:lstStyle/>
        <a:p>
          <a:endParaRPr lang="en-US"/>
        </a:p>
      </dgm:t>
    </dgm:pt>
    <dgm:pt modelId="{4B3D7901-A816-4FA3-B07F-37BDEC2702E3}" type="sibTrans" cxnId="{A2BA006B-9B59-4922-B692-7FD6F60167C3}">
      <dgm:prSet/>
      <dgm:spPr/>
      <dgm:t>
        <a:bodyPr/>
        <a:lstStyle/>
        <a:p>
          <a:endParaRPr lang="en-US"/>
        </a:p>
      </dgm:t>
    </dgm:pt>
    <dgm:pt modelId="{009CD0FE-7451-4997-B3C9-8A83A62116C8}">
      <dgm:prSet phldrT="[Text]"/>
      <dgm:spPr/>
      <dgm:t>
        <a:bodyPr/>
        <a:lstStyle/>
        <a:p>
          <a:r>
            <a:rPr lang="en-US" dirty="0"/>
            <a:t>Information on Bash shell activity</a:t>
          </a:r>
        </a:p>
      </dgm:t>
    </dgm:pt>
    <dgm:pt modelId="{D3F1531F-DE54-486A-B84F-BE51A3934842}" type="parTrans" cxnId="{3612E456-36F6-481A-8A46-6642F11EB307}">
      <dgm:prSet/>
      <dgm:spPr/>
      <dgm:t>
        <a:bodyPr/>
        <a:lstStyle/>
        <a:p>
          <a:endParaRPr lang="en-US"/>
        </a:p>
      </dgm:t>
    </dgm:pt>
    <dgm:pt modelId="{6BFC4CBB-B2B0-4C91-87AE-AB89A045D934}" type="sibTrans" cxnId="{3612E456-36F6-481A-8A46-6642F11EB307}">
      <dgm:prSet/>
      <dgm:spPr/>
      <dgm:t>
        <a:bodyPr/>
        <a:lstStyle/>
        <a:p>
          <a:endParaRPr lang="en-US"/>
        </a:p>
      </dgm:t>
    </dgm:pt>
    <dgm:pt modelId="{86960C0B-20C1-42D8-95BE-9176AF761288}">
      <dgm:prSet phldrT="[Text]"/>
      <dgm:spPr/>
      <dgm:t>
        <a:bodyPr/>
        <a:lstStyle/>
        <a:p>
          <a:r>
            <a:rPr lang="en-US" dirty="0"/>
            <a:t>/var/vm</a:t>
          </a:r>
        </a:p>
      </dgm:t>
    </dgm:pt>
    <dgm:pt modelId="{1334C4E3-6D59-4B1A-BFDA-8A403BF1E346}" type="parTrans" cxnId="{D0EFA510-B28E-42D8-85B6-BD514EFD6CC8}">
      <dgm:prSet/>
      <dgm:spPr/>
      <dgm:t>
        <a:bodyPr/>
        <a:lstStyle/>
        <a:p>
          <a:endParaRPr lang="en-US"/>
        </a:p>
      </dgm:t>
    </dgm:pt>
    <dgm:pt modelId="{E6EA37C1-BAA9-4B5E-94F0-9472856751E6}" type="sibTrans" cxnId="{D0EFA510-B28E-42D8-85B6-BD514EFD6CC8}">
      <dgm:prSet/>
      <dgm:spPr/>
      <dgm:t>
        <a:bodyPr/>
        <a:lstStyle/>
        <a:p>
          <a:endParaRPr lang="en-US"/>
        </a:p>
      </dgm:t>
    </dgm:pt>
    <dgm:pt modelId="{DB0C51EB-BD7F-40A4-A75E-3D39498D14C7}">
      <dgm:prSet phldrT="[Text]"/>
      <dgm:spPr/>
      <dgm:t>
        <a:bodyPr/>
        <a:lstStyle/>
        <a:p>
          <a:r>
            <a:rPr lang="en-US" dirty="0"/>
            <a:t>Contains subfolder named app profile</a:t>
          </a:r>
        </a:p>
      </dgm:t>
    </dgm:pt>
    <dgm:pt modelId="{7C5EF8AB-266E-4348-94BD-5DDBCED1E1D0}" type="parTrans" cxnId="{20D0463D-DBCF-43CE-8886-16EDCD31C785}">
      <dgm:prSet/>
      <dgm:spPr/>
      <dgm:t>
        <a:bodyPr/>
        <a:lstStyle/>
        <a:p>
          <a:endParaRPr lang="en-US"/>
        </a:p>
      </dgm:t>
    </dgm:pt>
    <dgm:pt modelId="{27CB9E74-25EB-4ECE-9040-31FF2190618E}" type="sibTrans" cxnId="{20D0463D-DBCF-43CE-8886-16EDCD31C785}">
      <dgm:prSet/>
      <dgm:spPr/>
      <dgm:t>
        <a:bodyPr/>
        <a:lstStyle/>
        <a:p>
          <a:endParaRPr lang="en-US"/>
        </a:p>
      </dgm:t>
    </dgm:pt>
    <dgm:pt modelId="{897658B9-EB53-4AA1-B9CB-FD26ECB592D2}">
      <dgm:prSet phldrT="[Text]"/>
      <dgm:spPr/>
      <dgm:t>
        <a:bodyPr/>
        <a:lstStyle/>
        <a:p>
          <a:r>
            <a:rPr lang="en-US" dirty="0"/>
            <a:t>/Users/</a:t>
          </a:r>
        </a:p>
      </dgm:t>
    </dgm:pt>
    <dgm:pt modelId="{A49E0D2C-E1B7-4A61-94CE-C4BB0092E40B}" type="parTrans" cxnId="{4F34A96A-89DF-461E-BA68-AF7C369818A1}">
      <dgm:prSet/>
      <dgm:spPr/>
      <dgm:t>
        <a:bodyPr/>
        <a:lstStyle/>
        <a:p>
          <a:endParaRPr lang="en-US"/>
        </a:p>
      </dgm:t>
    </dgm:pt>
    <dgm:pt modelId="{76DAFCBC-169F-4A20-BABB-90B53D45D254}" type="sibTrans" cxnId="{4F34A96A-89DF-461E-BA68-AF7C369818A1}">
      <dgm:prSet/>
      <dgm:spPr/>
      <dgm:t>
        <a:bodyPr/>
        <a:lstStyle/>
        <a:p>
          <a:endParaRPr lang="en-US"/>
        </a:p>
      </dgm:t>
    </dgm:pt>
    <dgm:pt modelId="{E0DB0256-F7D2-417B-9CE5-F71C31ED47A6}">
      <dgm:prSet phldrT="[Text]"/>
      <dgm:spPr/>
      <dgm:t>
        <a:bodyPr/>
        <a:lstStyle/>
        <a:p>
          <a:r>
            <a:rPr lang="en-US" dirty="0"/>
            <a:t>User files and preferences</a:t>
          </a:r>
        </a:p>
      </dgm:t>
    </dgm:pt>
    <dgm:pt modelId="{D0AE2F3D-99CF-4967-AB7D-D2BF43A41D41}" type="parTrans" cxnId="{4594B639-71DA-4CEB-A41E-C27E39EF81F1}">
      <dgm:prSet/>
      <dgm:spPr/>
      <dgm:t>
        <a:bodyPr/>
        <a:lstStyle/>
        <a:p>
          <a:endParaRPr lang="en-US"/>
        </a:p>
      </dgm:t>
    </dgm:pt>
    <dgm:pt modelId="{476988F6-2788-422B-8D26-968B1277AEB4}" type="sibTrans" cxnId="{4594B639-71DA-4CEB-A41E-C27E39EF81F1}">
      <dgm:prSet/>
      <dgm:spPr/>
      <dgm:t>
        <a:bodyPr/>
        <a:lstStyle/>
        <a:p>
          <a:endParaRPr lang="en-US"/>
        </a:p>
      </dgm:t>
    </dgm:pt>
    <dgm:pt modelId="{8CE7E26E-EC06-41A9-A6B1-754202F209C7}">
      <dgm:prSet/>
      <dgm:spPr/>
      <dgm:t>
        <a:bodyPr/>
        <a:lstStyle/>
        <a:p>
          <a:r>
            <a:rPr lang="en-US" dirty="0"/>
            <a:t>Lists of recently opened applications, temporary data used by applications</a:t>
          </a:r>
        </a:p>
      </dgm:t>
    </dgm:pt>
    <dgm:pt modelId="{F81D5A1C-DB7A-432D-A75A-290A471B0CA9}" type="parTrans" cxnId="{20EE29E1-8E30-43A6-9B11-130574A1120B}">
      <dgm:prSet/>
      <dgm:spPr/>
      <dgm:t>
        <a:bodyPr/>
        <a:lstStyle/>
        <a:p>
          <a:endParaRPr lang="en-US"/>
        </a:p>
      </dgm:t>
    </dgm:pt>
    <dgm:pt modelId="{D9354003-EBA0-4A28-89E2-7B702F3AB6EB}" type="sibTrans" cxnId="{20EE29E1-8E30-43A6-9B11-130574A1120B}">
      <dgm:prSet/>
      <dgm:spPr/>
      <dgm:t>
        <a:bodyPr/>
        <a:lstStyle/>
        <a:p>
          <a:endParaRPr lang="en-US"/>
        </a:p>
      </dgm:t>
    </dgm:pt>
    <dgm:pt modelId="{187BCDE5-C322-47F1-AE7A-EC089060C818}" type="pres">
      <dgm:prSet presAssocID="{3D6ECC43-6134-4C21-A76D-2AB3652A44A4}" presName="Name0" presStyleCnt="0">
        <dgm:presLayoutVars>
          <dgm:dir/>
          <dgm:animLvl val="lvl"/>
          <dgm:resizeHandles val="exact"/>
        </dgm:presLayoutVars>
      </dgm:prSet>
      <dgm:spPr/>
    </dgm:pt>
    <dgm:pt modelId="{63A5C47B-9707-4CC4-AFF5-545B0ABF33F6}" type="pres">
      <dgm:prSet presAssocID="{CFE8280D-2E24-430B-84B6-7BE0FB6934A3}" presName="linNode" presStyleCnt="0"/>
      <dgm:spPr/>
    </dgm:pt>
    <dgm:pt modelId="{51DEADE5-9C4C-4855-90C9-74BB6683CD7F}" type="pres">
      <dgm:prSet presAssocID="{CFE8280D-2E24-430B-84B6-7BE0FB6934A3}" presName="parentText" presStyleLbl="node1" presStyleIdx="0" presStyleCnt="3">
        <dgm:presLayoutVars>
          <dgm:chMax val="1"/>
          <dgm:bulletEnabled val="1"/>
        </dgm:presLayoutVars>
      </dgm:prSet>
      <dgm:spPr/>
    </dgm:pt>
    <dgm:pt modelId="{F6FD04DB-EA87-4A7C-9518-623406153233}" type="pres">
      <dgm:prSet presAssocID="{CFE8280D-2E24-430B-84B6-7BE0FB6934A3}" presName="descendantText" presStyleLbl="alignAccFollowNode1" presStyleIdx="0" presStyleCnt="3">
        <dgm:presLayoutVars>
          <dgm:bulletEnabled val="1"/>
        </dgm:presLayoutVars>
      </dgm:prSet>
      <dgm:spPr/>
    </dgm:pt>
    <dgm:pt modelId="{64F1AD96-525D-4651-9A36-43D0BE160B3A}" type="pres">
      <dgm:prSet presAssocID="{4B3D7901-A816-4FA3-B07F-37BDEC2702E3}" presName="sp" presStyleCnt="0"/>
      <dgm:spPr/>
    </dgm:pt>
    <dgm:pt modelId="{9A86933C-5702-4E2D-B0DB-258C5FBA8EE6}" type="pres">
      <dgm:prSet presAssocID="{86960C0B-20C1-42D8-95BE-9176AF761288}" presName="linNode" presStyleCnt="0"/>
      <dgm:spPr/>
    </dgm:pt>
    <dgm:pt modelId="{4928DBEE-E06D-4CBB-9022-1644573A1419}" type="pres">
      <dgm:prSet presAssocID="{86960C0B-20C1-42D8-95BE-9176AF761288}" presName="parentText" presStyleLbl="node1" presStyleIdx="1" presStyleCnt="3">
        <dgm:presLayoutVars>
          <dgm:chMax val="1"/>
          <dgm:bulletEnabled val="1"/>
        </dgm:presLayoutVars>
      </dgm:prSet>
      <dgm:spPr/>
    </dgm:pt>
    <dgm:pt modelId="{B6E4F7D8-EE03-432D-883F-75A7831D8008}" type="pres">
      <dgm:prSet presAssocID="{86960C0B-20C1-42D8-95BE-9176AF761288}" presName="descendantText" presStyleLbl="alignAccFollowNode1" presStyleIdx="1" presStyleCnt="3">
        <dgm:presLayoutVars>
          <dgm:bulletEnabled val="1"/>
        </dgm:presLayoutVars>
      </dgm:prSet>
      <dgm:spPr/>
    </dgm:pt>
    <dgm:pt modelId="{D4AF7A0E-FCD7-44E6-9E1D-E38FE9B98CE0}" type="pres">
      <dgm:prSet presAssocID="{E6EA37C1-BAA9-4B5E-94F0-9472856751E6}" presName="sp" presStyleCnt="0"/>
      <dgm:spPr/>
    </dgm:pt>
    <dgm:pt modelId="{ADC690D9-D09B-4ECE-8095-BDCA626D7A6B}" type="pres">
      <dgm:prSet presAssocID="{897658B9-EB53-4AA1-B9CB-FD26ECB592D2}" presName="linNode" presStyleCnt="0"/>
      <dgm:spPr/>
    </dgm:pt>
    <dgm:pt modelId="{D4025344-5CBB-4202-AB1F-1C385AFF4C4C}" type="pres">
      <dgm:prSet presAssocID="{897658B9-EB53-4AA1-B9CB-FD26ECB592D2}" presName="parentText" presStyleLbl="node1" presStyleIdx="2" presStyleCnt="3">
        <dgm:presLayoutVars>
          <dgm:chMax val="1"/>
          <dgm:bulletEnabled val="1"/>
        </dgm:presLayoutVars>
      </dgm:prSet>
      <dgm:spPr/>
    </dgm:pt>
    <dgm:pt modelId="{E486AA17-F470-4A6B-B5B1-8B8971BFF120}" type="pres">
      <dgm:prSet presAssocID="{897658B9-EB53-4AA1-B9CB-FD26ECB592D2}" presName="descendantText" presStyleLbl="alignAccFollowNode1" presStyleIdx="2" presStyleCnt="3">
        <dgm:presLayoutVars>
          <dgm:bulletEnabled val="1"/>
        </dgm:presLayoutVars>
      </dgm:prSet>
      <dgm:spPr/>
    </dgm:pt>
  </dgm:ptLst>
  <dgm:cxnLst>
    <dgm:cxn modelId="{D0EFA510-B28E-42D8-85B6-BD514EFD6CC8}" srcId="{3D6ECC43-6134-4C21-A76D-2AB3652A44A4}" destId="{86960C0B-20C1-42D8-95BE-9176AF761288}" srcOrd="1" destOrd="0" parTransId="{1334C4E3-6D59-4B1A-BFDA-8A403BF1E346}" sibTransId="{E6EA37C1-BAA9-4B5E-94F0-9472856751E6}"/>
    <dgm:cxn modelId="{1E6D7B11-C532-45D7-95A0-B8DBA27F5564}" type="presOf" srcId="{CFE8280D-2E24-430B-84B6-7BE0FB6934A3}" destId="{51DEADE5-9C4C-4855-90C9-74BB6683CD7F}" srcOrd="0" destOrd="0" presId="urn:microsoft.com/office/officeart/2005/8/layout/vList5"/>
    <dgm:cxn modelId="{DAC30B21-15A4-4EB8-979F-853C4A64E953}" type="presOf" srcId="{3D6ECC43-6134-4C21-A76D-2AB3652A44A4}" destId="{187BCDE5-C322-47F1-AE7A-EC089060C818}" srcOrd="0" destOrd="0" presId="urn:microsoft.com/office/officeart/2005/8/layout/vList5"/>
    <dgm:cxn modelId="{4594B639-71DA-4CEB-A41E-C27E39EF81F1}" srcId="{897658B9-EB53-4AA1-B9CB-FD26ECB592D2}" destId="{E0DB0256-F7D2-417B-9CE5-F71C31ED47A6}" srcOrd="0" destOrd="0" parTransId="{D0AE2F3D-99CF-4967-AB7D-D2BF43A41D41}" sibTransId="{476988F6-2788-422B-8D26-968B1277AEB4}"/>
    <dgm:cxn modelId="{20D0463D-DBCF-43CE-8886-16EDCD31C785}" srcId="{86960C0B-20C1-42D8-95BE-9176AF761288}" destId="{DB0C51EB-BD7F-40A4-A75E-3D39498D14C7}" srcOrd="0" destOrd="0" parTransId="{7C5EF8AB-266E-4348-94BD-5DDBCED1E1D0}" sibTransId="{27CB9E74-25EB-4ECE-9040-31FF2190618E}"/>
    <dgm:cxn modelId="{4C03A540-D1A1-4DEC-B587-7C520AE0FE3E}" type="presOf" srcId="{897658B9-EB53-4AA1-B9CB-FD26ECB592D2}" destId="{D4025344-5CBB-4202-AB1F-1C385AFF4C4C}" srcOrd="0" destOrd="0" presId="urn:microsoft.com/office/officeart/2005/8/layout/vList5"/>
    <dgm:cxn modelId="{6A0DAE5C-C286-4B70-B26E-67761431E3C0}" type="presOf" srcId="{009CD0FE-7451-4997-B3C9-8A83A62116C8}" destId="{F6FD04DB-EA87-4A7C-9518-623406153233}" srcOrd="0" destOrd="0" presId="urn:microsoft.com/office/officeart/2005/8/layout/vList5"/>
    <dgm:cxn modelId="{4F34A96A-89DF-461E-BA68-AF7C369818A1}" srcId="{3D6ECC43-6134-4C21-A76D-2AB3652A44A4}" destId="{897658B9-EB53-4AA1-B9CB-FD26ECB592D2}" srcOrd="2" destOrd="0" parTransId="{A49E0D2C-E1B7-4A61-94CE-C4BB0092E40B}" sibTransId="{76DAFCBC-169F-4A20-BABB-90B53D45D254}"/>
    <dgm:cxn modelId="{A2BA006B-9B59-4922-B692-7FD6F60167C3}" srcId="{3D6ECC43-6134-4C21-A76D-2AB3652A44A4}" destId="{CFE8280D-2E24-430B-84B6-7BE0FB6934A3}" srcOrd="0" destOrd="0" parTransId="{8C6CC89A-76F3-4D9B-97BA-D5A07DB239F5}" sibTransId="{4B3D7901-A816-4FA3-B07F-37BDEC2702E3}"/>
    <dgm:cxn modelId="{E3C8A552-C7FD-42D6-AEB6-E175093F23FD}" type="presOf" srcId="{DB0C51EB-BD7F-40A4-A75E-3D39498D14C7}" destId="{B6E4F7D8-EE03-432D-883F-75A7831D8008}" srcOrd="0" destOrd="0" presId="urn:microsoft.com/office/officeart/2005/8/layout/vList5"/>
    <dgm:cxn modelId="{3612E456-36F6-481A-8A46-6642F11EB307}" srcId="{CFE8280D-2E24-430B-84B6-7BE0FB6934A3}" destId="{009CD0FE-7451-4997-B3C9-8A83A62116C8}" srcOrd="0" destOrd="0" parTransId="{D3F1531F-DE54-486A-B84F-BE51A3934842}" sibTransId="{6BFC4CBB-B2B0-4C91-87AE-AB89A045D934}"/>
    <dgm:cxn modelId="{4F4195A6-24D5-417A-AEF6-BB3BBE2AC7F7}" type="presOf" srcId="{E0DB0256-F7D2-417B-9CE5-F71C31ED47A6}" destId="{E486AA17-F470-4A6B-B5B1-8B8971BFF120}" srcOrd="0" destOrd="0" presId="urn:microsoft.com/office/officeart/2005/8/layout/vList5"/>
    <dgm:cxn modelId="{03828BB5-11CE-4BE4-ABAE-9ECDC5C4890C}" type="presOf" srcId="{8CE7E26E-EC06-41A9-A6B1-754202F209C7}" destId="{B6E4F7D8-EE03-432D-883F-75A7831D8008}" srcOrd="0" destOrd="1" presId="urn:microsoft.com/office/officeart/2005/8/layout/vList5"/>
    <dgm:cxn modelId="{20EE29E1-8E30-43A6-9B11-130574A1120B}" srcId="{86960C0B-20C1-42D8-95BE-9176AF761288}" destId="{8CE7E26E-EC06-41A9-A6B1-754202F209C7}" srcOrd="1" destOrd="0" parTransId="{F81D5A1C-DB7A-432D-A75A-290A471B0CA9}" sibTransId="{D9354003-EBA0-4A28-89E2-7B702F3AB6EB}"/>
    <dgm:cxn modelId="{E29E7EEC-7DEE-48E0-B9EB-D3C58225EBB4}" type="presOf" srcId="{86960C0B-20C1-42D8-95BE-9176AF761288}" destId="{4928DBEE-E06D-4CBB-9022-1644573A1419}" srcOrd="0" destOrd="0" presId="urn:microsoft.com/office/officeart/2005/8/layout/vList5"/>
    <dgm:cxn modelId="{13DA9D3C-4E6E-4C12-A2C1-1392845EA63E}" type="presParOf" srcId="{187BCDE5-C322-47F1-AE7A-EC089060C818}" destId="{63A5C47B-9707-4CC4-AFF5-545B0ABF33F6}" srcOrd="0" destOrd="0" presId="urn:microsoft.com/office/officeart/2005/8/layout/vList5"/>
    <dgm:cxn modelId="{EC1EF423-C4A0-4BB3-9307-A110C278334F}" type="presParOf" srcId="{63A5C47B-9707-4CC4-AFF5-545B0ABF33F6}" destId="{51DEADE5-9C4C-4855-90C9-74BB6683CD7F}" srcOrd="0" destOrd="0" presId="urn:microsoft.com/office/officeart/2005/8/layout/vList5"/>
    <dgm:cxn modelId="{024A6B2E-A575-47D1-BE4B-34A243B79166}" type="presParOf" srcId="{63A5C47B-9707-4CC4-AFF5-545B0ABF33F6}" destId="{F6FD04DB-EA87-4A7C-9518-623406153233}" srcOrd="1" destOrd="0" presId="urn:microsoft.com/office/officeart/2005/8/layout/vList5"/>
    <dgm:cxn modelId="{14C24C9F-8B9B-4CAC-9158-6008F0FBC193}" type="presParOf" srcId="{187BCDE5-C322-47F1-AE7A-EC089060C818}" destId="{64F1AD96-525D-4651-9A36-43D0BE160B3A}" srcOrd="1" destOrd="0" presId="urn:microsoft.com/office/officeart/2005/8/layout/vList5"/>
    <dgm:cxn modelId="{C0F0B5DF-86B4-499C-A624-F54A42DD0A6E}" type="presParOf" srcId="{187BCDE5-C322-47F1-AE7A-EC089060C818}" destId="{9A86933C-5702-4E2D-B0DB-258C5FBA8EE6}" srcOrd="2" destOrd="0" presId="urn:microsoft.com/office/officeart/2005/8/layout/vList5"/>
    <dgm:cxn modelId="{ABFB3299-3E8D-4505-8F67-5D6DBEC7573C}" type="presParOf" srcId="{9A86933C-5702-4E2D-B0DB-258C5FBA8EE6}" destId="{4928DBEE-E06D-4CBB-9022-1644573A1419}" srcOrd="0" destOrd="0" presId="urn:microsoft.com/office/officeart/2005/8/layout/vList5"/>
    <dgm:cxn modelId="{B742493E-2413-42D3-934A-8275F3B68066}" type="presParOf" srcId="{9A86933C-5702-4E2D-B0DB-258C5FBA8EE6}" destId="{B6E4F7D8-EE03-432D-883F-75A7831D8008}" srcOrd="1" destOrd="0" presId="urn:microsoft.com/office/officeart/2005/8/layout/vList5"/>
    <dgm:cxn modelId="{4DAB96AE-DC26-424D-ADDD-5971EE657AF7}" type="presParOf" srcId="{187BCDE5-C322-47F1-AE7A-EC089060C818}" destId="{D4AF7A0E-FCD7-44E6-9E1D-E38FE9B98CE0}" srcOrd="3" destOrd="0" presId="urn:microsoft.com/office/officeart/2005/8/layout/vList5"/>
    <dgm:cxn modelId="{EB73ECA8-17DE-4751-8677-0667E2FE00E4}" type="presParOf" srcId="{187BCDE5-C322-47F1-AE7A-EC089060C818}" destId="{ADC690D9-D09B-4ECE-8095-BDCA626D7A6B}" srcOrd="4" destOrd="0" presId="urn:microsoft.com/office/officeart/2005/8/layout/vList5"/>
    <dgm:cxn modelId="{0AD43062-D3C8-4ADD-91A4-8E2DE07768DE}" type="presParOf" srcId="{ADC690D9-D09B-4ECE-8095-BDCA626D7A6B}" destId="{D4025344-5CBB-4202-AB1F-1C385AFF4C4C}" srcOrd="0" destOrd="0" presId="urn:microsoft.com/office/officeart/2005/8/layout/vList5"/>
    <dgm:cxn modelId="{BA900436-4930-4AE0-8821-34DB4A9ED147}" type="presParOf" srcId="{ADC690D9-D09B-4ECE-8095-BDCA626D7A6B}" destId="{E486AA17-F470-4A6B-B5B1-8B8971BFF120}"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F1DBA51-00B2-4C12-A82D-89CD758857FB}"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81B5913A-DDF4-4C49-B945-F75493061620}">
      <dgm:prSet phldrT="[Text]" custT="1"/>
      <dgm:spPr/>
      <dgm:t>
        <a:bodyPr/>
        <a:lstStyle/>
        <a:p>
          <a:r>
            <a:rPr lang="en-US" sz="2800" b="1" dirty="0">
              <a:solidFill>
                <a:srgbClr val="ED6E2E"/>
              </a:solidFill>
            </a:rPr>
            <a:t>/Users</a:t>
          </a:r>
          <a:br>
            <a:rPr lang="en-US" sz="2800" dirty="0">
              <a:solidFill>
                <a:srgbClr val="ED6E2E"/>
              </a:solidFill>
            </a:rPr>
          </a:br>
          <a:r>
            <a:rPr lang="en-US" sz="2500" dirty="0"/>
            <a:t>User accounts and associated files</a:t>
          </a:r>
        </a:p>
      </dgm:t>
    </dgm:pt>
    <dgm:pt modelId="{6011EA89-ACBC-44FB-9E1F-E1E3B2502080}" type="parTrans" cxnId="{9104DAB3-5823-45DD-8DAD-A2A67ACE1E89}">
      <dgm:prSet/>
      <dgm:spPr/>
      <dgm:t>
        <a:bodyPr/>
        <a:lstStyle/>
        <a:p>
          <a:endParaRPr lang="en-US"/>
        </a:p>
      </dgm:t>
    </dgm:pt>
    <dgm:pt modelId="{0E418537-3FFE-43A7-A2E2-B56A88E36E84}" type="sibTrans" cxnId="{9104DAB3-5823-45DD-8DAD-A2A67ACE1E89}">
      <dgm:prSet/>
      <dgm:spPr/>
      <dgm:t>
        <a:bodyPr/>
        <a:lstStyle/>
        <a:p>
          <a:endParaRPr lang="en-US"/>
        </a:p>
      </dgm:t>
    </dgm:pt>
    <dgm:pt modelId="{15BA3EEA-5774-430C-87D3-EF29D4996E06}">
      <dgm:prSet phldrT="[Text]" custT="1"/>
      <dgm:spPr/>
      <dgm:t>
        <a:bodyPr/>
        <a:lstStyle/>
        <a:p>
          <a:r>
            <a:rPr lang="en-US" sz="2800" b="1" dirty="0">
              <a:solidFill>
                <a:srgbClr val="ED6E2E"/>
              </a:solidFill>
            </a:rPr>
            <a:t>/Applications</a:t>
          </a:r>
          <a:br>
            <a:rPr lang="en-US" sz="2500" dirty="0"/>
          </a:br>
          <a:r>
            <a:rPr lang="en-US" sz="2500" dirty="0"/>
            <a:t>All applications</a:t>
          </a:r>
        </a:p>
      </dgm:t>
    </dgm:pt>
    <dgm:pt modelId="{297D98A0-DC75-4DE6-8708-E4A505242C70}" type="parTrans" cxnId="{66F60E93-0DE4-48A1-83C2-02656729FF02}">
      <dgm:prSet/>
      <dgm:spPr/>
      <dgm:t>
        <a:bodyPr/>
        <a:lstStyle/>
        <a:p>
          <a:endParaRPr lang="en-US"/>
        </a:p>
      </dgm:t>
    </dgm:pt>
    <dgm:pt modelId="{BA3E9009-77DE-4569-8E75-BFE007A11887}" type="sibTrans" cxnId="{66F60E93-0DE4-48A1-83C2-02656729FF02}">
      <dgm:prSet/>
      <dgm:spPr/>
      <dgm:t>
        <a:bodyPr/>
        <a:lstStyle/>
        <a:p>
          <a:endParaRPr lang="en-US"/>
        </a:p>
      </dgm:t>
    </dgm:pt>
    <dgm:pt modelId="{39AA4F39-F343-44FB-9FD6-E43EBEA90BCE}">
      <dgm:prSet phldrT="[Text]" custT="1"/>
      <dgm:spPr/>
      <dgm:t>
        <a:bodyPr/>
        <a:lstStyle/>
        <a:p>
          <a:r>
            <a:rPr lang="en-US" sz="2800" b="1" dirty="0">
              <a:solidFill>
                <a:srgbClr val="ED6E2E"/>
              </a:solidFill>
            </a:rPr>
            <a:t>/Network</a:t>
          </a:r>
          <a:br>
            <a:rPr lang="en-US" sz="2500" b="1" dirty="0">
              <a:solidFill>
                <a:srgbClr val="ED6E2E"/>
              </a:solidFill>
            </a:rPr>
          </a:br>
          <a:r>
            <a:rPr lang="en-US" sz="2500" b="1" dirty="0"/>
            <a:t>I</a:t>
          </a:r>
          <a:r>
            <a:rPr lang="en-US" sz="2500" dirty="0"/>
            <a:t>nformation about servers, network libraries, and network properties</a:t>
          </a:r>
        </a:p>
      </dgm:t>
    </dgm:pt>
    <dgm:pt modelId="{B866A5E9-2CB0-48CB-A8FD-4471D2BED0F6}" type="parTrans" cxnId="{D21A6F3E-F3A1-4ED4-AC86-D9E11E6D9740}">
      <dgm:prSet/>
      <dgm:spPr/>
      <dgm:t>
        <a:bodyPr/>
        <a:lstStyle/>
        <a:p>
          <a:endParaRPr lang="en-US"/>
        </a:p>
      </dgm:t>
    </dgm:pt>
    <dgm:pt modelId="{3C2EB91A-86C5-412A-B3D1-92014CDFC09F}" type="sibTrans" cxnId="{D21A6F3E-F3A1-4ED4-AC86-D9E11E6D9740}">
      <dgm:prSet/>
      <dgm:spPr/>
      <dgm:t>
        <a:bodyPr/>
        <a:lstStyle/>
        <a:p>
          <a:endParaRPr lang="en-US"/>
        </a:p>
      </dgm:t>
    </dgm:pt>
    <dgm:pt modelId="{5D1BBE29-199C-4B75-BAF7-BDEC71EC067F}">
      <dgm:prSet custT="1"/>
      <dgm:spPr/>
      <dgm:t>
        <a:bodyPr/>
        <a:lstStyle/>
        <a:p>
          <a:r>
            <a:rPr lang="en-US" sz="2800" b="1" dirty="0">
              <a:solidFill>
                <a:srgbClr val="ED6E2E"/>
              </a:solidFill>
            </a:rPr>
            <a:t>/etc</a:t>
          </a:r>
          <a:br>
            <a:rPr lang="en-US" sz="2800" b="1" dirty="0">
              <a:solidFill>
                <a:srgbClr val="ED6E2E"/>
              </a:solidFill>
            </a:rPr>
          </a:br>
          <a:r>
            <a:rPr lang="en-US" sz="2500" b="0" dirty="0"/>
            <a:t>Configuration files</a:t>
          </a:r>
        </a:p>
      </dgm:t>
    </dgm:pt>
    <dgm:pt modelId="{4894D40F-1A04-4AFE-BF83-1F68D8E8FED3}" type="parTrans" cxnId="{AB3CE8AA-0252-46F5-A775-7754E9118C5D}">
      <dgm:prSet/>
      <dgm:spPr/>
      <dgm:t>
        <a:bodyPr/>
        <a:lstStyle/>
        <a:p>
          <a:endParaRPr lang="en-US"/>
        </a:p>
      </dgm:t>
    </dgm:pt>
    <dgm:pt modelId="{5E51AF8A-32B5-4765-BA59-006E6F9B842C}" type="sibTrans" cxnId="{AB3CE8AA-0252-46F5-A775-7754E9118C5D}">
      <dgm:prSet/>
      <dgm:spPr/>
      <dgm:t>
        <a:bodyPr/>
        <a:lstStyle/>
        <a:p>
          <a:endParaRPr lang="en-US"/>
        </a:p>
      </dgm:t>
    </dgm:pt>
    <dgm:pt modelId="{F071A9F4-4378-446C-88E5-FEEBCD9137D1}" type="pres">
      <dgm:prSet presAssocID="{4F1DBA51-00B2-4C12-A82D-89CD758857FB}" presName="diagram" presStyleCnt="0">
        <dgm:presLayoutVars>
          <dgm:dir/>
          <dgm:resizeHandles val="exact"/>
        </dgm:presLayoutVars>
      </dgm:prSet>
      <dgm:spPr/>
    </dgm:pt>
    <dgm:pt modelId="{F5895A78-6E92-4396-A270-0B6D1BB89AE8}" type="pres">
      <dgm:prSet presAssocID="{81B5913A-DDF4-4C49-B945-F75493061620}" presName="node" presStyleLbl="node1" presStyleIdx="0" presStyleCnt="4">
        <dgm:presLayoutVars>
          <dgm:bulletEnabled val="1"/>
        </dgm:presLayoutVars>
      </dgm:prSet>
      <dgm:spPr/>
    </dgm:pt>
    <dgm:pt modelId="{0BADA05C-7D8B-4071-A528-1A9B2CB67CB3}" type="pres">
      <dgm:prSet presAssocID="{0E418537-3FFE-43A7-A2E2-B56A88E36E84}" presName="sibTrans" presStyleCnt="0"/>
      <dgm:spPr/>
    </dgm:pt>
    <dgm:pt modelId="{9DAA730C-05C5-4AB3-A2E8-0C58EF86DC0A}" type="pres">
      <dgm:prSet presAssocID="{15BA3EEA-5774-430C-87D3-EF29D4996E06}" presName="node" presStyleLbl="node1" presStyleIdx="1" presStyleCnt="4">
        <dgm:presLayoutVars>
          <dgm:bulletEnabled val="1"/>
        </dgm:presLayoutVars>
      </dgm:prSet>
      <dgm:spPr/>
    </dgm:pt>
    <dgm:pt modelId="{611CDBE9-C70F-4858-8461-49482A5247F9}" type="pres">
      <dgm:prSet presAssocID="{BA3E9009-77DE-4569-8E75-BFE007A11887}" presName="sibTrans" presStyleCnt="0"/>
      <dgm:spPr/>
    </dgm:pt>
    <dgm:pt modelId="{2F27AE05-A284-459B-A94B-32223C2F1F90}" type="pres">
      <dgm:prSet presAssocID="{39AA4F39-F343-44FB-9FD6-E43EBEA90BCE}" presName="node" presStyleLbl="node1" presStyleIdx="2" presStyleCnt="4">
        <dgm:presLayoutVars>
          <dgm:bulletEnabled val="1"/>
        </dgm:presLayoutVars>
      </dgm:prSet>
      <dgm:spPr/>
    </dgm:pt>
    <dgm:pt modelId="{434B2414-7FB4-4315-BC32-C6CDC9735EF4}" type="pres">
      <dgm:prSet presAssocID="{3C2EB91A-86C5-412A-B3D1-92014CDFC09F}" presName="sibTrans" presStyleCnt="0"/>
      <dgm:spPr/>
    </dgm:pt>
    <dgm:pt modelId="{FBEC6E8B-B6B6-4668-869B-462491DBAEB1}" type="pres">
      <dgm:prSet presAssocID="{5D1BBE29-199C-4B75-BAF7-BDEC71EC067F}" presName="node" presStyleLbl="node1" presStyleIdx="3" presStyleCnt="4">
        <dgm:presLayoutVars>
          <dgm:bulletEnabled val="1"/>
        </dgm:presLayoutVars>
      </dgm:prSet>
      <dgm:spPr/>
    </dgm:pt>
  </dgm:ptLst>
  <dgm:cxnLst>
    <dgm:cxn modelId="{37C3F003-564D-416C-B7B3-38F7D31BA0AE}" type="presOf" srcId="{39AA4F39-F343-44FB-9FD6-E43EBEA90BCE}" destId="{2F27AE05-A284-459B-A94B-32223C2F1F90}" srcOrd="0" destOrd="0" presId="urn:microsoft.com/office/officeart/2005/8/layout/default"/>
    <dgm:cxn modelId="{8A90393C-63EA-409A-9222-3B30D2E92A4E}" type="presOf" srcId="{4F1DBA51-00B2-4C12-A82D-89CD758857FB}" destId="{F071A9F4-4378-446C-88E5-FEEBCD9137D1}" srcOrd="0" destOrd="0" presId="urn:microsoft.com/office/officeart/2005/8/layout/default"/>
    <dgm:cxn modelId="{D21A6F3E-F3A1-4ED4-AC86-D9E11E6D9740}" srcId="{4F1DBA51-00B2-4C12-A82D-89CD758857FB}" destId="{39AA4F39-F343-44FB-9FD6-E43EBEA90BCE}" srcOrd="2" destOrd="0" parTransId="{B866A5E9-2CB0-48CB-A8FD-4471D2BED0F6}" sibTransId="{3C2EB91A-86C5-412A-B3D1-92014CDFC09F}"/>
    <dgm:cxn modelId="{70311186-D4BD-4A0F-B6F8-020BFD6102E0}" type="presOf" srcId="{5D1BBE29-199C-4B75-BAF7-BDEC71EC067F}" destId="{FBEC6E8B-B6B6-4668-869B-462491DBAEB1}" srcOrd="0" destOrd="0" presId="urn:microsoft.com/office/officeart/2005/8/layout/default"/>
    <dgm:cxn modelId="{66F60E93-0DE4-48A1-83C2-02656729FF02}" srcId="{4F1DBA51-00B2-4C12-A82D-89CD758857FB}" destId="{15BA3EEA-5774-430C-87D3-EF29D4996E06}" srcOrd="1" destOrd="0" parTransId="{297D98A0-DC75-4DE6-8708-E4A505242C70}" sibTransId="{BA3E9009-77DE-4569-8E75-BFE007A11887}"/>
    <dgm:cxn modelId="{AB3CE8AA-0252-46F5-A775-7754E9118C5D}" srcId="{4F1DBA51-00B2-4C12-A82D-89CD758857FB}" destId="{5D1BBE29-199C-4B75-BAF7-BDEC71EC067F}" srcOrd="3" destOrd="0" parTransId="{4894D40F-1A04-4AFE-BF83-1F68D8E8FED3}" sibTransId="{5E51AF8A-32B5-4765-BA59-006E6F9B842C}"/>
    <dgm:cxn modelId="{6A0E68B3-660B-4D9E-97CF-D121C29A24B3}" type="presOf" srcId="{15BA3EEA-5774-430C-87D3-EF29D4996E06}" destId="{9DAA730C-05C5-4AB3-A2E8-0C58EF86DC0A}" srcOrd="0" destOrd="0" presId="urn:microsoft.com/office/officeart/2005/8/layout/default"/>
    <dgm:cxn modelId="{9104DAB3-5823-45DD-8DAD-A2A67ACE1E89}" srcId="{4F1DBA51-00B2-4C12-A82D-89CD758857FB}" destId="{81B5913A-DDF4-4C49-B945-F75493061620}" srcOrd="0" destOrd="0" parTransId="{6011EA89-ACBC-44FB-9E1F-E1E3B2502080}" sibTransId="{0E418537-3FFE-43A7-A2E2-B56A88E36E84}"/>
    <dgm:cxn modelId="{C8432CB6-3D01-46ED-96FD-841F131590D4}" type="presOf" srcId="{81B5913A-DDF4-4C49-B945-F75493061620}" destId="{F5895A78-6E92-4396-A270-0B6D1BB89AE8}" srcOrd="0" destOrd="0" presId="urn:microsoft.com/office/officeart/2005/8/layout/default"/>
    <dgm:cxn modelId="{64360CE5-FCA0-4B12-B556-7E463C58880E}" type="presParOf" srcId="{F071A9F4-4378-446C-88E5-FEEBCD9137D1}" destId="{F5895A78-6E92-4396-A270-0B6D1BB89AE8}" srcOrd="0" destOrd="0" presId="urn:microsoft.com/office/officeart/2005/8/layout/default"/>
    <dgm:cxn modelId="{BF9D3256-1E94-4E61-85A9-9AAACA13AE14}" type="presParOf" srcId="{F071A9F4-4378-446C-88E5-FEEBCD9137D1}" destId="{0BADA05C-7D8B-4071-A528-1A9B2CB67CB3}" srcOrd="1" destOrd="0" presId="urn:microsoft.com/office/officeart/2005/8/layout/default"/>
    <dgm:cxn modelId="{A8EFA2BD-59C0-49A6-8D18-A7C11785475B}" type="presParOf" srcId="{F071A9F4-4378-446C-88E5-FEEBCD9137D1}" destId="{9DAA730C-05C5-4AB3-A2E8-0C58EF86DC0A}" srcOrd="2" destOrd="0" presId="urn:microsoft.com/office/officeart/2005/8/layout/default"/>
    <dgm:cxn modelId="{03B362C4-4DB2-48EB-BE03-A850F098996E}" type="presParOf" srcId="{F071A9F4-4378-446C-88E5-FEEBCD9137D1}" destId="{611CDBE9-C70F-4858-8461-49482A5247F9}" srcOrd="3" destOrd="0" presId="urn:microsoft.com/office/officeart/2005/8/layout/default"/>
    <dgm:cxn modelId="{1B9C3439-1272-4CE9-AD5F-4517D21E5FB7}" type="presParOf" srcId="{F071A9F4-4378-446C-88E5-FEEBCD9137D1}" destId="{2F27AE05-A284-459B-A94B-32223C2F1F90}" srcOrd="4" destOrd="0" presId="urn:microsoft.com/office/officeart/2005/8/layout/default"/>
    <dgm:cxn modelId="{77949039-582E-418E-ADB8-15B14102129D}" type="presParOf" srcId="{F071A9F4-4378-446C-88E5-FEEBCD9137D1}" destId="{434B2414-7FB4-4315-BC32-C6CDC9735EF4}" srcOrd="5" destOrd="0" presId="urn:microsoft.com/office/officeart/2005/8/layout/default"/>
    <dgm:cxn modelId="{DA369AC0-C589-474F-BAA5-A390E0D95716}" type="presParOf" srcId="{F071A9F4-4378-446C-88E5-FEEBCD9137D1}" destId="{FBEC6E8B-B6B6-4668-869B-462491DBAEB1}"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A769A350-F0D8-4226-93C5-AB19244277FC}"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18F0DCF2-FC19-4867-8CEC-D2BE9BD695AC}">
      <dgm:prSet phldrT="[Text]"/>
      <dgm:spPr/>
      <dgm:t>
        <a:bodyPr/>
        <a:lstStyle/>
        <a:p>
          <a:r>
            <a:rPr lang="en-US" dirty="0"/>
            <a:t>Target Disk mode</a:t>
          </a:r>
        </a:p>
      </dgm:t>
    </dgm:pt>
    <dgm:pt modelId="{843A1258-7657-4F31-880C-AD43DB7AF118}" type="parTrans" cxnId="{AB352275-03FC-45EB-A066-3C66FF301106}">
      <dgm:prSet/>
      <dgm:spPr/>
      <dgm:t>
        <a:bodyPr/>
        <a:lstStyle/>
        <a:p>
          <a:endParaRPr lang="en-US"/>
        </a:p>
      </dgm:t>
    </dgm:pt>
    <dgm:pt modelId="{9AC77A2F-A9EF-4729-89AF-8B65A2815A55}" type="sibTrans" cxnId="{AB352275-03FC-45EB-A066-3C66FF301106}">
      <dgm:prSet/>
      <dgm:spPr/>
      <dgm:t>
        <a:bodyPr/>
        <a:lstStyle/>
        <a:p>
          <a:endParaRPr lang="en-US"/>
        </a:p>
      </dgm:t>
    </dgm:pt>
    <dgm:pt modelId="{D490B8CC-51B6-4F6A-A427-C22713142BA3}">
      <dgm:prSet phldrT="[Text]"/>
      <dgm:spPr/>
      <dgm:t>
        <a:bodyPr/>
        <a:lstStyle/>
        <a:p>
          <a:r>
            <a:rPr lang="en-US" dirty="0"/>
            <a:t>Searching virtual memory</a:t>
          </a:r>
        </a:p>
      </dgm:t>
    </dgm:pt>
    <dgm:pt modelId="{73EDE60B-7A57-4759-97FA-CF2A6091F37C}" type="parTrans" cxnId="{12400500-55A7-454E-A16B-0F0E96A7DF68}">
      <dgm:prSet/>
      <dgm:spPr/>
      <dgm:t>
        <a:bodyPr/>
        <a:lstStyle/>
        <a:p>
          <a:endParaRPr lang="en-US"/>
        </a:p>
      </dgm:t>
    </dgm:pt>
    <dgm:pt modelId="{73B56030-D918-4CCD-86EE-85295A25414F}" type="sibTrans" cxnId="{12400500-55A7-454E-A16B-0F0E96A7DF68}">
      <dgm:prSet/>
      <dgm:spPr/>
      <dgm:t>
        <a:bodyPr/>
        <a:lstStyle/>
        <a:p>
          <a:endParaRPr lang="en-US"/>
        </a:p>
      </dgm:t>
    </dgm:pt>
    <dgm:pt modelId="{7F7E1448-CAC0-42BB-9CB1-B90992C3663D}">
      <dgm:prSet phldrT="[Text]"/>
      <dgm:spPr/>
      <dgm:t>
        <a:bodyPr/>
        <a:lstStyle/>
        <a:p>
          <a:r>
            <a:rPr lang="en-US" dirty="0"/>
            <a:t>Shell commands</a:t>
          </a:r>
        </a:p>
      </dgm:t>
    </dgm:pt>
    <dgm:pt modelId="{B18D1FF3-9B2D-4408-8C19-B686E8411FF5}" type="parTrans" cxnId="{CD562D61-EB79-406F-92F8-CF6C797960AA}">
      <dgm:prSet/>
      <dgm:spPr/>
      <dgm:t>
        <a:bodyPr/>
        <a:lstStyle/>
        <a:p>
          <a:endParaRPr lang="en-US"/>
        </a:p>
      </dgm:t>
    </dgm:pt>
    <dgm:pt modelId="{DBDA7517-9F57-40A7-A0EA-B85A9A01C40B}" type="sibTrans" cxnId="{CD562D61-EB79-406F-92F8-CF6C797960AA}">
      <dgm:prSet/>
      <dgm:spPr/>
      <dgm:t>
        <a:bodyPr/>
        <a:lstStyle/>
        <a:p>
          <a:endParaRPr lang="en-US"/>
        </a:p>
      </dgm:t>
    </dgm:pt>
    <dgm:pt modelId="{ED3D30DF-2262-42F9-828F-B8E4453C9BD0}" type="pres">
      <dgm:prSet presAssocID="{A769A350-F0D8-4226-93C5-AB19244277FC}" presName="linear" presStyleCnt="0">
        <dgm:presLayoutVars>
          <dgm:dir/>
          <dgm:animLvl val="lvl"/>
          <dgm:resizeHandles val="exact"/>
        </dgm:presLayoutVars>
      </dgm:prSet>
      <dgm:spPr/>
    </dgm:pt>
    <dgm:pt modelId="{D22B7180-04BE-4934-853A-0ADDBF72E7C3}" type="pres">
      <dgm:prSet presAssocID="{18F0DCF2-FC19-4867-8CEC-D2BE9BD695AC}" presName="parentLin" presStyleCnt="0"/>
      <dgm:spPr/>
    </dgm:pt>
    <dgm:pt modelId="{21CECFAD-86E2-4DFD-8534-DC058AB13FE8}" type="pres">
      <dgm:prSet presAssocID="{18F0DCF2-FC19-4867-8CEC-D2BE9BD695AC}" presName="parentLeftMargin" presStyleLbl="node1" presStyleIdx="0" presStyleCnt="3"/>
      <dgm:spPr/>
    </dgm:pt>
    <dgm:pt modelId="{5A310002-858B-4899-B3F3-6000ECDC3207}" type="pres">
      <dgm:prSet presAssocID="{18F0DCF2-FC19-4867-8CEC-D2BE9BD695AC}" presName="parentText" presStyleLbl="node1" presStyleIdx="0" presStyleCnt="3">
        <dgm:presLayoutVars>
          <dgm:chMax val="0"/>
          <dgm:bulletEnabled val="1"/>
        </dgm:presLayoutVars>
      </dgm:prSet>
      <dgm:spPr/>
    </dgm:pt>
    <dgm:pt modelId="{A4261FB5-AF21-4D49-B100-ABE08E4D24BF}" type="pres">
      <dgm:prSet presAssocID="{18F0DCF2-FC19-4867-8CEC-D2BE9BD695AC}" presName="negativeSpace" presStyleCnt="0"/>
      <dgm:spPr/>
    </dgm:pt>
    <dgm:pt modelId="{B2128D72-E9CB-471C-A5AA-0287FE91B1EF}" type="pres">
      <dgm:prSet presAssocID="{18F0DCF2-FC19-4867-8CEC-D2BE9BD695AC}" presName="childText" presStyleLbl="conFgAcc1" presStyleIdx="0" presStyleCnt="3">
        <dgm:presLayoutVars>
          <dgm:bulletEnabled val="1"/>
        </dgm:presLayoutVars>
      </dgm:prSet>
      <dgm:spPr/>
    </dgm:pt>
    <dgm:pt modelId="{9E3E5857-F667-4886-954B-62051840DE37}" type="pres">
      <dgm:prSet presAssocID="{9AC77A2F-A9EF-4729-89AF-8B65A2815A55}" presName="spaceBetweenRectangles" presStyleCnt="0"/>
      <dgm:spPr/>
    </dgm:pt>
    <dgm:pt modelId="{24C513F6-248F-47F3-BFAD-3F3B5065D857}" type="pres">
      <dgm:prSet presAssocID="{D490B8CC-51B6-4F6A-A427-C22713142BA3}" presName="parentLin" presStyleCnt="0"/>
      <dgm:spPr/>
    </dgm:pt>
    <dgm:pt modelId="{1C47C137-8692-4E1E-8E78-2357D1605CD6}" type="pres">
      <dgm:prSet presAssocID="{D490B8CC-51B6-4F6A-A427-C22713142BA3}" presName="parentLeftMargin" presStyleLbl="node1" presStyleIdx="0" presStyleCnt="3"/>
      <dgm:spPr/>
    </dgm:pt>
    <dgm:pt modelId="{1B0AE119-8386-4DCE-9645-3EA3B3A09610}" type="pres">
      <dgm:prSet presAssocID="{D490B8CC-51B6-4F6A-A427-C22713142BA3}" presName="parentText" presStyleLbl="node1" presStyleIdx="1" presStyleCnt="3">
        <dgm:presLayoutVars>
          <dgm:chMax val="0"/>
          <dgm:bulletEnabled val="1"/>
        </dgm:presLayoutVars>
      </dgm:prSet>
      <dgm:spPr/>
    </dgm:pt>
    <dgm:pt modelId="{296BBDDE-8590-4A7C-94AC-3A7E5BF8542E}" type="pres">
      <dgm:prSet presAssocID="{D490B8CC-51B6-4F6A-A427-C22713142BA3}" presName="negativeSpace" presStyleCnt="0"/>
      <dgm:spPr/>
    </dgm:pt>
    <dgm:pt modelId="{B9F14539-C458-4AEA-B92D-D70A19F5EA06}" type="pres">
      <dgm:prSet presAssocID="{D490B8CC-51B6-4F6A-A427-C22713142BA3}" presName="childText" presStyleLbl="conFgAcc1" presStyleIdx="1" presStyleCnt="3">
        <dgm:presLayoutVars>
          <dgm:bulletEnabled val="1"/>
        </dgm:presLayoutVars>
      </dgm:prSet>
      <dgm:spPr/>
    </dgm:pt>
    <dgm:pt modelId="{B933FA70-6956-4F9C-929C-0A42F2AE6007}" type="pres">
      <dgm:prSet presAssocID="{73B56030-D918-4CCD-86EE-85295A25414F}" presName="spaceBetweenRectangles" presStyleCnt="0"/>
      <dgm:spPr/>
    </dgm:pt>
    <dgm:pt modelId="{4700881B-A639-42C8-9EF1-DD2798AC49CE}" type="pres">
      <dgm:prSet presAssocID="{7F7E1448-CAC0-42BB-9CB1-B90992C3663D}" presName="parentLin" presStyleCnt="0"/>
      <dgm:spPr/>
    </dgm:pt>
    <dgm:pt modelId="{27DBDD29-FF2F-4551-9BFC-85A53B0457DF}" type="pres">
      <dgm:prSet presAssocID="{7F7E1448-CAC0-42BB-9CB1-B90992C3663D}" presName="parentLeftMargin" presStyleLbl="node1" presStyleIdx="1" presStyleCnt="3"/>
      <dgm:spPr/>
    </dgm:pt>
    <dgm:pt modelId="{0E4A369D-A170-49E4-BD46-4A7207D5E042}" type="pres">
      <dgm:prSet presAssocID="{7F7E1448-CAC0-42BB-9CB1-B90992C3663D}" presName="parentText" presStyleLbl="node1" presStyleIdx="2" presStyleCnt="3">
        <dgm:presLayoutVars>
          <dgm:chMax val="0"/>
          <dgm:bulletEnabled val="1"/>
        </dgm:presLayoutVars>
      </dgm:prSet>
      <dgm:spPr/>
    </dgm:pt>
    <dgm:pt modelId="{1EE36236-6D10-4DC6-9819-784E02477E86}" type="pres">
      <dgm:prSet presAssocID="{7F7E1448-CAC0-42BB-9CB1-B90992C3663D}" presName="negativeSpace" presStyleCnt="0"/>
      <dgm:spPr/>
    </dgm:pt>
    <dgm:pt modelId="{76A5E164-3D88-49B4-B5E6-AC0AFBA2C483}" type="pres">
      <dgm:prSet presAssocID="{7F7E1448-CAC0-42BB-9CB1-B90992C3663D}" presName="childText" presStyleLbl="conFgAcc1" presStyleIdx="2" presStyleCnt="3">
        <dgm:presLayoutVars>
          <dgm:bulletEnabled val="1"/>
        </dgm:presLayoutVars>
      </dgm:prSet>
      <dgm:spPr/>
    </dgm:pt>
  </dgm:ptLst>
  <dgm:cxnLst>
    <dgm:cxn modelId="{12400500-55A7-454E-A16B-0F0E96A7DF68}" srcId="{A769A350-F0D8-4226-93C5-AB19244277FC}" destId="{D490B8CC-51B6-4F6A-A427-C22713142BA3}" srcOrd="1" destOrd="0" parTransId="{73EDE60B-7A57-4759-97FA-CF2A6091F37C}" sibTransId="{73B56030-D918-4CCD-86EE-85295A25414F}"/>
    <dgm:cxn modelId="{1D65370F-F603-46AC-B68F-5CBB06B202CE}" type="presOf" srcId="{D490B8CC-51B6-4F6A-A427-C22713142BA3}" destId="{1B0AE119-8386-4DCE-9645-3EA3B3A09610}" srcOrd="1" destOrd="0" presId="urn:microsoft.com/office/officeart/2005/8/layout/list1"/>
    <dgm:cxn modelId="{78F63D31-B1D8-49F5-B741-F16AB73E4931}" type="presOf" srcId="{7F7E1448-CAC0-42BB-9CB1-B90992C3663D}" destId="{27DBDD29-FF2F-4551-9BFC-85A53B0457DF}" srcOrd="0" destOrd="0" presId="urn:microsoft.com/office/officeart/2005/8/layout/list1"/>
    <dgm:cxn modelId="{2F4FF433-6B2E-40A1-8AB9-891294E7AF22}" type="presOf" srcId="{7F7E1448-CAC0-42BB-9CB1-B90992C3663D}" destId="{0E4A369D-A170-49E4-BD46-4A7207D5E042}" srcOrd="1" destOrd="0" presId="urn:microsoft.com/office/officeart/2005/8/layout/list1"/>
    <dgm:cxn modelId="{CD562D61-EB79-406F-92F8-CF6C797960AA}" srcId="{A769A350-F0D8-4226-93C5-AB19244277FC}" destId="{7F7E1448-CAC0-42BB-9CB1-B90992C3663D}" srcOrd="2" destOrd="0" parTransId="{B18D1FF3-9B2D-4408-8C19-B686E8411FF5}" sibTransId="{DBDA7517-9F57-40A7-A0EA-B85A9A01C40B}"/>
    <dgm:cxn modelId="{AB352275-03FC-45EB-A066-3C66FF301106}" srcId="{A769A350-F0D8-4226-93C5-AB19244277FC}" destId="{18F0DCF2-FC19-4867-8CEC-D2BE9BD695AC}" srcOrd="0" destOrd="0" parTransId="{843A1258-7657-4F31-880C-AD43DB7AF118}" sibTransId="{9AC77A2F-A9EF-4729-89AF-8B65A2815A55}"/>
    <dgm:cxn modelId="{AD1DECBF-DE24-4C86-A377-18C4C0CDBB90}" type="presOf" srcId="{A769A350-F0D8-4226-93C5-AB19244277FC}" destId="{ED3D30DF-2262-42F9-828F-B8E4453C9BD0}" srcOrd="0" destOrd="0" presId="urn:microsoft.com/office/officeart/2005/8/layout/list1"/>
    <dgm:cxn modelId="{1F7D13D7-18BA-4521-9CCB-43E6024248A5}" type="presOf" srcId="{D490B8CC-51B6-4F6A-A427-C22713142BA3}" destId="{1C47C137-8692-4E1E-8E78-2357D1605CD6}" srcOrd="0" destOrd="0" presId="urn:microsoft.com/office/officeart/2005/8/layout/list1"/>
    <dgm:cxn modelId="{811B73FD-1AE0-407B-9965-86000C7BCD6D}" type="presOf" srcId="{18F0DCF2-FC19-4867-8CEC-D2BE9BD695AC}" destId="{21CECFAD-86E2-4DFD-8534-DC058AB13FE8}" srcOrd="0" destOrd="0" presId="urn:microsoft.com/office/officeart/2005/8/layout/list1"/>
    <dgm:cxn modelId="{F53B10FE-3C89-454A-8443-CC4A54FC47B5}" type="presOf" srcId="{18F0DCF2-FC19-4867-8CEC-D2BE9BD695AC}" destId="{5A310002-858B-4899-B3F3-6000ECDC3207}" srcOrd="1" destOrd="0" presId="urn:microsoft.com/office/officeart/2005/8/layout/list1"/>
    <dgm:cxn modelId="{C2A66DDF-FD1E-47CD-A12A-282F2EF3C7B5}" type="presParOf" srcId="{ED3D30DF-2262-42F9-828F-B8E4453C9BD0}" destId="{D22B7180-04BE-4934-853A-0ADDBF72E7C3}" srcOrd="0" destOrd="0" presId="urn:microsoft.com/office/officeart/2005/8/layout/list1"/>
    <dgm:cxn modelId="{531682D8-19B3-448F-9470-BBF6CDFB0D90}" type="presParOf" srcId="{D22B7180-04BE-4934-853A-0ADDBF72E7C3}" destId="{21CECFAD-86E2-4DFD-8534-DC058AB13FE8}" srcOrd="0" destOrd="0" presId="urn:microsoft.com/office/officeart/2005/8/layout/list1"/>
    <dgm:cxn modelId="{1564EA06-0D2C-4461-89A5-2E979E614E2E}" type="presParOf" srcId="{D22B7180-04BE-4934-853A-0ADDBF72E7C3}" destId="{5A310002-858B-4899-B3F3-6000ECDC3207}" srcOrd="1" destOrd="0" presId="urn:microsoft.com/office/officeart/2005/8/layout/list1"/>
    <dgm:cxn modelId="{EA5E1E24-B2E1-415B-9EDF-E43073FC66B8}" type="presParOf" srcId="{ED3D30DF-2262-42F9-828F-B8E4453C9BD0}" destId="{A4261FB5-AF21-4D49-B100-ABE08E4D24BF}" srcOrd="1" destOrd="0" presId="urn:microsoft.com/office/officeart/2005/8/layout/list1"/>
    <dgm:cxn modelId="{3CDE98F1-AFA1-4F99-A138-8ADD70DBE342}" type="presParOf" srcId="{ED3D30DF-2262-42F9-828F-B8E4453C9BD0}" destId="{B2128D72-E9CB-471C-A5AA-0287FE91B1EF}" srcOrd="2" destOrd="0" presId="urn:microsoft.com/office/officeart/2005/8/layout/list1"/>
    <dgm:cxn modelId="{C96F60BF-9EE4-4293-84CC-BAA37DF356AD}" type="presParOf" srcId="{ED3D30DF-2262-42F9-828F-B8E4453C9BD0}" destId="{9E3E5857-F667-4886-954B-62051840DE37}" srcOrd="3" destOrd="0" presId="urn:microsoft.com/office/officeart/2005/8/layout/list1"/>
    <dgm:cxn modelId="{5CCF7BDE-62FD-4CF2-B714-C59410648C34}" type="presParOf" srcId="{ED3D30DF-2262-42F9-828F-B8E4453C9BD0}" destId="{24C513F6-248F-47F3-BFAD-3F3B5065D857}" srcOrd="4" destOrd="0" presId="urn:microsoft.com/office/officeart/2005/8/layout/list1"/>
    <dgm:cxn modelId="{3D899518-141F-453E-868F-7DF3031C1398}" type="presParOf" srcId="{24C513F6-248F-47F3-BFAD-3F3B5065D857}" destId="{1C47C137-8692-4E1E-8E78-2357D1605CD6}" srcOrd="0" destOrd="0" presId="urn:microsoft.com/office/officeart/2005/8/layout/list1"/>
    <dgm:cxn modelId="{9702EA2A-9D06-4D1C-829F-59023A06B82C}" type="presParOf" srcId="{24C513F6-248F-47F3-BFAD-3F3B5065D857}" destId="{1B0AE119-8386-4DCE-9645-3EA3B3A09610}" srcOrd="1" destOrd="0" presId="urn:microsoft.com/office/officeart/2005/8/layout/list1"/>
    <dgm:cxn modelId="{02BD677F-372F-4FC0-A17A-65018C35A828}" type="presParOf" srcId="{ED3D30DF-2262-42F9-828F-B8E4453C9BD0}" destId="{296BBDDE-8590-4A7C-94AC-3A7E5BF8542E}" srcOrd="5" destOrd="0" presId="urn:microsoft.com/office/officeart/2005/8/layout/list1"/>
    <dgm:cxn modelId="{84DEFEEF-CFE9-47C9-A58D-932EB44C3D4D}" type="presParOf" srcId="{ED3D30DF-2262-42F9-828F-B8E4453C9BD0}" destId="{B9F14539-C458-4AEA-B92D-D70A19F5EA06}" srcOrd="6" destOrd="0" presId="urn:microsoft.com/office/officeart/2005/8/layout/list1"/>
    <dgm:cxn modelId="{6683106C-F686-48D4-B5DA-4D41865C1AF9}" type="presParOf" srcId="{ED3D30DF-2262-42F9-828F-B8E4453C9BD0}" destId="{B933FA70-6956-4F9C-929C-0A42F2AE6007}" srcOrd="7" destOrd="0" presId="urn:microsoft.com/office/officeart/2005/8/layout/list1"/>
    <dgm:cxn modelId="{CD433906-AE62-4FF2-8AAC-C8D48AE74B4D}" type="presParOf" srcId="{ED3D30DF-2262-42F9-828F-B8E4453C9BD0}" destId="{4700881B-A639-42C8-9EF1-DD2798AC49CE}" srcOrd="8" destOrd="0" presId="urn:microsoft.com/office/officeart/2005/8/layout/list1"/>
    <dgm:cxn modelId="{12AEAECD-FB6E-417B-A498-997784B02226}" type="presParOf" srcId="{4700881B-A639-42C8-9EF1-DD2798AC49CE}" destId="{27DBDD29-FF2F-4551-9BFC-85A53B0457DF}" srcOrd="0" destOrd="0" presId="urn:microsoft.com/office/officeart/2005/8/layout/list1"/>
    <dgm:cxn modelId="{7FE5B7B5-4FE4-4047-A1E9-D9C0B0BBFCD8}" type="presParOf" srcId="{4700881B-A639-42C8-9EF1-DD2798AC49CE}" destId="{0E4A369D-A170-49E4-BD46-4A7207D5E042}" srcOrd="1" destOrd="0" presId="urn:microsoft.com/office/officeart/2005/8/layout/list1"/>
    <dgm:cxn modelId="{DFF37E36-D415-40FA-86D8-BC03CC01C28C}" type="presParOf" srcId="{ED3D30DF-2262-42F9-828F-B8E4453C9BD0}" destId="{1EE36236-6D10-4DC6-9819-784E02477E86}" srcOrd="9" destOrd="0" presId="urn:microsoft.com/office/officeart/2005/8/layout/list1"/>
    <dgm:cxn modelId="{EA879F53-7053-4F9B-A85A-FA358ED1C54A}" type="presParOf" srcId="{ED3D30DF-2262-42F9-828F-B8E4453C9BD0}" destId="{76A5E164-3D88-49B4-B5E6-AC0AFBA2C483}"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BEA0801-9A4D-4163-B88C-2705D2052A3E}"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67405529-F4B2-4FF8-8910-D0271089638D}">
      <dgm:prSet phldrT="[Text]" custT="1"/>
      <dgm:spPr/>
      <dgm:t>
        <a:bodyPr/>
        <a:lstStyle/>
        <a:p>
          <a:r>
            <a:rPr lang="en-US" sz="2800" b="1" dirty="0">
              <a:latin typeface="Courier New" pitchFamily="49" charset="0"/>
              <a:cs typeface="Courier New" pitchFamily="49" charset="0"/>
            </a:rPr>
            <a:t>date</a:t>
          </a:r>
        </a:p>
      </dgm:t>
    </dgm:pt>
    <dgm:pt modelId="{4884780E-F113-4CCD-8273-15EAC7B85502}" type="parTrans" cxnId="{B815FDC7-D013-445B-8954-50E33F8882B0}">
      <dgm:prSet/>
      <dgm:spPr/>
      <dgm:t>
        <a:bodyPr/>
        <a:lstStyle/>
        <a:p>
          <a:endParaRPr lang="en-US"/>
        </a:p>
      </dgm:t>
    </dgm:pt>
    <dgm:pt modelId="{FA7E3C67-98A0-4414-A2F4-65D63A33A8D9}" type="sibTrans" cxnId="{B815FDC7-D013-445B-8954-50E33F8882B0}">
      <dgm:prSet/>
      <dgm:spPr/>
      <dgm:t>
        <a:bodyPr/>
        <a:lstStyle/>
        <a:p>
          <a:endParaRPr lang="en-US"/>
        </a:p>
      </dgm:t>
    </dgm:pt>
    <dgm:pt modelId="{89AA7907-D4B3-4651-B3AD-DA62B5668596}">
      <dgm:prSet phldrT="[Text]" custT="1"/>
      <dgm:spPr/>
      <dgm:t>
        <a:bodyPr/>
        <a:lstStyle/>
        <a:p>
          <a:r>
            <a:rPr lang="en-US" sz="2800" dirty="0"/>
            <a:t>Returns current date and time zone</a:t>
          </a:r>
        </a:p>
      </dgm:t>
    </dgm:pt>
    <dgm:pt modelId="{C23B4ABB-474C-4360-B31B-FFFB7BBED041}" type="parTrans" cxnId="{7EB58357-3E7B-43A3-AE70-9B67D0D04022}">
      <dgm:prSet/>
      <dgm:spPr/>
      <dgm:t>
        <a:bodyPr/>
        <a:lstStyle/>
        <a:p>
          <a:endParaRPr lang="en-US"/>
        </a:p>
      </dgm:t>
    </dgm:pt>
    <dgm:pt modelId="{22849A97-4163-4ABB-A151-B1B9AC18EFA6}" type="sibTrans" cxnId="{7EB58357-3E7B-43A3-AE70-9B67D0D04022}">
      <dgm:prSet/>
      <dgm:spPr/>
      <dgm:t>
        <a:bodyPr/>
        <a:lstStyle/>
        <a:p>
          <a:endParaRPr lang="en-US"/>
        </a:p>
      </dgm:t>
    </dgm:pt>
    <dgm:pt modelId="{13A0DB97-C74A-4D22-AE66-9B051D573183}">
      <dgm:prSet phldrT="[Text]" custT="1"/>
      <dgm:spPr/>
      <dgm:t>
        <a:bodyPr/>
        <a:lstStyle/>
        <a:p>
          <a:r>
            <a:rPr lang="en-US" sz="2800" b="1" dirty="0">
              <a:latin typeface="Courier New" pitchFamily="49" charset="0"/>
              <a:cs typeface="Courier New" pitchFamily="49" charset="0"/>
            </a:rPr>
            <a:t>ls /dev/disk?</a:t>
          </a:r>
        </a:p>
      </dgm:t>
    </dgm:pt>
    <dgm:pt modelId="{ADA8BFF2-11F9-4993-9B8D-03E784F97582}" type="parTrans" cxnId="{FF24B07D-02C4-4D18-9EBD-5DF95CC4CD5F}">
      <dgm:prSet/>
      <dgm:spPr/>
      <dgm:t>
        <a:bodyPr/>
        <a:lstStyle/>
        <a:p>
          <a:endParaRPr lang="en-US"/>
        </a:p>
      </dgm:t>
    </dgm:pt>
    <dgm:pt modelId="{66925381-89D3-40C3-BD9D-02EFF1A3B0E8}" type="sibTrans" cxnId="{FF24B07D-02C4-4D18-9EBD-5DF95CC4CD5F}">
      <dgm:prSet/>
      <dgm:spPr/>
      <dgm:t>
        <a:bodyPr/>
        <a:lstStyle/>
        <a:p>
          <a:endParaRPr lang="en-US"/>
        </a:p>
      </dgm:t>
    </dgm:pt>
    <dgm:pt modelId="{C6CBDE35-D922-481A-9B36-9D6BE6977BBF}">
      <dgm:prSet phldrT="[Text]" custT="1"/>
      <dgm:spPr/>
      <dgm:t>
        <a:bodyPr/>
        <a:lstStyle/>
        <a:p>
          <a:r>
            <a:rPr lang="en-US" sz="2800" dirty="0"/>
            <a:t>Lists current device files in use</a:t>
          </a:r>
        </a:p>
      </dgm:t>
    </dgm:pt>
    <dgm:pt modelId="{DF5D6D9E-678D-4CF5-AB1A-632C15BBDADD}" type="parTrans" cxnId="{D2E3B829-9684-4D0E-B169-E91800F72A68}">
      <dgm:prSet/>
      <dgm:spPr/>
      <dgm:t>
        <a:bodyPr/>
        <a:lstStyle/>
        <a:p>
          <a:endParaRPr lang="en-US"/>
        </a:p>
      </dgm:t>
    </dgm:pt>
    <dgm:pt modelId="{FCCF2D9F-7CA0-4CEE-8AF8-777FAA0A508E}" type="sibTrans" cxnId="{D2E3B829-9684-4D0E-B169-E91800F72A68}">
      <dgm:prSet/>
      <dgm:spPr/>
      <dgm:t>
        <a:bodyPr/>
        <a:lstStyle/>
        <a:p>
          <a:endParaRPr lang="en-US"/>
        </a:p>
      </dgm:t>
    </dgm:pt>
    <dgm:pt modelId="{AC73554F-E659-4495-BC79-04EF5F1FDA00}">
      <dgm:prSet phldrT="[Text]" custT="1"/>
      <dgm:spPr/>
      <dgm:t>
        <a:bodyPr/>
        <a:lstStyle/>
        <a:p>
          <a:r>
            <a:rPr lang="en-US" sz="2800" b="1" dirty="0">
              <a:latin typeface="Courier New" pitchFamily="49" charset="0"/>
              <a:cs typeface="Courier New" pitchFamily="49" charset="0"/>
            </a:rPr>
            <a:t>/hdiutil partition /dev/disk0</a:t>
          </a:r>
        </a:p>
      </dgm:t>
    </dgm:pt>
    <dgm:pt modelId="{7827FCFC-1C62-4E8C-AD43-D800001BBB35}" type="parTrans" cxnId="{77B892DC-3673-4EB7-B44C-BA998F14834E}">
      <dgm:prSet/>
      <dgm:spPr/>
      <dgm:t>
        <a:bodyPr/>
        <a:lstStyle/>
        <a:p>
          <a:endParaRPr lang="en-US"/>
        </a:p>
      </dgm:t>
    </dgm:pt>
    <dgm:pt modelId="{9E7E0712-BFCE-474A-9C0F-84EEEE94A7DC}" type="sibTrans" cxnId="{77B892DC-3673-4EB7-B44C-BA998F14834E}">
      <dgm:prSet/>
      <dgm:spPr/>
      <dgm:t>
        <a:bodyPr/>
        <a:lstStyle/>
        <a:p>
          <a:endParaRPr lang="en-US"/>
        </a:p>
      </dgm:t>
    </dgm:pt>
    <dgm:pt modelId="{F7C84A6C-A7B5-4E24-8191-D2B8D3A66489}">
      <dgm:prSet phldrT="[Text]" custT="1"/>
      <dgm:spPr/>
      <dgm:t>
        <a:bodyPr/>
        <a:lstStyle/>
        <a:p>
          <a:r>
            <a:rPr lang="en-US" sz="2800" dirty="0"/>
            <a:t>Lists the partition table for the boot drive</a:t>
          </a:r>
        </a:p>
      </dgm:t>
    </dgm:pt>
    <dgm:pt modelId="{02494C15-8ED0-4E32-8066-249B906998F6}" type="parTrans" cxnId="{9AE0C1A0-789B-4CD1-BCB7-1EADFD962AB9}">
      <dgm:prSet/>
      <dgm:spPr/>
      <dgm:t>
        <a:bodyPr/>
        <a:lstStyle/>
        <a:p>
          <a:endParaRPr lang="en-US"/>
        </a:p>
      </dgm:t>
    </dgm:pt>
    <dgm:pt modelId="{6CA67450-399B-4313-AC89-391746E5AF97}" type="sibTrans" cxnId="{9AE0C1A0-789B-4CD1-BCB7-1EADFD962AB9}">
      <dgm:prSet/>
      <dgm:spPr/>
      <dgm:t>
        <a:bodyPr/>
        <a:lstStyle/>
        <a:p>
          <a:endParaRPr lang="en-US"/>
        </a:p>
      </dgm:t>
    </dgm:pt>
    <dgm:pt modelId="{F5AAF5E2-E06F-4433-89FD-2D3E3482B98F}" type="pres">
      <dgm:prSet presAssocID="{1BEA0801-9A4D-4163-B88C-2705D2052A3E}" presName="Name0" presStyleCnt="0">
        <dgm:presLayoutVars>
          <dgm:dir/>
          <dgm:animLvl val="lvl"/>
          <dgm:resizeHandles val="exact"/>
        </dgm:presLayoutVars>
      </dgm:prSet>
      <dgm:spPr/>
    </dgm:pt>
    <dgm:pt modelId="{BCF578D2-7547-4DC2-BB5D-A2C0D36733AC}" type="pres">
      <dgm:prSet presAssocID="{67405529-F4B2-4FF8-8910-D0271089638D}" presName="linNode" presStyleCnt="0"/>
      <dgm:spPr/>
    </dgm:pt>
    <dgm:pt modelId="{7C92F141-BBEC-408D-B59C-E82F5F675DE0}" type="pres">
      <dgm:prSet presAssocID="{67405529-F4B2-4FF8-8910-D0271089638D}" presName="parentText" presStyleLbl="node1" presStyleIdx="0" presStyleCnt="3">
        <dgm:presLayoutVars>
          <dgm:chMax val="1"/>
          <dgm:bulletEnabled val="1"/>
        </dgm:presLayoutVars>
      </dgm:prSet>
      <dgm:spPr/>
    </dgm:pt>
    <dgm:pt modelId="{C7B8412A-141A-4197-847B-D3B3C13A26B3}" type="pres">
      <dgm:prSet presAssocID="{67405529-F4B2-4FF8-8910-D0271089638D}" presName="descendantText" presStyleLbl="alignAccFollowNode1" presStyleIdx="0" presStyleCnt="3">
        <dgm:presLayoutVars>
          <dgm:bulletEnabled val="1"/>
        </dgm:presLayoutVars>
      </dgm:prSet>
      <dgm:spPr/>
    </dgm:pt>
    <dgm:pt modelId="{2465B3AC-DC6C-4821-A0E0-0A088842875E}" type="pres">
      <dgm:prSet presAssocID="{FA7E3C67-98A0-4414-A2F4-65D63A33A8D9}" presName="sp" presStyleCnt="0"/>
      <dgm:spPr/>
    </dgm:pt>
    <dgm:pt modelId="{A93F08D0-31A2-41B8-9379-25A1C6757EEC}" type="pres">
      <dgm:prSet presAssocID="{13A0DB97-C74A-4D22-AE66-9B051D573183}" presName="linNode" presStyleCnt="0"/>
      <dgm:spPr/>
    </dgm:pt>
    <dgm:pt modelId="{BE081933-7FB7-4D5C-B0CE-FBC4BDBCC6F5}" type="pres">
      <dgm:prSet presAssocID="{13A0DB97-C74A-4D22-AE66-9B051D573183}" presName="parentText" presStyleLbl="node1" presStyleIdx="1" presStyleCnt="3">
        <dgm:presLayoutVars>
          <dgm:chMax val="1"/>
          <dgm:bulletEnabled val="1"/>
        </dgm:presLayoutVars>
      </dgm:prSet>
      <dgm:spPr/>
    </dgm:pt>
    <dgm:pt modelId="{9E83CFB8-62A8-4F45-BBB0-54E583E0DDAF}" type="pres">
      <dgm:prSet presAssocID="{13A0DB97-C74A-4D22-AE66-9B051D573183}" presName="descendantText" presStyleLbl="alignAccFollowNode1" presStyleIdx="1" presStyleCnt="3">
        <dgm:presLayoutVars>
          <dgm:bulletEnabled val="1"/>
        </dgm:presLayoutVars>
      </dgm:prSet>
      <dgm:spPr/>
    </dgm:pt>
    <dgm:pt modelId="{8B90F247-D20C-47F7-BE9C-5E8490772C61}" type="pres">
      <dgm:prSet presAssocID="{66925381-89D3-40C3-BD9D-02EFF1A3B0E8}" presName="sp" presStyleCnt="0"/>
      <dgm:spPr/>
    </dgm:pt>
    <dgm:pt modelId="{6FEE1034-CBE0-4686-A38E-CDE8CCA0A6F5}" type="pres">
      <dgm:prSet presAssocID="{AC73554F-E659-4495-BC79-04EF5F1FDA00}" presName="linNode" presStyleCnt="0"/>
      <dgm:spPr/>
    </dgm:pt>
    <dgm:pt modelId="{781B6BC8-CDEB-44F0-9F91-108FCD271B67}" type="pres">
      <dgm:prSet presAssocID="{AC73554F-E659-4495-BC79-04EF5F1FDA00}" presName="parentText" presStyleLbl="node1" presStyleIdx="2" presStyleCnt="3">
        <dgm:presLayoutVars>
          <dgm:chMax val="1"/>
          <dgm:bulletEnabled val="1"/>
        </dgm:presLayoutVars>
      </dgm:prSet>
      <dgm:spPr/>
    </dgm:pt>
    <dgm:pt modelId="{A8F3C9A3-5CB3-4635-8BE9-2CD1A59977BE}" type="pres">
      <dgm:prSet presAssocID="{AC73554F-E659-4495-BC79-04EF5F1FDA00}" presName="descendantText" presStyleLbl="alignAccFollowNode1" presStyleIdx="2" presStyleCnt="3">
        <dgm:presLayoutVars>
          <dgm:bulletEnabled val="1"/>
        </dgm:presLayoutVars>
      </dgm:prSet>
      <dgm:spPr/>
    </dgm:pt>
  </dgm:ptLst>
  <dgm:cxnLst>
    <dgm:cxn modelId="{BC84850B-DECF-4008-9418-5AE939849012}" type="presOf" srcId="{89AA7907-D4B3-4651-B3AD-DA62B5668596}" destId="{C7B8412A-141A-4197-847B-D3B3C13A26B3}" srcOrd="0" destOrd="0" presId="urn:microsoft.com/office/officeart/2005/8/layout/vList5"/>
    <dgm:cxn modelId="{493B3E14-37CF-4753-B34A-F9163D6617D4}" type="presOf" srcId="{F7C84A6C-A7B5-4E24-8191-D2B8D3A66489}" destId="{A8F3C9A3-5CB3-4635-8BE9-2CD1A59977BE}" srcOrd="0" destOrd="0" presId="urn:microsoft.com/office/officeart/2005/8/layout/vList5"/>
    <dgm:cxn modelId="{C4E4AA1F-4662-4956-B148-1A3566AD88D3}" type="presOf" srcId="{13A0DB97-C74A-4D22-AE66-9B051D573183}" destId="{BE081933-7FB7-4D5C-B0CE-FBC4BDBCC6F5}" srcOrd="0" destOrd="0" presId="urn:microsoft.com/office/officeart/2005/8/layout/vList5"/>
    <dgm:cxn modelId="{D2E3B829-9684-4D0E-B169-E91800F72A68}" srcId="{13A0DB97-C74A-4D22-AE66-9B051D573183}" destId="{C6CBDE35-D922-481A-9B36-9D6BE6977BBF}" srcOrd="0" destOrd="0" parTransId="{DF5D6D9E-678D-4CF5-AB1A-632C15BBDADD}" sibTransId="{FCCF2D9F-7CA0-4CEE-8AF8-777FAA0A508E}"/>
    <dgm:cxn modelId="{49502562-C5FD-4BB9-AA75-C10A3933D5CA}" type="presOf" srcId="{AC73554F-E659-4495-BC79-04EF5F1FDA00}" destId="{781B6BC8-CDEB-44F0-9F91-108FCD271B67}" srcOrd="0" destOrd="0" presId="urn:microsoft.com/office/officeart/2005/8/layout/vList5"/>
    <dgm:cxn modelId="{CBFB5062-6803-4F89-A14A-309A7F59A305}" type="presOf" srcId="{1BEA0801-9A4D-4163-B88C-2705D2052A3E}" destId="{F5AAF5E2-E06F-4433-89FD-2D3E3482B98F}" srcOrd="0" destOrd="0" presId="urn:microsoft.com/office/officeart/2005/8/layout/vList5"/>
    <dgm:cxn modelId="{7EB58357-3E7B-43A3-AE70-9B67D0D04022}" srcId="{67405529-F4B2-4FF8-8910-D0271089638D}" destId="{89AA7907-D4B3-4651-B3AD-DA62B5668596}" srcOrd="0" destOrd="0" parTransId="{C23B4ABB-474C-4360-B31B-FFFB7BBED041}" sibTransId="{22849A97-4163-4ABB-A151-B1B9AC18EFA6}"/>
    <dgm:cxn modelId="{DA524B5A-2E18-43D1-85AA-AC6562437D16}" type="presOf" srcId="{67405529-F4B2-4FF8-8910-D0271089638D}" destId="{7C92F141-BBEC-408D-B59C-E82F5F675DE0}" srcOrd="0" destOrd="0" presId="urn:microsoft.com/office/officeart/2005/8/layout/vList5"/>
    <dgm:cxn modelId="{FF24B07D-02C4-4D18-9EBD-5DF95CC4CD5F}" srcId="{1BEA0801-9A4D-4163-B88C-2705D2052A3E}" destId="{13A0DB97-C74A-4D22-AE66-9B051D573183}" srcOrd="1" destOrd="0" parTransId="{ADA8BFF2-11F9-4993-9B8D-03E784F97582}" sibTransId="{66925381-89D3-40C3-BD9D-02EFF1A3B0E8}"/>
    <dgm:cxn modelId="{518F1A7E-6BED-440B-9BDB-2FAD3FFBB8C5}" type="presOf" srcId="{C6CBDE35-D922-481A-9B36-9D6BE6977BBF}" destId="{9E83CFB8-62A8-4F45-BBB0-54E583E0DDAF}" srcOrd="0" destOrd="0" presId="urn:microsoft.com/office/officeart/2005/8/layout/vList5"/>
    <dgm:cxn modelId="{9AE0C1A0-789B-4CD1-BCB7-1EADFD962AB9}" srcId="{AC73554F-E659-4495-BC79-04EF5F1FDA00}" destId="{F7C84A6C-A7B5-4E24-8191-D2B8D3A66489}" srcOrd="0" destOrd="0" parTransId="{02494C15-8ED0-4E32-8066-249B906998F6}" sibTransId="{6CA67450-399B-4313-AC89-391746E5AF97}"/>
    <dgm:cxn modelId="{B815FDC7-D013-445B-8954-50E33F8882B0}" srcId="{1BEA0801-9A4D-4163-B88C-2705D2052A3E}" destId="{67405529-F4B2-4FF8-8910-D0271089638D}" srcOrd="0" destOrd="0" parTransId="{4884780E-F113-4CCD-8273-15EAC7B85502}" sibTransId="{FA7E3C67-98A0-4414-A2F4-65D63A33A8D9}"/>
    <dgm:cxn modelId="{77B892DC-3673-4EB7-B44C-BA998F14834E}" srcId="{1BEA0801-9A4D-4163-B88C-2705D2052A3E}" destId="{AC73554F-E659-4495-BC79-04EF5F1FDA00}" srcOrd="2" destOrd="0" parTransId="{7827FCFC-1C62-4E8C-AD43-D800001BBB35}" sibTransId="{9E7E0712-BFCE-474A-9C0F-84EEEE94A7DC}"/>
    <dgm:cxn modelId="{662E0062-AE79-4529-A0E4-11D66F8284D3}" type="presParOf" srcId="{F5AAF5E2-E06F-4433-89FD-2D3E3482B98F}" destId="{BCF578D2-7547-4DC2-BB5D-A2C0D36733AC}" srcOrd="0" destOrd="0" presId="urn:microsoft.com/office/officeart/2005/8/layout/vList5"/>
    <dgm:cxn modelId="{91ED242E-3701-4C8A-9E81-2A6566359729}" type="presParOf" srcId="{BCF578D2-7547-4DC2-BB5D-A2C0D36733AC}" destId="{7C92F141-BBEC-408D-B59C-E82F5F675DE0}" srcOrd="0" destOrd="0" presId="urn:microsoft.com/office/officeart/2005/8/layout/vList5"/>
    <dgm:cxn modelId="{17FC93F4-4AD8-478E-94D7-D290C7D0D7A6}" type="presParOf" srcId="{BCF578D2-7547-4DC2-BB5D-A2C0D36733AC}" destId="{C7B8412A-141A-4197-847B-D3B3C13A26B3}" srcOrd="1" destOrd="0" presId="urn:microsoft.com/office/officeart/2005/8/layout/vList5"/>
    <dgm:cxn modelId="{09CF999C-CA42-4263-BB5E-ADED4104A968}" type="presParOf" srcId="{F5AAF5E2-E06F-4433-89FD-2D3E3482B98F}" destId="{2465B3AC-DC6C-4821-A0E0-0A088842875E}" srcOrd="1" destOrd="0" presId="urn:microsoft.com/office/officeart/2005/8/layout/vList5"/>
    <dgm:cxn modelId="{9751F860-DEF6-4049-BDAC-101AAFE97F3B}" type="presParOf" srcId="{F5AAF5E2-E06F-4433-89FD-2D3E3482B98F}" destId="{A93F08D0-31A2-41B8-9379-25A1C6757EEC}" srcOrd="2" destOrd="0" presId="urn:microsoft.com/office/officeart/2005/8/layout/vList5"/>
    <dgm:cxn modelId="{87933715-EA48-441B-A975-45CB780A25C0}" type="presParOf" srcId="{A93F08D0-31A2-41B8-9379-25A1C6757EEC}" destId="{BE081933-7FB7-4D5C-B0CE-FBC4BDBCC6F5}" srcOrd="0" destOrd="0" presId="urn:microsoft.com/office/officeart/2005/8/layout/vList5"/>
    <dgm:cxn modelId="{28ED94F5-407D-4460-816C-8B94CA387BA8}" type="presParOf" srcId="{A93F08D0-31A2-41B8-9379-25A1C6757EEC}" destId="{9E83CFB8-62A8-4F45-BBB0-54E583E0DDAF}" srcOrd="1" destOrd="0" presId="urn:microsoft.com/office/officeart/2005/8/layout/vList5"/>
    <dgm:cxn modelId="{6E454548-AE4D-4D9B-9C1B-9F8C534E7D2E}" type="presParOf" srcId="{F5AAF5E2-E06F-4433-89FD-2D3E3482B98F}" destId="{8B90F247-D20C-47F7-BE9C-5E8490772C61}" srcOrd="3" destOrd="0" presId="urn:microsoft.com/office/officeart/2005/8/layout/vList5"/>
    <dgm:cxn modelId="{D160A8C3-77C3-4F05-808B-415EBEE6695F}" type="presParOf" srcId="{F5AAF5E2-E06F-4433-89FD-2D3E3482B98F}" destId="{6FEE1034-CBE0-4686-A38E-CDE8CCA0A6F5}" srcOrd="4" destOrd="0" presId="urn:microsoft.com/office/officeart/2005/8/layout/vList5"/>
    <dgm:cxn modelId="{11600B84-E1CD-451B-9A4B-6137F65D2DF1}" type="presParOf" srcId="{6FEE1034-CBE0-4686-A38E-CDE8CCA0A6F5}" destId="{781B6BC8-CDEB-44F0-9F91-108FCD271B67}" srcOrd="0" destOrd="0" presId="urn:microsoft.com/office/officeart/2005/8/layout/vList5"/>
    <dgm:cxn modelId="{AD0D4423-994A-4A6D-8236-1526B579D847}" type="presParOf" srcId="{6FEE1034-CBE0-4686-A38E-CDE8CCA0A6F5}" destId="{A8F3C9A3-5CB3-4635-8BE9-2CD1A59977BE}"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1BEA0801-9A4D-4163-B88C-2705D2052A3E}"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67405529-F4B2-4FF8-8910-D0271089638D}">
      <dgm:prSet phldrT="[Text]" custT="1"/>
      <dgm:spPr/>
      <dgm:t>
        <a:bodyPr/>
        <a:lstStyle/>
        <a:p>
          <a:r>
            <a:rPr lang="en-US" sz="2800" b="1" dirty="0">
              <a:latin typeface="Courier New" pitchFamily="49" charset="0"/>
              <a:cs typeface="Courier New" pitchFamily="49" charset="0"/>
            </a:rPr>
            <a:t>system_</a:t>
          </a:r>
          <a:br>
            <a:rPr lang="en-US" sz="2800" b="1" dirty="0">
              <a:latin typeface="Courier New" pitchFamily="49" charset="0"/>
              <a:cs typeface="Courier New" pitchFamily="49" charset="0"/>
            </a:rPr>
          </a:br>
          <a:r>
            <a:rPr lang="en-US" sz="2800" b="1" dirty="0">
              <a:latin typeface="Courier New" pitchFamily="49" charset="0"/>
              <a:cs typeface="Courier New" pitchFamily="49" charset="0"/>
            </a:rPr>
            <a:t>profiler SPHardware</a:t>
          </a:r>
          <a:br>
            <a:rPr lang="en-US" sz="2800" b="1" dirty="0">
              <a:latin typeface="Courier New" pitchFamily="49" charset="0"/>
              <a:cs typeface="Courier New" pitchFamily="49" charset="0"/>
            </a:rPr>
          </a:br>
          <a:r>
            <a:rPr lang="en-US" sz="2800" b="1" dirty="0">
              <a:latin typeface="Courier New" pitchFamily="49" charset="0"/>
              <a:cs typeface="Courier New" pitchFamily="49" charset="0"/>
            </a:rPr>
            <a:t>DataType</a:t>
          </a:r>
        </a:p>
      </dgm:t>
    </dgm:pt>
    <dgm:pt modelId="{4884780E-F113-4CCD-8273-15EAC7B85502}" type="parTrans" cxnId="{B815FDC7-D013-445B-8954-50E33F8882B0}">
      <dgm:prSet/>
      <dgm:spPr/>
      <dgm:t>
        <a:bodyPr/>
        <a:lstStyle/>
        <a:p>
          <a:endParaRPr lang="en-US"/>
        </a:p>
      </dgm:t>
    </dgm:pt>
    <dgm:pt modelId="{FA7E3C67-98A0-4414-A2F4-65D63A33A8D9}" type="sibTrans" cxnId="{B815FDC7-D013-445B-8954-50E33F8882B0}">
      <dgm:prSet/>
      <dgm:spPr/>
      <dgm:t>
        <a:bodyPr/>
        <a:lstStyle/>
        <a:p>
          <a:endParaRPr lang="en-US"/>
        </a:p>
      </dgm:t>
    </dgm:pt>
    <dgm:pt modelId="{89AA7907-D4B3-4651-B3AD-DA62B5668596}">
      <dgm:prSet phldrT="[Text]" custT="1"/>
      <dgm:spPr/>
      <dgm:t>
        <a:bodyPr/>
        <a:lstStyle/>
        <a:p>
          <a:r>
            <a:rPr lang="en-US" sz="2800" dirty="0"/>
            <a:t>Returns hardware information for host system</a:t>
          </a:r>
        </a:p>
      </dgm:t>
    </dgm:pt>
    <dgm:pt modelId="{C23B4ABB-474C-4360-B31B-FFFB7BBED041}" type="parTrans" cxnId="{7EB58357-3E7B-43A3-AE70-9B67D0D04022}">
      <dgm:prSet/>
      <dgm:spPr/>
      <dgm:t>
        <a:bodyPr/>
        <a:lstStyle/>
        <a:p>
          <a:endParaRPr lang="en-US"/>
        </a:p>
      </dgm:t>
    </dgm:pt>
    <dgm:pt modelId="{22849A97-4163-4ABB-A151-B1B9AC18EFA6}" type="sibTrans" cxnId="{7EB58357-3E7B-43A3-AE70-9B67D0D04022}">
      <dgm:prSet/>
      <dgm:spPr/>
      <dgm:t>
        <a:bodyPr/>
        <a:lstStyle/>
        <a:p>
          <a:endParaRPr lang="en-US"/>
        </a:p>
      </dgm:t>
    </dgm:pt>
    <dgm:pt modelId="{13A0DB97-C74A-4D22-AE66-9B051D573183}">
      <dgm:prSet phldrT="[Text]" custT="1"/>
      <dgm:spPr/>
      <dgm:t>
        <a:bodyPr/>
        <a:lstStyle/>
        <a:p>
          <a:r>
            <a:rPr lang="en-US" sz="2800" b="1" dirty="0">
              <a:latin typeface="Courier New" pitchFamily="49" charset="0"/>
              <a:cs typeface="Courier New" pitchFamily="49" charset="0"/>
            </a:rPr>
            <a:t>system_</a:t>
          </a:r>
          <a:br>
            <a:rPr lang="en-US" sz="2800" b="1" dirty="0">
              <a:latin typeface="Courier New" pitchFamily="49" charset="0"/>
              <a:cs typeface="Courier New" pitchFamily="49" charset="0"/>
            </a:rPr>
          </a:br>
          <a:r>
            <a:rPr lang="en-US" sz="2800" b="1" dirty="0">
              <a:latin typeface="Courier New" pitchFamily="49" charset="0"/>
              <a:cs typeface="Courier New" pitchFamily="49" charset="0"/>
            </a:rPr>
            <a:t>profiler</a:t>
          </a:r>
          <a:br>
            <a:rPr lang="en-US" sz="2800" b="1" dirty="0">
              <a:latin typeface="Courier New" pitchFamily="49" charset="0"/>
              <a:cs typeface="Courier New" pitchFamily="49" charset="0"/>
            </a:rPr>
          </a:br>
          <a:r>
            <a:rPr lang="en-US" sz="2800" b="1" dirty="0">
              <a:latin typeface="Courier New" pitchFamily="49" charset="0"/>
              <a:cs typeface="Courier New" pitchFamily="49" charset="0"/>
            </a:rPr>
            <a:t>SPSoftware</a:t>
          </a:r>
          <a:br>
            <a:rPr lang="en-US" sz="2800" b="1" dirty="0">
              <a:latin typeface="Courier New" pitchFamily="49" charset="0"/>
              <a:cs typeface="Courier New" pitchFamily="49" charset="0"/>
            </a:rPr>
          </a:br>
          <a:r>
            <a:rPr lang="en-US" sz="2800" b="1" dirty="0">
              <a:latin typeface="Courier New" pitchFamily="49" charset="0"/>
              <a:cs typeface="Courier New" pitchFamily="49" charset="0"/>
            </a:rPr>
            <a:t>DataType</a:t>
          </a:r>
        </a:p>
      </dgm:t>
    </dgm:pt>
    <dgm:pt modelId="{ADA8BFF2-11F9-4993-9B8D-03E784F97582}" type="parTrans" cxnId="{FF24B07D-02C4-4D18-9EBD-5DF95CC4CD5F}">
      <dgm:prSet/>
      <dgm:spPr/>
      <dgm:t>
        <a:bodyPr/>
        <a:lstStyle/>
        <a:p>
          <a:endParaRPr lang="en-US"/>
        </a:p>
      </dgm:t>
    </dgm:pt>
    <dgm:pt modelId="{66925381-89D3-40C3-BD9D-02EFF1A3B0E8}" type="sibTrans" cxnId="{FF24B07D-02C4-4D18-9EBD-5DF95CC4CD5F}">
      <dgm:prSet/>
      <dgm:spPr/>
      <dgm:t>
        <a:bodyPr/>
        <a:lstStyle/>
        <a:p>
          <a:endParaRPr lang="en-US"/>
        </a:p>
      </dgm:t>
    </dgm:pt>
    <dgm:pt modelId="{C6CBDE35-D922-481A-9B36-9D6BE6977BBF}">
      <dgm:prSet phldrT="[Text]" custT="1"/>
      <dgm:spPr/>
      <dgm:t>
        <a:bodyPr/>
        <a:lstStyle/>
        <a:p>
          <a:r>
            <a:rPr lang="en-US" sz="2800" dirty="0"/>
            <a:t>Returns information about the operating system</a:t>
          </a:r>
        </a:p>
      </dgm:t>
    </dgm:pt>
    <dgm:pt modelId="{DF5D6D9E-678D-4CF5-AB1A-632C15BBDADD}" type="parTrans" cxnId="{D2E3B829-9684-4D0E-B169-E91800F72A68}">
      <dgm:prSet/>
      <dgm:spPr/>
      <dgm:t>
        <a:bodyPr/>
        <a:lstStyle/>
        <a:p>
          <a:endParaRPr lang="en-US"/>
        </a:p>
      </dgm:t>
    </dgm:pt>
    <dgm:pt modelId="{FCCF2D9F-7CA0-4CEE-8AF8-777FAA0A508E}" type="sibTrans" cxnId="{D2E3B829-9684-4D0E-B169-E91800F72A68}">
      <dgm:prSet/>
      <dgm:spPr/>
      <dgm:t>
        <a:bodyPr/>
        <a:lstStyle/>
        <a:p>
          <a:endParaRPr lang="en-US"/>
        </a:p>
      </dgm:t>
    </dgm:pt>
    <dgm:pt modelId="{F5AAF5E2-E06F-4433-89FD-2D3E3482B98F}" type="pres">
      <dgm:prSet presAssocID="{1BEA0801-9A4D-4163-B88C-2705D2052A3E}" presName="Name0" presStyleCnt="0">
        <dgm:presLayoutVars>
          <dgm:dir/>
          <dgm:animLvl val="lvl"/>
          <dgm:resizeHandles val="exact"/>
        </dgm:presLayoutVars>
      </dgm:prSet>
      <dgm:spPr/>
    </dgm:pt>
    <dgm:pt modelId="{BCF578D2-7547-4DC2-BB5D-A2C0D36733AC}" type="pres">
      <dgm:prSet presAssocID="{67405529-F4B2-4FF8-8910-D0271089638D}" presName="linNode" presStyleCnt="0"/>
      <dgm:spPr/>
    </dgm:pt>
    <dgm:pt modelId="{7C92F141-BBEC-408D-B59C-E82F5F675DE0}" type="pres">
      <dgm:prSet presAssocID="{67405529-F4B2-4FF8-8910-D0271089638D}" presName="parentText" presStyleLbl="node1" presStyleIdx="0" presStyleCnt="2">
        <dgm:presLayoutVars>
          <dgm:chMax val="1"/>
          <dgm:bulletEnabled val="1"/>
        </dgm:presLayoutVars>
      </dgm:prSet>
      <dgm:spPr/>
    </dgm:pt>
    <dgm:pt modelId="{C7B8412A-141A-4197-847B-D3B3C13A26B3}" type="pres">
      <dgm:prSet presAssocID="{67405529-F4B2-4FF8-8910-D0271089638D}" presName="descendantText" presStyleLbl="alignAccFollowNode1" presStyleIdx="0" presStyleCnt="2">
        <dgm:presLayoutVars>
          <dgm:bulletEnabled val="1"/>
        </dgm:presLayoutVars>
      </dgm:prSet>
      <dgm:spPr/>
    </dgm:pt>
    <dgm:pt modelId="{2465B3AC-DC6C-4821-A0E0-0A088842875E}" type="pres">
      <dgm:prSet presAssocID="{FA7E3C67-98A0-4414-A2F4-65D63A33A8D9}" presName="sp" presStyleCnt="0"/>
      <dgm:spPr/>
    </dgm:pt>
    <dgm:pt modelId="{A93F08D0-31A2-41B8-9379-25A1C6757EEC}" type="pres">
      <dgm:prSet presAssocID="{13A0DB97-C74A-4D22-AE66-9B051D573183}" presName="linNode" presStyleCnt="0"/>
      <dgm:spPr/>
    </dgm:pt>
    <dgm:pt modelId="{BE081933-7FB7-4D5C-B0CE-FBC4BDBCC6F5}" type="pres">
      <dgm:prSet presAssocID="{13A0DB97-C74A-4D22-AE66-9B051D573183}" presName="parentText" presStyleLbl="node1" presStyleIdx="1" presStyleCnt="2">
        <dgm:presLayoutVars>
          <dgm:chMax val="1"/>
          <dgm:bulletEnabled val="1"/>
        </dgm:presLayoutVars>
      </dgm:prSet>
      <dgm:spPr/>
    </dgm:pt>
    <dgm:pt modelId="{9E83CFB8-62A8-4F45-BBB0-54E583E0DDAF}" type="pres">
      <dgm:prSet presAssocID="{13A0DB97-C74A-4D22-AE66-9B051D573183}" presName="descendantText" presStyleLbl="alignAccFollowNode1" presStyleIdx="1" presStyleCnt="2">
        <dgm:presLayoutVars>
          <dgm:bulletEnabled val="1"/>
        </dgm:presLayoutVars>
      </dgm:prSet>
      <dgm:spPr/>
    </dgm:pt>
  </dgm:ptLst>
  <dgm:cxnLst>
    <dgm:cxn modelId="{0883231F-9897-4111-8DE3-19441D23D5CF}" type="presOf" srcId="{89AA7907-D4B3-4651-B3AD-DA62B5668596}" destId="{C7B8412A-141A-4197-847B-D3B3C13A26B3}" srcOrd="0" destOrd="0" presId="urn:microsoft.com/office/officeart/2005/8/layout/vList5"/>
    <dgm:cxn modelId="{D2E3B829-9684-4D0E-B169-E91800F72A68}" srcId="{13A0DB97-C74A-4D22-AE66-9B051D573183}" destId="{C6CBDE35-D922-481A-9B36-9D6BE6977BBF}" srcOrd="0" destOrd="0" parTransId="{DF5D6D9E-678D-4CF5-AB1A-632C15BBDADD}" sibTransId="{FCCF2D9F-7CA0-4CEE-8AF8-777FAA0A508E}"/>
    <dgm:cxn modelId="{96E8A146-6C41-40CB-A1C1-D392667306A3}" type="presOf" srcId="{C6CBDE35-D922-481A-9B36-9D6BE6977BBF}" destId="{9E83CFB8-62A8-4F45-BBB0-54E583E0DDAF}" srcOrd="0" destOrd="0" presId="urn:microsoft.com/office/officeart/2005/8/layout/vList5"/>
    <dgm:cxn modelId="{7EB58357-3E7B-43A3-AE70-9B67D0D04022}" srcId="{67405529-F4B2-4FF8-8910-D0271089638D}" destId="{89AA7907-D4B3-4651-B3AD-DA62B5668596}" srcOrd="0" destOrd="0" parTransId="{C23B4ABB-474C-4360-B31B-FFFB7BBED041}" sibTransId="{22849A97-4163-4ABB-A151-B1B9AC18EFA6}"/>
    <dgm:cxn modelId="{FF24B07D-02C4-4D18-9EBD-5DF95CC4CD5F}" srcId="{1BEA0801-9A4D-4163-B88C-2705D2052A3E}" destId="{13A0DB97-C74A-4D22-AE66-9B051D573183}" srcOrd="1" destOrd="0" parTransId="{ADA8BFF2-11F9-4993-9B8D-03E784F97582}" sibTransId="{66925381-89D3-40C3-BD9D-02EFF1A3B0E8}"/>
    <dgm:cxn modelId="{7108909C-64AA-4124-B0AC-5335668B0541}" type="presOf" srcId="{13A0DB97-C74A-4D22-AE66-9B051D573183}" destId="{BE081933-7FB7-4D5C-B0CE-FBC4BDBCC6F5}" srcOrd="0" destOrd="0" presId="urn:microsoft.com/office/officeart/2005/8/layout/vList5"/>
    <dgm:cxn modelId="{E3E6719F-44CB-4D6A-B230-744738ED853B}" type="presOf" srcId="{67405529-F4B2-4FF8-8910-D0271089638D}" destId="{7C92F141-BBEC-408D-B59C-E82F5F675DE0}" srcOrd="0" destOrd="0" presId="urn:microsoft.com/office/officeart/2005/8/layout/vList5"/>
    <dgm:cxn modelId="{18AD62B3-6DE3-4B01-B731-536AB1DC7E6C}" type="presOf" srcId="{1BEA0801-9A4D-4163-B88C-2705D2052A3E}" destId="{F5AAF5E2-E06F-4433-89FD-2D3E3482B98F}" srcOrd="0" destOrd="0" presId="urn:microsoft.com/office/officeart/2005/8/layout/vList5"/>
    <dgm:cxn modelId="{B815FDC7-D013-445B-8954-50E33F8882B0}" srcId="{1BEA0801-9A4D-4163-B88C-2705D2052A3E}" destId="{67405529-F4B2-4FF8-8910-D0271089638D}" srcOrd="0" destOrd="0" parTransId="{4884780E-F113-4CCD-8273-15EAC7B85502}" sibTransId="{FA7E3C67-98A0-4414-A2F4-65D63A33A8D9}"/>
    <dgm:cxn modelId="{F84F0714-9991-4ED3-ABDB-25063169BF58}" type="presParOf" srcId="{F5AAF5E2-E06F-4433-89FD-2D3E3482B98F}" destId="{BCF578D2-7547-4DC2-BB5D-A2C0D36733AC}" srcOrd="0" destOrd="0" presId="urn:microsoft.com/office/officeart/2005/8/layout/vList5"/>
    <dgm:cxn modelId="{7498ADAB-58C8-44EE-9D1E-14BD0FFBA42D}" type="presParOf" srcId="{BCF578D2-7547-4DC2-BB5D-A2C0D36733AC}" destId="{7C92F141-BBEC-408D-B59C-E82F5F675DE0}" srcOrd="0" destOrd="0" presId="urn:microsoft.com/office/officeart/2005/8/layout/vList5"/>
    <dgm:cxn modelId="{F77CE22B-FA73-4E19-A2B0-8E687FE1D718}" type="presParOf" srcId="{BCF578D2-7547-4DC2-BB5D-A2C0D36733AC}" destId="{C7B8412A-141A-4197-847B-D3B3C13A26B3}" srcOrd="1" destOrd="0" presId="urn:microsoft.com/office/officeart/2005/8/layout/vList5"/>
    <dgm:cxn modelId="{43838249-087E-4F32-A6B7-2520C7C64ED7}" type="presParOf" srcId="{F5AAF5E2-E06F-4433-89FD-2D3E3482B98F}" destId="{2465B3AC-DC6C-4821-A0E0-0A088842875E}" srcOrd="1" destOrd="0" presId="urn:microsoft.com/office/officeart/2005/8/layout/vList5"/>
    <dgm:cxn modelId="{D943F46E-961A-4E3B-90EF-699A80955351}" type="presParOf" srcId="{F5AAF5E2-E06F-4433-89FD-2D3E3482B98F}" destId="{A93F08D0-31A2-41B8-9379-25A1C6757EEC}" srcOrd="2" destOrd="0" presId="urn:microsoft.com/office/officeart/2005/8/layout/vList5"/>
    <dgm:cxn modelId="{9F303CBE-F632-497A-BBA7-34A6593F1CC4}" type="presParOf" srcId="{A93F08D0-31A2-41B8-9379-25A1C6757EEC}" destId="{BE081933-7FB7-4D5C-B0CE-FBC4BDBCC6F5}" srcOrd="0" destOrd="0" presId="urn:microsoft.com/office/officeart/2005/8/layout/vList5"/>
    <dgm:cxn modelId="{142437C0-72D7-47FE-9396-0319922EB7DE}" type="presParOf" srcId="{A93F08D0-31A2-41B8-9379-25A1C6757EEC}" destId="{9E83CFB8-62A8-4F45-BBB0-54E583E0DDAF}"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D09D50-2174-410A-88CF-86E450D2135A}">
      <dsp:nvSpPr>
        <dsp:cNvPr id="0" name=""/>
        <dsp:cNvSpPr/>
      </dsp:nvSpPr>
      <dsp:spPr>
        <a:xfrm>
          <a:off x="431164" y="0"/>
          <a:ext cx="7437120" cy="4648200"/>
        </a:xfrm>
        <a:prstGeom prst="swooshArrow">
          <a:avLst>
            <a:gd name="adj1" fmla="val 25000"/>
            <a:gd name="adj2" fmla="val 2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7A0953-F181-4B06-AF0A-C0808C4CD75F}">
      <dsp:nvSpPr>
        <dsp:cNvPr id="0" name=""/>
        <dsp:cNvSpPr/>
      </dsp:nvSpPr>
      <dsp:spPr>
        <a:xfrm>
          <a:off x="1163721" y="3456401"/>
          <a:ext cx="171053" cy="17105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67BA608-CC91-403D-B595-FD9BE5AA5AE1}">
      <dsp:nvSpPr>
        <dsp:cNvPr id="0" name=""/>
        <dsp:cNvSpPr/>
      </dsp:nvSpPr>
      <dsp:spPr>
        <a:xfrm>
          <a:off x="1249248" y="3541928"/>
          <a:ext cx="1271747" cy="11062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638" tIns="0" rIns="0" bIns="0" numCol="1" spcCol="1270" anchor="t" anchorCtr="0">
          <a:noAutofit/>
        </a:bodyPr>
        <a:lstStyle/>
        <a:p>
          <a:pPr marL="0" lvl="0" indent="0" algn="l" defTabSz="933450">
            <a:lnSpc>
              <a:spcPct val="90000"/>
            </a:lnSpc>
            <a:spcBef>
              <a:spcPct val="0"/>
            </a:spcBef>
            <a:spcAft>
              <a:spcPct val="35000"/>
            </a:spcAft>
            <a:buNone/>
          </a:pPr>
          <a:r>
            <a:rPr lang="en-US" sz="2100" kern="1200" dirty="0">
              <a:solidFill>
                <a:srgbClr val="002060"/>
              </a:solidFill>
            </a:rPr>
            <a:t>1975</a:t>
          </a:r>
          <a:br>
            <a:rPr lang="en-US" sz="2100" kern="1200" dirty="0"/>
          </a:br>
          <a:r>
            <a:rPr lang="en-US" sz="2100" kern="1200" dirty="0"/>
            <a:t>First Apple computer</a:t>
          </a:r>
        </a:p>
      </dsp:txBody>
      <dsp:txXfrm>
        <a:off x="1249248" y="3541928"/>
        <a:ext cx="1271747" cy="1106271"/>
      </dsp:txXfrm>
    </dsp:sp>
    <dsp:sp modelId="{AA794E27-4E55-490A-8CD2-0B35A18DCC42}">
      <dsp:nvSpPr>
        <dsp:cNvPr id="0" name=""/>
        <dsp:cNvSpPr/>
      </dsp:nvSpPr>
      <dsp:spPr>
        <a:xfrm>
          <a:off x="2372253" y="2375230"/>
          <a:ext cx="297484" cy="29748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5C30FE8-CE1E-44CD-9D97-E2FB5664DFFE}">
      <dsp:nvSpPr>
        <dsp:cNvPr id="0" name=""/>
        <dsp:cNvSpPr/>
      </dsp:nvSpPr>
      <dsp:spPr>
        <a:xfrm>
          <a:off x="2520995" y="2523972"/>
          <a:ext cx="1561795" cy="2124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7631" tIns="0" rIns="0" bIns="0" numCol="1" spcCol="1270" anchor="t" anchorCtr="0">
          <a:noAutofit/>
        </a:bodyPr>
        <a:lstStyle/>
        <a:p>
          <a:pPr marL="0" lvl="0" indent="0" algn="l" defTabSz="933450">
            <a:lnSpc>
              <a:spcPct val="90000"/>
            </a:lnSpc>
            <a:spcBef>
              <a:spcPct val="0"/>
            </a:spcBef>
            <a:spcAft>
              <a:spcPct val="35000"/>
            </a:spcAft>
            <a:buNone/>
          </a:pPr>
          <a:r>
            <a:rPr lang="en-US" sz="2100" kern="1200" dirty="0">
              <a:solidFill>
                <a:srgbClr val="002060"/>
              </a:solidFill>
            </a:rPr>
            <a:t>1985</a:t>
          </a:r>
          <a:br>
            <a:rPr lang="en-US" sz="2100" kern="1200" dirty="0"/>
          </a:br>
          <a:r>
            <a:rPr lang="en-US" sz="2100" kern="1200" dirty="0"/>
            <a:t>First Macintosh computer released</a:t>
          </a:r>
        </a:p>
      </dsp:txBody>
      <dsp:txXfrm>
        <a:off x="2520995" y="2523972"/>
        <a:ext cx="1561795" cy="2124227"/>
      </dsp:txXfrm>
    </dsp:sp>
    <dsp:sp modelId="{EF911F41-AEAE-46AB-B50C-C58846304FA1}">
      <dsp:nvSpPr>
        <dsp:cNvPr id="0" name=""/>
        <dsp:cNvSpPr/>
      </dsp:nvSpPr>
      <dsp:spPr>
        <a:xfrm>
          <a:off x="3915455" y="1578528"/>
          <a:ext cx="394167" cy="39416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D946C3F-F6D8-49A8-8FD9-FF89BF7A7092}">
      <dsp:nvSpPr>
        <dsp:cNvPr id="0" name=""/>
        <dsp:cNvSpPr/>
      </dsp:nvSpPr>
      <dsp:spPr>
        <a:xfrm>
          <a:off x="4112539" y="1775612"/>
          <a:ext cx="1561795" cy="2872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8861" tIns="0" rIns="0" bIns="0" numCol="1" spcCol="1270" anchor="t" anchorCtr="0">
          <a:noAutofit/>
        </a:bodyPr>
        <a:lstStyle/>
        <a:p>
          <a:pPr marL="0" lvl="0" indent="0" algn="l" defTabSz="933450">
            <a:lnSpc>
              <a:spcPct val="90000"/>
            </a:lnSpc>
            <a:spcBef>
              <a:spcPct val="0"/>
            </a:spcBef>
            <a:spcAft>
              <a:spcPct val="35000"/>
            </a:spcAft>
            <a:buNone/>
          </a:pPr>
          <a:r>
            <a:rPr lang="en-US" sz="2100" kern="1200" dirty="0">
              <a:solidFill>
                <a:srgbClr val="002060"/>
              </a:solidFill>
            </a:rPr>
            <a:t>1998</a:t>
          </a:r>
        </a:p>
        <a:p>
          <a:pPr marL="0" lvl="0" indent="0" algn="l" defTabSz="933450">
            <a:lnSpc>
              <a:spcPct val="90000"/>
            </a:lnSpc>
            <a:spcBef>
              <a:spcPct val="0"/>
            </a:spcBef>
            <a:spcAft>
              <a:spcPct val="35000"/>
            </a:spcAft>
            <a:buNone/>
          </a:pPr>
          <a:r>
            <a:rPr lang="en-US" sz="2100" kern="1200" dirty="0"/>
            <a:t>iMac released</a:t>
          </a:r>
        </a:p>
        <a:p>
          <a:pPr marL="0" lvl="0" indent="0" algn="l" defTabSz="933450">
            <a:lnSpc>
              <a:spcPct val="90000"/>
            </a:lnSpc>
            <a:spcBef>
              <a:spcPct val="0"/>
            </a:spcBef>
            <a:spcAft>
              <a:spcPct val="35000"/>
            </a:spcAft>
            <a:buNone/>
          </a:pPr>
          <a:endParaRPr lang="en-US" sz="2100" kern="1200" dirty="0"/>
        </a:p>
      </dsp:txBody>
      <dsp:txXfrm>
        <a:off x="4112539" y="1775612"/>
        <a:ext cx="1561795" cy="2872587"/>
      </dsp:txXfrm>
    </dsp:sp>
    <dsp:sp modelId="{8A5021F2-0ED1-4391-9EEF-3804531B7BC1}">
      <dsp:nvSpPr>
        <dsp:cNvPr id="0" name=""/>
        <dsp:cNvSpPr/>
      </dsp:nvSpPr>
      <dsp:spPr>
        <a:xfrm>
          <a:off x="5596244" y="1051422"/>
          <a:ext cx="528035" cy="52803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401F7D5-1554-4357-8F00-FCEA9D6B5FC1}">
      <dsp:nvSpPr>
        <dsp:cNvPr id="0" name=""/>
        <dsp:cNvSpPr/>
      </dsp:nvSpPr>
      <dsp:spPr>
        <a:xfrm>
          <a:off x="5860262" y="1315440"/>
          <a:ext cx="1561795" cy="33327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9795" tIns="0" rIns="0" bIns="0" numCol="1" spcCol="1270" anchor="t" anchorCtr="0">
          <a:noAutofit/>
        </a:bodyPr>
        <a:lstStyle/>
        <a:p>
          <a:pPr marL="0" lvl="0" indent="0" algn="l" defTabSz="933450">
            <a:lnSpc>
              <a:spcPct val="90000"/>
            </a:lnSpc>
            <a:spcBef>
              <a:spcPct val="0"/>
            </a:spcBef>
            <a:spcAft>
              <a:spcPct val="35000"/>
            </a:spcAft>
            <a:buNone/>
          </a:pPr>
          <a:r>
            <a:rPr lang="en-US" sz="2100" kern="1200" dirty="0">
              <a:solidFill>
                <a:srgbClr val="002060"/>
              </a:solidFill>
            </a:rPr>
            <a:t>2007</a:t>
          </a:r>
          <a:br>
            <a:rPr lang="en-US" sz="2100" kern="1200" dirty="0"/>
          </a:br>
          <a:r>
            <a:rPr lang="en-US" sz="2100" kern="1200" dirty="0"/>
            <a:t>Apple iPhone released</a:t>
          </a:r>
          <a:endParaRPr lang="en-US" sz="2100" kern="1200" dirty="0">
            <a:solidFill>
              <a:schemeClr val="tx1"/>
            </a:solidFill>
          </a:endParaRPr>
        </a:p>
      </dsp:txBody>
      <dsp:txXfrm>
        <a:off x="5860262" y="1315440"/>
        <a:ext cx="1561795" cy="333275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D09D50-2174-410A-88CF-86E450D2135A}">
      <dsp:nvSpPr>
        <dsp:cNvPr id="0" name=""/>
        <dsp:cNvSpPr/>
      </dsp:nvSpPr>
      <dsp:spPr>
        <a:xfrm>
          <a:off x="431164" y="0"/>
          <a:ext cx="7437120" cy="4648200"/>
        </a:xfrm>
        <a:prstGeom prst="swooshArrow">
          <a:avLst>
            <a:gd name="adj1" fmla="val 25000"/>
            <a:gd name="adj2" fmla="val 2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B6418E-A8A4-43FD-8BAE-1CB70EFD9090}">
      <dsp:nvSpPr>
        <dsp:cNvPr id="0" name=""/>
        <dsp:cNvSpPr/>
      </dsp:nvSpPr>
      <dsp:spPr>
        <a:xfrm>
          <a:off x="1375679" y="3208187"/>
          <a:ext cx="193365" cy="19336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B5A4E7E-E18F-4A3C-A562-AC6CFA1430EA}">
      <dsp:nvSpPr>
        <dsp:cNvPr id="0" name=""/>
        <dsp:cNvSpPr/>
      </dsp:nvSpPr>
      <dsp:spPr>
        <a:xfrm>
          <a:off x="1472361" y="3304870"/>
          <a:ext cx="1732848" cy="13433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460" tIns="0" rIns="0" bIns="0" numCol="1" spcCol="1270" anchor="t" anchorCtr="0">
          <a:noAutofit/>
        </a:bodyPr>
        <a:lstStyle/>
        <a:p>
          <a:pPr marL="0" lvl="0" indent="0" algn="l" defTabSz="1244600">
            <a:lnSpc>
              <a:spcPct val="90000"/>
            </a:lnSpc>
            <a:spcBef>
              <a:spcPct val="0"/>
            </a:spcBef>
            <a:spcAft>
              <a:spcPct val="35000"/>
            </a:spcAft>
            <a:buNone/>
          </a:pPr>
          <a:r>
            <a:rPr lang="en-US" sz="2800" kern="1200" dirty="0">
              <a:solidFill>
                <a:srgbClr val="002060"/>
              </a:solidFill>
            </a:rPr>
            <a:t>2001</a:t>
          </a:r>
          <a:br>
            <a:rPr lang="en-US" sz="2800" kern="1200" dirty="0">
              <a:solidFill>
                <a:srgbClr val="002060"/>
              </a:solidFill>
            </a:rPr>
          </a:br>
          <a:r>
            <a:rPr lang="en-US" sz="2800" kern="1200" dirty="0">
              <a:solidFill>
                <a:schemeClr val="tx1"/>
              </a:solidFill>
            </a:rPr>
            <a:t>Mac OS X v10.0 (Cheetah)</a:t>
          </a:r>
          <a:endParaRPr lang="en-US" sz="2800" kern="1200" dirty="0"/>
        </a:p>
      </dsp:txBody>
      <dsp:txXfrm>
        <a:off x="1472361" y="3304870"/>
        <a:ext cx="1732848" cy="1343329"/>
      </dsp:txXfrm>
    </dsp:sp>
    <dsp:sp modelId="{53A73D59-C164-4E02-86CE-286DD62D7B4F}">
      <dsp:nvSpPr>
        <dsp:cNvPr id="0" name=""/>
        <dsp:cNvSpPr/>
      </dsp:nvSpPr>
      <dsp:spPr>
        <a:xfrm>
          <a:off x="3082498" y="1944806"/>
          <a:ext cx="349544" cy="34954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258BC59-162B-4535-B262-E37B43C03B51}">
      <dsp:nvSpPr>
        <dsp:cNvPr id="0" name=""/>
        <dsp:cNvSpPr/>
      </dsp:nvSpPr>
      <dsp:spPr>
        <a:xfrm>
          <a:off x="3257270" y="2119579"/>
          <a:ext cx="1784908" cy="25286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216" tIns="0" rIns="0" bIns="0" numCol="1" spcCol="1270" anchor="t" anchorCtr="0">
          <a:noAutofit/>
        </a:bodyPr>
        <a:lstStyle/>
        <a:p>
          <a:pPr marL="0" lvl="0" indent="0" algn="l" defTabSz="1422400">
            <a:lnSpc>
              <a:spcPct val="90000"/>
            </a:lnSpc>
            <a:spcBef>
              <a:spcPct val="0"/>
            </a:spcBef>
            <a:spcAft>
              <a:spcPct val="35000"/>
            </a:spcAft>
            <a:buNone/>
          </a:pPr>
          <a:r>
            <a:rPr lang="en-US" sz="3200" kern="1200" dirty="0">
              <a:solidFill>
                <a:srgbClr val="002060"/>
              </a:solidFill>
            </a:rPr>
            <a:t>2011</a:t>
          </a:r>
          <a:br>
            <a:rPr lang="en-US" sz="3200" kern="1200" dirty="0">
              <a:solidFill>
                <a:srgbClr val="002060"/>
              </a:solidFill>
            </a:rPr>
          </a:br>
          <a:r>
            <a:rPr lang="en-US" sz="2800" kern="1200" dirty="0">
              <a:solidFill>
                <a:schemeClr val="tx1"/>
              </a:solidFill>
            </a:rPr>
            <a:t>Mac OS X v10.7 (Lion)</a:t>
          </a:r>
        </a:p>
      </dsp:txBody>
      <dsp:txXfrm>
        <a:off x="3257270" y="2119579"/>
        <a:ext cx="1784908" cy="2528620"/>
      </dsp:txXfrm>
    </dsp:sp>
    <dsp:sp modelId="{09477F6A-C3ED-445B-91EE-74130F63B362}">
      <dsp:nvSpPr>
        <dsp:cNvPr id="0" name=""/>
        <dsp:cNvSpPr/>
      </dsp:nvSpPr>
      <dsp:spPr>
        <a:xfrm>
          <a:off x="5135143" y="1175994"/>
          <a:ext cx="483412" cy="48341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4835B7D-6087-4F13-A3E3-001FE9B21933}">
      <dsp:nvSpPr>
        <dsp:cNvPr id="0" name=""/>
        <dsp:cNvSpPr/>
      </dsp:nvSpPr>
      <dsp:spPr>
        <a:xfrm>
          <a:off x="5340107" y="1417700"/>
          <a:ext cx="1967629" cy="32304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6150" tIns="0" rIns="0" bIns="0" numCol="1" spcCol="1270" anchor="t" anchorCtr="0">
          <a:noAutofit/>
        </a:bodyPr>
        <a:lstStyle/>
        <a:p>
          <a:pPr marL="0" lvl="0" indent="0" algn="l" defTabSz="1289050">
            <a:lnSpc>
              <a:spcPct val="90000"/>
            </a:lnSpc>
            <a:spcBef>
              <a:spcPct val="0"/>
            </a:spcBef>
            <a:spcAft>
              <a:spcPct val="35000"/>
            </a:spcAft>
            <a:buNone/>
          </a:pPr>
          <a:r>
            <a:rPr lang="en-US" sz="2900" kern="1200" dirty="0">
              <a:solidFill>
                <a:srgbClr val="002060"/>
              </a:solidFill>
            </a:rPr>
            <a:t>2017</a:t>
          </a:r>
          <a:br>
            <a:rPr lang="en-US" sz="2900" kern="1200" dirty="0">
              <a:solidFill>
                <a:srgbClr val="002060"/>
              </a:solidFill>
            </a:rPr>
          </a:br>
          <a:r>
            <a:rPr lang="en-US" sz="2800" kern="1200" dirty="0">
              <a:solidFill>
                <a:schemeClr val="tx1"/>
              </a:solidFill>
            </a:rPr>
            <a:t>Mac OS X 10.12 (Sierra)</a:t>
          </a:r>
        </a:p>
      </dsp:txBody>
      <dsp:txXfrm>
        <a:off x="5340107" y="1417700"/>
        <a:ext cx="1967629" cy="323049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A6F6A9-8CD0-48FC-B07E-1B511550C6C8}">
      <dsp:nvSpPr>
        <dsp:cNvPr id="0" name=""/>
        <dsp:cNvSpPr/>
      </dsp:nvSpPr>
      <dsp:spPr>
        <a:xfrm rot="5400000">
          <a:off x="5044443" y="-1904576"/>
          <a:ext cx="1198364" cy="53116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en-US" sz="2300" kern="1200" dirty="0"/>
            <a:t>Older technology no longer in use</a:t>
          </a:r>
        </a:p>
      </dsp:txBody>
      <dsp:txXfrm rot="-5400000">
        <a:off x="2987802" y="210564"/>
        <a:ext cx="5253149" cy="1081366"/>
      </dsp:txXfrm>
    </dsp:sp>
    <dsp:sp modelId="{76C1D462-225E-4D3A-870F-C17D8AB0BB95}">
      <dsp:nvSpPr>
        <dsp:cNvPr id="0" name=""/>
        <dsp:cNvSpPr/>
      </dsp:nvSpPr>
      <dsp:spPr>
        <a:xfrm>
          <a:off x="0" y="2269"/>
          <a:ext cx="2987802" cy="149795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kern="1200" dirty="0"/>
            <a:t>Macintosh File System (MFS)</a:t>
          </a:r>
        </a:p>
      </dsp:txBody>
      <dsp:txXfrm>
        <a:off x="73124" y="75393"/>
        <a:ext cx="2841554" cy="1351707"/>
      </dsp:txXfrm>
    </dsp:sp>
    <dsp:sp modelId="{F26D3AD4-EA3F-4F1C-9EF7-FE60CB7AC515}">
      <dsp:nvSpPr>
        <dsp:cNvPr id="0" name=""/>
        <dsp:cNvSpPr/>
      </dsp:nvSpPr>
      <dsp:spPr>
        <a:xfrm rot="5400000">
          <a:off x="5044443" y="-331723"/>
          <a:ext cx="1198364" cy="53116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en-US" sz="2300" kern="1200" dirty="0"/>
            <a:t>Used on Macintosh Plus</a:t>
          </a:r>
        </a:p>
        <a:p>
          <a:pPr marL="228600" lvl="1" indent="-228600" algn="l" defTabSz="1022350">
            <a:lnSpc>
              <a:spcPct val="90000"/>
            </a:lnSpc>
            <a:spcBef>
              <a:spcPct val="0"/>
            </a:spcBef>
            <a:spcAft>
              <a:spcPct val="15000"/>
            </a:spcAft>
            <a:buChar char="•"/>
          </a:pPr>
          <a:r>
            <a:rPr lang="en-US" sz="2300" kern="1200" dirty="0"/>
            <a:t>Beginning with Mac OS 8.1, replaced by HFS+</a:t>
          </a:r>
        </a:p>
      </dsp:txBody>
      <dsp:txXfrm rot="-5400000">
        <a:off x="2987802" y="1783417"/>
        <a:ext cx="5253149" cy="1081366"/>
      </dsp:txXfrm>
    </dsp:sp>
    <dsp:sp modelId="{361671D1-6AEF-41BD-9B16-33506E801AB0}">
      <dsp:nvSpPr>
        <dsp:cNvPr id="0" name=""/>
        <dsp:cNvSpPr/>
      </dsp:nvSpPr>
      <dsp:spPr>
        <a:xfrm>
          <a:off x="0" y="1575122"/>
          <a:ext cx="2987802" cy="149795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kern="1200" dirty="0"/>
            <a:t>Hierarchical File System (HFS)</a:t>
          </a:r>
        </a:p>
      </dsp:txBody>
      <dsp:txXfrm>
        <a:off x="73124" y="1648246"/>
        <a:ext cx="2841554" cy="1351707"/>
      </dsp:txXfrm>
    </dsp:sp>
    <dsp:sp modelId="{5AA935D7-7149-4F2A-AD26-4990D6D708A4}">
      <dsp:nvSpPr>
        <dsp:cNvPr id="0" name=""/>
        <dsp:cNvSpPr/>
      </dsp:nvSpPr>
      <dsp:spPr>
        <a:xfrm rot="5400000">
          <a:off x="5044443" y="1241128"/>
          <a:ext cx="1198364" cy="53116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en-US" sz="2300" kern="1200" dirty="0"/>
            <a:t>Enhancement of HFS</a:t>
          </a:r>
        </a:p>
        <a:p>
          <a:pPr marL="228600" lvl="1" indent="-228600" algn="l" defTabSz="1022350">
            <a:lnSpc>
              <a:spcPct val="90000"/>
            </a:lnSpc>
            <a:spcBef>
              <a:spcPct val="0"/>
            </a:spcBef>
            <a:spcAft>
              <a:spcPct val="15000"/>
            </a:spcAft>
            <a:buChar char="•"/>
          </a:pPr>
          <a:r>
            <a:rPr lang="en-US" sz="2300" kern="1200" dirty="0"/>
            <a:t>Preferred file system on Mac OS X</a:t>
          </a:r>
        </a:p>
      </dsp:txBody>
      <dsp:txXfrm rot="-5400000">
        <a:off x="2987802" y="3356269"/>
        <a:ext cx="5253149" cy="1081366"/>
      </dsp:txXfrm>
    </dsp:sp>
    <dsp:sp modelId="{DC742DFD-44C2-466D-AFAD-45B4D562B995}">
      <dsp:nvSpPr>
        <dsp:cNvPr id="0" name=""/>
        <dsp:cNvSpPr/>
      </dsp:nvSpPr>
      <dsp:spPr>
        <a:xfrm>
          <a:off x="0" y="3147975"/>
          <a:ext cx="2987802" cy="149795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kern="1200" dirty="0"/>
            <a:t>Hierarchical File System Plus (HFS+)</a:t>
          </a:r>
        </a:p>
      </dsp:txBody>
      <dsp:txXfrm>
        <a:off x="73124" y="3221099"/>
        <a:ext cx="2841554" cy="135170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F47C42-577F-4E34-BFC9-52D710E9C8C3}">
      <dsp:nvSpPr>
        <dsp:cNvPr id="0" name=""/>
        <dsp:cNvSpPr/>
      </dsp:nvSpPr>
      <dsp:spPr>
        <a:xfrm>
          <a:off x="0" y="359565"/>
          <a:ext cx="8299450" cy="5544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F373F8A-3108-4D0B-92C2-1C6BC96BF50C}">
      <dsp:nvSpPr>
        <dsp:cNvPr id="0" name=""/>
        <dsp:cNvSpPr/>
      </dsp:nvSpPr>
      <dsp:spPr>
        <a:xfrm>
          <a:off x="414972" y="34845"/>
          <a:ext cx="5809615" cy="6494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977900">
            <a:lnSpc>
              <a:spcPct val="90000"/>
            </a:lnSpc>
            <a:spcBef>
              <a:spcPct val="0"/>
            </a:spcBef>
            <a:spcAft>
              <a:spcPct val="35000"/>
            </a:spcAft>
            <a:buNone/>
          </a:pPr>
          <a:r>
            <a:rPr lang="en-US" sz="2200" kern="1200" dirty="0"/>
            <a:t>ISO9660 (extensions)</a:t>
          </a:r>
        </a:p>
      </dsp:txBody>
      <dsp:txXfrm>
        <a:off x="446675" y="66548"/>
        <a:ext cx="5746209" cy="586034"/>
      </dsp:txXfrm>
    </dsp:sp>
    <dsp:sp modelId="{6D2C0B77-73AF-4DE1-BFD8-09DA8968DBCE}">
      <dsp:nvSpPr>
        <dsp:cNvPr id="0" name=""/>
        <dsp:cNvSpPr/>
      </dsp:nvSpPr>
      <dsp:spPr>
        <a:xfrm>
          <a:off x="0" y="1357485"/>
          <a:ext cx="8299450" cy="5544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B1FB024-6E55-45EA-9273-A4CDBA3B812C}">
      <dsp:nvSpPr>
        <dsp:cNvPr id="0" name=""/>
        <dsp:cNvSpPr/>
      </dsp:nvSpPr>
      <dsp:spPr>
        <a:xfrm>
          <a:off x="414972" y="1032765"/>
          <a:ext cx="5809615" cy="6494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977900">
            <a:lnSpc>
              <a:spcPct val="90000"/>
            </a:lnSpc>
            <a:spcBef>
              <a:spcPct val="0"/>
            </a:spcBef>
            <a:spcAft>
              <a:spcPct val="35000"/>
            </a:spcAft>
            <a:buNone/>
          </a:pPr>
          <a:r>
            <a:rPr lang="nn-NO" sz="2200" kern="1200"/>
            <a:t>Microsoft Disk Operating System (MS-DOS)</a:t>
          </a:r>
          <a:endParaRPr lang="en-US" sz="2200" kern="1200" dirty="0"/>
        </a:p>
      </dsp:txBody>
      <dsp:txXfrm>
        <a:off x="446675" y="1064468"/>
        <a:ext cx="5746209" cy="586034"/>
      </dsp:txXfrm>
    </dsp:sp>
    <dsp:sp modelId="{4F47432F-DD98-46CB-9C76-6E0EB59BDF91}">
      <dsp:nvSpPr>
        <dsp:cNvPr id="0" name=""/>
        <dsp:cNvSpPr/>
      </dsp:nvSpPr>
      <dsp:spPr>
        <a:xfrm>
          <a:off x="0" y="2355405"/>
          <a:ext cx="8299450" cy="5544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D866EBD-E259-430A-B8D9-C28D0347C5BA}">
      <dsp:nvSpPr>
        <dsp:cNvPr id="0" name=""/>
        <dsp:cNvSpPr/>
      </dsp:nvSpPr>
      <dsp:spPr>
        <a:xfrm>
          <a:off x="414972" y="2030685"/>
          <a:ext cx="5809615" cy="6494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977900">
            <a:lnSpc>
              <a:spcPct val="90000"/>
            </a:lnSpc>
            <a:spcBef>
              <a:spcPct val="0"/>
            </a:spcBef>
            <a:spcAft>
              <a:spcPct val="35000"/>
            </a:spcAft>
            <a:buNone/>
          </a:pPr>
          <a:r>
            <a:rPr lang="en-US" sz="2200" kern="1200" dirty="0"/>
            <a:t>New Technology File System (NTFS)</a:t>
          </a:r>
        </a:p>
      </dsp:txBody>
      <dsp:txXfrm>
        <a:off x="446675" y="2062388"/>
        <a:ext cx="5746209" cy="586034"/>
      </dsp:txXfrm>
    </dsp:sp>
    <dsp:sp modelId="{39B12CB7-7513-4612-9995-8574596CFEC3}">
      <dsp:nvSpPr>
        <dsp:cNvPr id="0" name=""/>
        <dsp:cNvSpPr/>
      </dsp:nvSpPr>
      <dsp:spPr>
        <a:xfrm>
          <a:off x="0" y="3353325"/>
          <a:ext cx="8299450" cy="5544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1AEB983-2C6A-4562-8610-1F1A0836D8C2}">
      <dsp:nvSpPr>
        <dsp:cNvPr id="0" name=""/>
        <dsp:cNvSpPr/>
      </dsp:nvSpPr>
      <dsp:spPr>
        <a:xfrm>
          <a:off x="414972" y="3028605"/>
          <a:ext cx="5809615" cy="6494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977900">
            <a:lnSpc>
              <a:spcPct val="90000"/>
            </a:lnSpc>
            <a:spcBef>
              <a:spcPct val="0"/>
            </a:spcBef>
            <a:spcAft>
              <a:spcPct val="35000"/>
            </a:spcAft>
            <a:buNone/>
          </a:pPr>
          <a:r>
            <a:rPr lang="en-US" sz="2200" kern="1200" dirty="0"/>
            <a:t>Universal Disk Format (UDF)</a:t>
          </a:r>
        </a:p>
      </dsp:txBody>
      <dsp:txXfrm>
        <a:off x="446675" y="3060308"/>
        <a:ext cx="5746209" cy="586034"/>
      </dsp:txXfrm>
    </dsp:sp>
    <dsp:sp modelId="{8C91B4B9-36ED-430D-976D-5085B579FB63}">
      <dsp:nvSpPr>
        <dsp:cNvPr id="0" name=""/>
        <dsp:cNvSpPr/>
      </dsp:nvSpPr>
      <dsp:spPr>
        <a:xfrm>
          <a:off x="0" y="4351245"/>
          <a:ext cx="8299450" cy="5544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BDF27C6-A086-4BD7-A0BA-87A7E217231C}">
      <dsp:nvSpPr>
        <dsp:cNvPr id="0" name=""/>
        <dsp:cNvSpPr/>
      </dsp:nvSpPr>
      <dsp:spPr>
        <a:xfrm>
          <a:off x="414972" y="4026525"/>
          <a:ext cx="5809615" cy="6494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977900">
            <a:lnSpc>
              <a:spcPct val="90000"/>
            </a:lnSpc>
            <a:spcBef>
              <a:spcPct val="0"/>
            </a:spcBef>
            <a:spcAft>
              <a:spcPct val="35000"/>
            </a:spcAft>
            <a:buNone/>
          </a:pPr>
          <a:r>
            <a:rPr lang="en-US" sz="2200" kern="1200" dirty="0"/>
            <a:t>UNIX File System (UFS)</a:t>
          </a:r>
        </a:p>
      </dsp:txBody>
      <dsp:txXfrm>
        <a:off x="446675" y="4058228"/>
        <a:ext cx="5746209" cy="58603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7B96C8-86B9-46D8-B38E-8D330CB789AD}">
      <dsp:nvSpPr>
        <dsp:cNvPr id="0" name=""/>
        <dsp:cNvSpPr/>
      </dsp:nvSpPr>
      <dsp:spPr>
        <a:xfrm>
          <a:off x="0" y="553800"/>
          <a:ext cx="8299450" cy="882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A76796C-A542-45DC-B72C-57385E10E342}">
      <dsp:nvSpPr>
        <dsp:cNvPr id="0" name=""/>
        <dsp:cNvSpPr/>
      </dsp:nvSpPr>
      <dsp:spPr>
        <a:xfrm>
          <a:off x="414972" y="37199"/>
          <a:ext cx="5809615" cy="1033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1422400">
            <a:lnSpc>
              <a:spcPct val="90000"/>
            </a:lnSpc>
            <a:spcBef>
              <a:spcPct val="0"/>
            </a:spcBef>
            <a:spcAft>
              <a:spcPct val="35000"/>
            </a:spcAft>
            <a:buNone/>
          </a:pPr>
          <a:r>
            <a:rPr lang="en-US" sz="3200" kern="1200" dirty="0"/>
            <a:t>GUID Partition Table</a:t>
          </a:r>
        </a:p>
      </dsp:txBody>
      <dsp:txXfrm>
        <a:off x="465409" y="87636"/>
        <a:ext cx="5708741" cy="932326"/>
      </dsp:txXfrm>
    </dsp:sp>
    <dsp:sp modelId="{148D2A3B-07F7-49CE-AAE2-779B9B9C32E3}">
      <dsp:nvSpPr>
        <dsp:cNvPr id="0" name=""/>
        <dsp:cNvSpPr/>
      </dsp:nvSpPr>
      <dsp:spPr>
        <a:xfrm>
          <a:off x="0" y="2141400"/>
          <a:ext cx="8299450" cy="882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A845E01-6208-4031-9426-19378A84E70A}">
      <dsp:nvSpPr>
        <dsp:cNvPr id="0" name=""/>
        <dsp:cNvSpPr/>
      </dsp:nvSpPr>
      <dsp:spPr>
        <a:xfrm>
          <a:off x="414972" y="1624800"/>
          <a:ext cx="5809615" cy="1033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1422400">
            <a:lnSpc>
              <a:spcPct val="90000"/>
            </a:lnSpc>
            <a:spcBef>
              <a:spcPct val="0"/>
            </a:spcBef>
            <a:spcAft>
              <a:spcPct val="35000"/>
            </a:spcAft>
            <a:buNone/>
          </a:pPr>
          <a:r>
            <a:rPr lang="en-US" sz="3200" kern="1200" dirty="0"/>
            <a:t>Apple Partition Map</a:t>
          </a:r>
        </a:p>
      </dsp:txBody>
      <dsp:txXfrm>
        <a:off x="465409" y="1675237"/>
        <a:ext cx="5708741" cy="932326"/>
      </dsp:txXfrm>
    </dsp:sp>
    <dsp:sp modelId="{A35085CB-5445-4569-8B32-83FED37F48E2}">
      <dsp:nvSpPr>
        <dsp:cNvPr id="0" name=""/>
        <dsp:cNvSpPr/>
      </dsp:nvSpPr>
      <dsp:spPr>
        <a:xfrm>
          <a:off x="0" y="3729000"/>
          <a:ext cx="8299450" cy="882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5374078-7BF7-4919-9BE0-0336786664AE}">
      <dsp:nvSpPr>
        <dsp:cNvPr id="0" name=""/>
        <dsp:cNvSpPr/>
      </dsp:nvSpPr>
      <dsp:spPr>
        <a:xfrm>
          <a:off x="414972" y="3212400"/>
          <a:ext cx="5809615" cy="1033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1422400">
            <a:lnSpc>
              <a:spcPct val="90000"/>
            </a:lnSpc>
            <a:spcBef>
              <a:spcPct val="0"/>
            </a:spcBef>
            <a:spcAft>
              <a:spcPct val="35000"/>
            </a:spcAft>
            <a:buNone/>
          </a:pPr>
          <a:r>
            <a:rPr lang="en-US" sz="3200" kern="1200" dirty="0"/>
            <a:t>Master Boot Record (MBR)</a:t>
          </a:r>
        </a:p>
      </dsp:txBody>
      <dsp:txXfrm>
        <a:off x="465409" y="3262837"/>
        <a:ext cx="5708741" cy="93232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FD04DB-EA87-4A7C-9518-623406153233}">
      <dsp:nvSpPr>
        <dsp:cNvPr id="0" name=""/>
        <dsp:cNvSpPr/>
      </dsp:nvSpPr>
      <dsp:spPr>
        <a:xfrm rot="5400000">
          <a:off x="5044443" y="-1904576"/>
          <a:ext cx="1198364" cy="53116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en-US" sz="2300" kern="1200" dirty="0"/>
            <a:t>General log repository</a:t>
          </a:r>
        </a:p>
        <a:p>
          <a:pPr marL="228600" lvl="1" indent="-228600" algn="l" defTabSz="1022350">
            <a:lnSpc>
              <a:spcPct val="90000"/>
            </a:lnSpc>
            <a:spcBef>
              <a:spcPct val="0"/>
            </a:spcBef>
            <a:spcAft>
              <a:spcPct val="15000"/>
            </a:spcAft>
            <a:buChar char="•"/>
          </a:pPr>
          <a:r>
            <a:rPr lang="en-US" sz="2300" kern="1200" dirty="0"/>
            <a:t>Data on removable media and serial numbers</a:t>
          </a:r>
        </a:p>
      </dsp:txBody>
      <dsp:txXfrm rot="-5400000">
        <a:off x="2987802" y="210564"/>
        <a:ext cx="5253149" cy="1081366"/>
      </dsp:txXfrm>
    </dsp:sp>
    <dsp:sp modelId="{51DEADE5-9C4C-4855-90C9-74BB6683CD7F}">
      <dsp:nvSpPr>
        <dsp:cNvPr id="0" name=""/>
        <dsp:cNvSpPr/>
      </dsp:nvSpPr>
      <dsp:spPr>
        <a:xfrm>
          <a:off x="0" y="2269"/>
          <a:ext cx="2987802" cy="149795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a:lnSpc>
              <a:spcPct val="90000"/>
            </a:lnSpc>
            <a:spcBef>
              <a:spcPct val="0"/>
            </a:spcBef>
            <a:spcAft>
              <a:spcPct val="35000"/>
            </a:spcAft>
            <a:buNone/>
          </a:pPr>
          <a:r>
            <a:rPr lang="en-US" sz="2600" kern="1200" dirty="0"/>
            <a:t>/var/log/</a:t>
          </a:r>
        </a:p>
      </dsp:txBody>
      <dsp:txXfrm>
        <a:off x="73124" y="75393"/>
        <a:ext cx="2841554" cy="1351707"/>
      </dsp:txXfrm>
    </dsp:sp>
    <dsp:sp modelId="{B6E4F7D8-EE03-432D-883F-75A7831D8008}">
      <dsp:nvSpPr>
        <dsp:cNvPr id="0" name=""/>
        <dsp:cNvSpPr/>
      </dsp:nvSpPr>
      <dsp:spPr>
        <a:xfrm rot="5400000">
          <a:off x="5044443" y="-331723"/>
          <a:ext cx="1198364" cy="53116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en-US" sz="2300" kern="1200" dirty="0"/>
            <a:t>Information about printed documents</a:t>
          </a:r>
        </a:p>
        <a:p>
          <a:pPr marL="228600" lvl="1" indent="-228600" algn="l" defTabSz="1022350">
            <a:lnSpc>
              <a:spcPct val="90000"/>
            </a:lnSpc>
            <a:spcBef>
              <a:spcPct val="0"/>
            </a:spcBef>
            <a:spcAft>
              <a:spcPct val="15000"/>
            </a:spcAft>
            <a:buChar char="•"/>
          </a:pPr>
          <a:r>
            <a:rPr lang="en-US" sz="2300" kern="1200" dirty="0"/>
            <a:t>Name of document, user who printed</a:t>
          </a:r>
        </a:p>
      </dsp:txBody>
      <dsp:txXfrm rot="-5400000">
        <a:off x="2987802" y="1783417"/>
        <a:ext cx="5253149" cy="1081366"/>
      </dsp:txXfrm>
    </dsp:sp>
    <dsp:sp modelId="{4928DBEE-E06D-4CBB-9022-1644573A1419}">
      <dsp:nvSpPr>
        <dsp:cNvPr id="0" name=""/>
        <dsp:cNvSpPr/>
      </dsp:nvSpPr>
      <dsp:spPr>
        <a:xfrm>
          <a:off x="0" y="1575122"/>
          <a:ext cx="2987802" cy="149795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a:lnSpc>
              <a:spcPct val="90000"/>
            </a:lnSpc>
            <a:spcBef>
              <a:spcPct val="0"/>
            </a:spcBef>
            <a:spcAft>
              <a:spcPct val="35000"/>
            </a:spcAft>
            <a:buNone/>
          </a:pPr>
          <a:r>
            <a:rPr lang="en-US" sz="2600" kern="1200" dirty="0"/>
            <a:t>/var/spool/cups</a:t>
          </a:r>
        </a:p>
      </dsp:txBody>
      <dsp:txXfrm>
        <a:off x="73124" y="1648246"/>
        <a:ext cx="2841554" cy="1351707"/>
      </dsp:txXfrm>
    </dsp:sp>
    <dsp:sp modelId="{E486AA17-F470-4A6B-B5B1-8B8971BFF120}">
      <dsp:nvSpPr>
        <dsp:cNvPr id="0" name=""/>
        <dsp:cNvSpPr/>
      </dsp:nvSpPr>
      <dsp:spPr>
        <a:xfrm rot="5400000">
          <a:off x="5044443" y="1241128"/>
          <a:ext cx="1198364" cy="53116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en-US" sz="2300" kern="1200" dirty="0"/>
            <a:t>Information about system and software updates</a:t>
          </a:r>
        </a:p>
      </dsp:txBody>
      <dsp:txXfrm rot="-5400000">
        <a:off x="2987802" y="3356269"/>
        <a:ext cx="5253149" cy="1081366"/>
      </dsp:txXfrm>
    </dsp:sp>
    <dsp:sp modelId="{D4025344-5CBB-4202-AB1F-1C385AFF4C4C}">
      <dsp:nvSpPr>
        <dsp:cNvPr id="0" name=""/>
        <dsp:cNvSpPr/>
      </dsp:nvSpPr>
      <dsp:spPr>
        <a:xfrm>
          <a:off x="0" y="3147975"/>
          <a:ext cx="2987802" cy="149795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a:lnSpc>
              <a:spcPct val="90000"/>
            </a:lnSpc>
            <a:spcBef>
              <a:spcPct val="0"/>
            </a:spcBef>
            <a:spcAft>
              <a:spcPct val="35000"/>
            </a:spcAft>
            <a:buNone/>
          </a:pPr>
          <a:r>
            <a:rPr lang="en-US" sz="2600" kern="1200" dirty="0"/>
            <a:t>/Library/Receipts</a:t>
          </a:r>
        </a:p>
      </dsp:txBody>
      <dsp:txXfrm>
        <a:off x="73124" y="3221099"/>
        <a:ext cx="2841554" cy="135170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FD04DB-EA87-4A7C-9518-623406153233}">
      <dsp:nvSpPr>
        <dsp:cNvPr id="0" name=""/>
        <dsp:cNvSpPr/>
      </dsp:nvSpPr>
      <dsp:spPr>
        <a:xfrm rot="5400000">
          <a:off x="5044443" y="-1904576"/>
          <a:ext cx="1198364" cy="53116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820" tIns="41910" rIns="83820" bIns="41910" numCol="1" spcCol="1270" anchor="ctr" anchorCtr="0">
          <a:noAutofit/>
        </a:bodyPr>
        <a:lstStyle/>
        <a:p>
          <a:pPr marL="228600" lvl="1" indent="-228600" algn="l" defTabSz="977900">
            <a:lnSpc>
              <a:spcPct val="90000"/>
            </a:lnSpc>
            <a:spcBef>
              <a:spcPct val="0"/>
            </a:spcBef>
            <a:spcAft>
              <a:spcPct val="15000"/>
            </a:spcAft>
            <a:buChar char="•"/>
          </a:pPr>
          <a:r>
            <a:rPr lang="en-US" sz="2200" kern="1200" dirty="0"/>
            <a:t>Information on Bash shell activity</a:t>
          </a:r>
        </a:p>
      </dsp:txBody>
      <dsp:txXfrm rot="-5400000">
        <a:off x="2987802" y="210564"/>
        <a:ext cx="5253149" cy="1081366"/>
      </dsp:txXfrm>
    </dsp:sp>
    <dsp:sp modelId="{51DEADE5-9C4C-4855-90C9-74BB6683CD7F}">
      <dsp:nvSpPr>
        <dsp:cNvPr id="0" name=""/>
        <dsp:cNvSpPr/>
      </dsp:nvSpPr>
      <dsp:spPr>
        <a:xfrm>
          <a:off x="0" y="2269"/>
          <a:ext cx="2987802" cy="149795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marL="0" lvl="0" indent="0" algn="ctr" defTabSz="1289050">
            <a:lnSpc>
              <a:spcPct val="90000"/>
            </a:lnSpc>
            <a:spcBef>
              <a:spcPct val="0"/>
            </a:spcBef>
            <a:spcAft>
              <a:spcPct val="35000"/>
            </a:spcAft>
            <a:buNone/>
          </a:pPr>
          <a:r>
            <a:rPr lang="en-US" sz="2900" kern="1200" dirty="0"/>
            <a:t>/Users/&lt;user&gt;/</a:t>
          </a:r>
          <a:br>
            <a:rPr lang="en-US" sz="2900" kern="1200" dirty="0"/>
          </a:br>
          <a:r>
            <a:rPr lang="en-US" sz="2900" kern="1200" dirty="0"/>
            <a:t>.bash_history</a:t>
          </a:r>
        </a:p>
      </dsp:txBody>
      <dsp:txXfrm>
        <a:off x="73124" y="75393"/>
        <a:ext cx="2841554" cy="1351707"/>
      </dsp:txXfrm>
    </dsp:sp>
    <dsp:sp modelId="{B6E4F7D8-EE03-432D-883F-75A7831D8008}">
      <dsp:nvSpPr>
        <dsp:cNvPr id="0" name=""/>
        <dsp:cNvSpPr/>
      </dsp:nvSpPr>
      <dsp:spPr>
        <a:xfrm rot="5400000">
          <a:off x="5044443" y="-331723"/>
          <a:ext cx="1198364" cy="53116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820" tIns="41910" rIns="83820" bIns="41910" numCol="1" spcCol="1270" anchor="ctr" anchorCtr="0">
          <a:noAutofit/>
        </a:bodyPr>
        <a:lstStyle/>
        <a:p>
          <a:pPr marL="228600" lvl="1" indent="-228600" algn="l" defTabSz="977900">
            <a:lnSpc>
              <a:spcPct val="90000"/>
            </a:lnSpc>
            <a:spcBef>
              <a:spcPct val="0"/>
            </a:spcBef>
            <a:spcAft>
              <a:spcPct val="15000"/>
            </a:spcAft>
            <a:buChar char="•"/>
          </a:pPr>
          <a:r>
            <a:rPr lang="en-US" sz="2200" kern="1200" dirty="0"/>
            <a:t>Contains subfolder named app profile</a:t>
          </a:r>
        </a:p>
        <a:p>
          <a:pPr marL="228600" lvl="1" indent="-228600" algn="l" defTabSz="977900">
            <a:lnSpc>
              <a:spcPct val="90000"/>
            </a:lnSpc>
            <a:spcBef>
              <a:spcPct val="0"/>
            </a:spcBef>
            <a:spcAft>
              <a:spcPct val="15000"/>
            </a:spcAft>
            <a:buChar char="•"/>
          </a:pPr>
          <a:r>
            <a:rPr lang="en-US" sz="2200" kern="1200" dirty="0"/>
            <a:t>Lists of recently opened applications, temporary data used by applications</a:t>
          </a:r>
        </a:p>
      </dsp:txBody>
      <dsp:txXfrm rot="-5400000">
        <a:off x="2987802" y="1783417"/>
        <a:ext cx="5253149" cy="1081366"/>
      </dsp:txXfrm>
    </dsp:sp>
    <dsp:sp modelId="{4928DBEE-E06D-4CBB-9022-1644573A1419}">
      <dsp:nvSpPr>
        <dsp:cNvPr id="0" name=""/>
        <dsp:cNvSpPr/>
      </dsp:nvSpPr>
      <dsp:spPr>
        <a:xfrm>
          <a:off x="0" y="1575122"/>
          <a:ext cx="2987802" cy="149795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marL="0" lvl="0" indent="0" algn="ctr" defTabSz="1289050">
            <a:lnSpc>
              <a:spcPct val="90000"/>
            </a:lnSpc>
            <a:spcBef>
              <a:spcPct val="0"/>
            </a:spcBef>
            <a:spcAft>
              <a:spcPct val="35000"/>
            </a:spcAft>
            <a:buNone/>
          </a:pPr>
          <a:r>
            <a:rPr lang="en-US" sz="2900" kern="1200" dirty="0"/>
            <a:t>/var/vm</a:t>
          </a:r>
        </a:p>
      </dsp:txBody>
      <dsp:txXfrm>
        <a:off x="73124" y="1648246"/>
        <a:ext cx="2841554" cy="1351707"/>
      </dsp:txXfrm>
    </dsp:sp>
    <dsp:sp modelId="{E486AA17-F470-4A6B-B5B1-8B8971BFF120}">
      <dsp:nvSpPr>
        <dsp:cNvPr id="0" name=""/>
        <dsp:cNvSpPr/>
      </dsp:nvSpPr>
      <dsp:spPr>
        <a:xfrm rot="5400000">
          <a:off x="5044443" y="1241128"/>
          <a:ext cx="1198364" cy="53116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820" tIns="41910" rIns="83820" bIns="41910" numCol="1" spcCol="1270" anchor="ctr" anchorCtr="0">
          <a:noAutofit/>
        </a:bodyPr>
        <a:lstStyle/>
        <a:p>
          <a:pPr marL="228600" lvl="1" indent="-228600" algn="l" defTabSz="977900">
            <a:lnSpc>
              <a:spcPct val="90000"/>
            </a:lnSpc>
            <a:spcBef>
              <a:spcPct val="0"/>
            </a:spcBef>
            <a:spcAft>
              <a:spcPct val="15000"/>
            </a:spcAft>
            <a:buChar char="•"/>
          </a:pPr>
          <a:r>
            <a:rPr lang="en-US" sz="2200" kern="1200" dirty="0"/>
            <a:t>User files and preferences</a:t>
          </a:r>
        </a:p>
      </dsp:txBody>
      <dsp:txXfrm rot="-5400000">
        <a:off x="2987802" y="3356269"/>
        <a:ext cx="5253149" cy="1081366"/>
      </dsp:txXfrm>
    </dsp:sp>
    <dsp:sp modelId="{D4025344-5CBB-4202-AB1F-1C385AFF4C4C}">
      <dsp:nvSpPr>
        <dsp:cNvPr id="0" name=""/>
        <dsp:cNvSpPr/>
      </dsp:nvSpPr>
      <dsp:spPr>
        <a:xfrm>
          <a:off x="0" y="3147975"/>
          <a:ext cx="2987802" cy="149795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marL="0" lvl="0" indent="0" algn="ctr" defTabSz="1289050">
            <a:lnSpc>
              <a:spcPct val="90000"/>
            </a:lnSpc>
            <a:spcBef>
              <a:spcPct val="0"/>
            </a:spcBef>
            <a:spcAft>
              <a:spcPct val="35000"/>
            </a:spcAft>
            <a:buNone/>
          </a:pPr>
          <a:r>
            <a:rPr lang="en-US" sz="2900" kern="1200" dirty="0"/>
            <a:t>/Users/</a:t>
          </a:r>
        </a:p>
      </dsp:txBody>
      <dsp:txXfrm>
        <a:off x="73124" y="3221099"/>
        <a:ext cx="2841554" cy="135170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895A78-6E92-4396-A270-0B6D1BB89AE8}">
      <dsp:nvSpPr>
        <dsp:cNvPr id="0" name=""/>
        <dsp:cNvSpPr/>
      </dsp:nvSpPr>
      <dsp:spPr>
        <a:xfrm>
          <a:off x="860541" y="767"/>
          <a:ext cx="3132556" cy="187953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ED6E2E"/>
              </a:solidFill>
            </a:rPr>
            <a:t>/Users</a:t>
          </a:r>
          <a:br>
            <a:rPr lang="en-US" sz="2800" kern="1200" dirty="0">
              <a:solidFill>
                <a:srgbClr val="ED6E2E"/>
              </a:solidFill>
            </a:rPr>
          </a:br>
          <a:r>
            <a:rPr lang="en-US" sz="2500" kern="1200" dirty="0"/>
            <a:t>User accounts and associated files</a:t>
          </a:r>
        </a:p>
      </dsp:txBody>
      <dsp:txXfrm>
        <a:off x="860541" y="767"/>
        <a:ext cx="3132556" cy="1879533"/>
      </dsp:txXfrm>
    </dsp:sp>
    <dsp:sp modelId="{9DAA730C-05C5-4AB3-A2E8-0C58EF86DC0A}">
      <dsp:nvSpPr>
        <dsp:cNvPr id="0" name=""/>
        <dsp:cNvSpPr/>
      </dsp:nvSpPr>
      <dsp:spPr>
        <a:xfrm>
          <a:off x="4306352" y="767"/>
          <a:ext cx="3132556" cy="187953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ED6E2E"/>
              </a:solidFill>
            </a:rPr>
            <a:t>/Applications</a:t>
          </a:r>
          <a:br>
            <a:rPr lang="en-US" sz="2500" kern="1200" dirty="0"/>
          </a:br>
          <a:r>
            <a:rPr lang="en-US" sz="2500" kern="1200" dirty="0"/>
            <a:t>All applications</a:t>
          </a:r>
        </a:p>
      </dsp:txBody>
      <dsp:txXfrm>
        <a:off x="4306352" y="767"/>
        <a:ext cx="3132556" cy="1879533"/>
      </dsp:txXfrm>
    </dsp:sp>
    <dsp:sp modelId="{2F27AE05-A284-459B-A94B-32223C2F1F90}">
      <dsp:nvSpPr>
        <dsp:cNvPr id="0" name=""/>
        <dsp:cNvSpPr/>
      </dsp:nvSpPr>
      <dsp:spPr>
        <a:xfrm>
          <a:off x="860541" y="2193556"/>
          <a:ext cx="3132556" cy="187953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ED6E2E"/>
              </a:solidFill>
            </a:rPr>
            <a:t>/Network</a:t>
          </a:r>
          <a:br>
            <a:rPr lang="en-US" sz="2500" b="1" kern="1200" dirty="0">
              <a:solidFill>
                <a:srgbClr val="ED6E2E"/>
              </a:solidFill>
            </a:rPr>
          </a:br>
          <a:r>
            <a:rPr lang="en-US" sz="2500" b="1" kern="1200" dirty="0"/>
            <a:t>I</a:t>
          </a:r>
          <a:r>
            <a:rPr lang="en-US" sz="2500" kern="1200" dirty="0"/>
            <a:t>nformation about servers, network libraries, and network properties</a:t>
          </a:r>
        </a:p>
      </dsp:txBody>
      <dsp:txXfrm>
        <a:off x="860541" y="2193556"/>
        <a:ext cx="3132556" cy="1879533"/>
      </dsp:txXfrm>
    </dsp:sp>
    <dsp:sp modelId="{FBEC6E8B-B6B6-4668-869B-462491DBAEB1}">
      <dsp:nvSpPr>
        <dsp:cNvPr id="0" name=""/>
        <dsp:cNvSpPr/>
      </dsp:nvSpPr>
      <dsp:spPr>
        <a:xfrm>
          <a:off x="4306352" y="2193556"/>
          <a:ext cx="3132556" cy="187953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ED6E2E"/>
              </a:solidFill>
            </a:rPr>
            <a:t>/etc</a:t>
          </a:r>
          <a:br>
            <a:rPr lang="en-US" sz="2800" b="1" kern="1200" dirty="0">
              <a:solidFill>
                <a:srgbClr val="ED6E2E"/>
              </a:solidFill>
            </a:rPr>
          </a:br>
          <a:r>
            <a:rPr lang="en-US" sz="2500" b="0" kern="1200" dirty="0"/>
            <a:t>Configuration files</a:t>
          </a:r>
        </a:p>
      </dsp:txBody>
      <dsp:txXfrm>
        <a:off x="4306352" y="2193556"/>
        <a:ext cx="3132556" cy="187953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128D72-E9CB-471C-A5AA-0287FE91B1EF}">
      <dsp:nvSpPr>
        <dsp:cNvPr id="0" name=""/>
        <dsp:cNvSpPr/>
      </dsp:nvSpPr>
      <dsp:spPr>
        <a:xfrm>
          <a:off x="0" y="483423"/>
          <a:ext cx="8053387" cy="730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A310002-858B-4899-B3F3-6000ECDC3207}">
      <dsp:nvSpPr>
        <dsp:cNvPr id="0" name=""/>
        <dsp:cNvSpPr/>
      </dsp:nvSpPr>
      <dsp:spPr>
        <a:xfrm>
          <a:off x="402669" y="55383"/>
          <a:ext cx="5637370" cy="8560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3079" tIns="0" rIns="213079" bIns="0" numCol="1" spcCol="1270" anchor="ctr" anchorCtr="0">
          <a:noAutofit/>
        </a:bodyPr>
        <a:lstStyle/>
        <a:p>
          <a:pPr marL="0" lvl="0" indent="0" algn="l" defTabSz="1289050">
            <a:lnSpc>
              <a:spcPct val="90000"/>
            </a:lnSpc>
            <a:spcBef>
              <a:spcPct val="0"/>
            </a:spcBef>
            <a:spcAft>
              <a:spcPct val="35000"/>
            </a:spcAft>
            <a:buNone/>
          </a:pPr>
          <a:r>
            <a:rPr lang="en-US" sz="2900" kern="1200" dirty="0"/>
            <a:t>Target Disk mode</a:t>
          </a:r>
        </a:p>
      </dsp:txBody>
      <dsp:txXfrm>
        <a:off x="444459" y="97173"/>
        <a:ext cx="5553790" cy="772500"/>
      </dsp:txXfrm>
    </dsp:sp>
    <dsp:sp modelId="{B9F14539-C458-4AEA-B92D-D70A19F5EA06}">
      <dsp:nvSpPr>
        <dsp:cNvPr id="0" name=""/>
        <dsp:cNvSpPr/>
      </dsp:nvSpPr>
      <dsp:spPr>
        <a:xfrm>
          <a:off x="0" y="1798863"/>
          <a:ext cx="8053387" cy="730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B0AE119-8386-4DCE-9645-3EA3B3A09610}">
      <dsp:nvSpPr>
        <dsp:cNvPr id="0" name=""/>
        <dsp:cNvSpPr/>
      </dsp:nvSpPr>
      <dsp:spPr>
        <a:xfrm>
          <a:off x="402669" y="1370823"/>
          <a:ext cx="5637370" cy="8560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3079" tIns="0" rIns="213079" bIns="0" numCol="1" spcCol="1270" anchor="ctr" anchorCtr="0">
          <a:noAutofit/>
        </a:bodyPr>
        <a:lstStyle/>
        <a:p>
          <a:pPr marL="0" lvl="0" indent="0" algn="l" defTabSz="1289050">
            <a:lnSpc>
              <a:spcPct val="90000"/>
            </a:lnSpc>
            <a:spcBef>
              <a:spcPct val="0"/>
            </a:spcBef>
            <a:spcAft>
              <a:spcPct val="35000"/>
            </a:spcAft>
            <a:buNone/>
          </a:pPr>
          <a:r>
            <a:rPr lang="en-US" sz="2900" kern="1200" dirty="0"/>
            <a:t>Searching virtual memory</a:t>
          </a:r>
        </a:p>
      </dsp:txBody>
      <dsp:txXfrm>
        <a:off x="444459" y="1412613"/>
        <a:ext cx="5553790" cy="772500"/>
      </dsp:txXfrm>
    </dsp:sp>
    <dsp:sp modelId="{76A5E164-3D88-49B4-B5E6-AC0AFBA2C483}">
      <dsp:nvSpPr>
        <dsp:cNvPr id="0" name=""/>
        <dsp:cNvSpPr/>
      </dsp:nvSpPr>
      <dsp:spPr>
        <a:xfrm>
          <a:off x="0" y="3114303"/>
          <a:ext cx="8053387" cy="730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E4A369D-A170-49E4-BD46-4A7207D5E042}">
      <dsp:nvSpPr>
        <dsp:cNvPr id="0" name=""/>
        <dsp:cNvSpPr/>
      </dsp:nvSpPr>
      <dsp:spPr>
        <a:xfrm>
          <a:off x="402669" y="2686263"/>
          <a:ext cx="5637370" cy="8560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3079" tIns="0" rIns="213079" bIns="0" numCol="1" spcCol="1270" anchor="ctr" anchorCtr="0">
          <a:noAutofit/>
        </a:bodyPr>
        <a:lstStyle/>
        <a:p>
          <a:pPr marL="0" lvl="0" indent="0" algn="l" defTabSz="1289050">
            <a:lnSpc>
              <a:spcPct val="90000"/>
            </a:lnSpc>
            <a:spcBef>
              <a:spcPct val="0"/>
            </a:spcBef>
            <a:spcAft>
              <a:spcPct val="35000"/>
            </a:spcAft>
            <a:buNone/>
          </a:pPr>
          <a:r>
            <a:rPr lang="en-US" sz="2900" kern="1200" dirty="0"/>
            <a:t>Shell commands</a:t>
          </a:r>
        </a:p>
      </dsp:txBody>
      <dsp:txXfrm>
        <a:off x="444459" y="2728053"/>
        <a:ext cx="5553790" cy="77250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B8412A-141A-4197-847B-D3B3C13A26B3}">
      <dsp:nvSpPr>
        <dsp:cNvPr id="0" name=""/>
        <dsp:cNvSpPr/>
      </dsp:nvSpPr>
      <dsp:spPr>
        <a:xfrm rot="5400000">
          <a:off x="5044443" y="-1904576"/>
          <a:ext cx="1198364" cy="53116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Char char="•"/>
          </a:pPr>
          <a:r>
            <a:rPr lang="en-US" sz="2800" kern="1200" dirty="0"/>
            <a:t>Returns current date and time zone</a:t>
          </a:r>
        </a:p>
      </dsp:txBody>
      <dsp:txXfrm rot="-5400000">
        <a:off x="2987802" y="210564"/>
        <a:ext cx="5253149" cy="1081366"/>
      </dsp:txXfrm>
    </dsp:sp>
    <dsp:sp modelId="{7C92F141-BBEC-408D-B59C-E82F5F675DE0}">
      <dsp:nvSpPr>
        <dsp:cNvPr id="0" name=""/>
        <dsp:cNvSpPr/>
      </dsp:nvSpPr>
      <dsp:spPr>
        <a:xfrm>
          <a:off x="0" y="2269"/>
          <a:ext cx="2987802" cy="149795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b="1" kern="1200" dirty="0">
              <a:latin typeface="Courier New" pitchFamily="49" charset="0"/>
              <a:cs typeface="Courier New" pitchFamily="49" charset="0"/>
            </a:rPr>
            <a:t>date</a:t>
          </a:r>
        </a:p>
      </dsp:txBody>
      <dsp:txXfrm>
        <a:off x="73124" y="75393"/>
        <a:ext cx="2841554" cy="1351707"/>
      </dsp:txXfrm>
    </dsp:sp>
    <dsp:sp modelId="{9E83CFB8-62A8-4F45-BBB0-54E583E0DDAF}">
      <dsp:nvSpPr>
        <dsp:cNvPr id="0" name=""/>
        <dsp:cNvSpPr/>
      </dsp:nvSpPr>
      <dsp:spPr>
        <a:xfrm rot="5400000">
          <a:off x="5044443" y="-331723"/>
          <a:ext cx="1198364" cy="53116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Char char="•"/>
          </a:pPr>
          <a:r>
            <a:rPr lang="en-US" sz="2800" kern="1200" dirty="0"/>
            <a:t>Lists current device files in use</a:t>
          </a:r>
        </a:p>
      </dsp:txBody>
      <dsp:txXfrm rot="-5400000">
        <a:off x="2987802" y="1783417"/>
        <a:ext cx="5253149" cy="1081366"/>
      </dsp:txXfrm>
    </dsp:sp>
    <dsp:sp modelId="{BE081933-7FB7-4D5C-B0CE-FBC4BDBCC6F5}">
      <dsp:nvSpPr>
        <dsp:cNvPr id="0" name=""/>
        <dsp:cNvSpPr/>
      </dsp:nvSpPr>
      <dsp:spPr>
        <a:xfrm>
          <a:off x="0" y="1575122"/>
          <a:ext cx="2987802" cy="149795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b="1" kern="1200" dirty="0">
              <a:latin typeface="Courier New" pitchFamily="49" charset="0"/>
              <a:cs typeface="Courier New" pitchFamily="49" charset="0"/>
            </a:rPr>
            <a:t>ls /dev/disk?</a:t>
          </a:r>
        </a:p>
      </dsp:txBody>
      <dsp:txXfrm>
        <a:off x="73124" y="1648246"/>
        <a:ext cx="2841554" cy="1351707"/>
      </dsp:txXfrm>
    </dsp:sp>
    <dsp:sp modelId="{A8F3C9A3-5CB3-4635-8BE9-2CD1A59977BE}">
      <dsp:nvSpPr>
        <dsp:cNvPr id="0" name=""/>
        <dsp:cNvSpPr/>
      </dsp:nvSpPr>
      <dsp:spPr>
        <a:xfrm rot="5400000">
          <a:off x="5044443" y="1241128"/>
          <a:ext cx="1198364" cy="53116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Char char="•"/>
          </a:pPr>
          <a:r>
            <a:rPr lang="en-US" sz="2800" kern="1200" dirty="0"/>
            <a:t>Lists the partition table for the boot drive</a:t>
          </a:r>
        </a:p>
      </dsp:txBody>
      <dsp:txXfrm rot="-5400000">
        <a:off x="2987802" y="3356269"/>
        <a:ext cx="5253149" cy="1081366"/>
      </dsp:txXfrm>
    </dsp:sp>
    <dsp:sp modelId="{781B6BC8-CDEB-44F0-9F91-108FCD271B67}">
      <dsp:nvSpPr>
        <dsp:cNvPr id="0" name=""/>
        <dsp:cNvSpPr/>
      </dsp:nvSpPr>
      <dsp:spPr>
        <a:xfrm>
          <a:off x="0" y="3147975"/>
          <a:ext cx="2987802" cy="149795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b="1" kern="1200" dirty="0">
              <a:latin typeface="Courier New" pitchFamily="49" charset="0"/>
              <a:cs typeface="Courier New" pitchFamily="49" charset="0"/>
            </a:rPr>
            <a:t>/hdiutil partition /dev/disk0</a:t>
          </a:r>
        </a:p>
      </dsp:txBody>
      <dsp:txXfrm>
        <a:off x="73124" y="3221099"/>
        <a:ext cx="2841554" cy="1351707"/>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B8412A-141A-4197-847B-D3B3C13A26B3}">
      <dsp:nvSpPr>
        <dsp:cNvPr id="0" name=""/>
        <dsp:cNvSpPr/>
      </dsp:nvSpPr>
      <dsp:spPr>
        <a:xfrm rot="5400000">
          <a:off x="4838094" y="-1648859"/>
          <a:ext cx="1611062" cy="53116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Char char="•"/>
          </a:pPr>
          <a:r>
            <a:rPr lang="en-US" sz="2800" kern="1200" dirty="0"/>
            <a:t>Returns hardware information for host system</a:t>
          </a:r>
        </a:p>
      </dsp:txBody>
      <dsp:txXfrm rot="-5400000">
        <a:off x="2987801" y="280080"/>
        <a:ext cx="5233002" cy="1453770"/>
      </dsp:txXfrm>
    </dsp:sp>
    <dsp:sp modelId="{7C92F141-BBEC-408D-B59C-E82F5F675DE0}">
      <dsp:nvSpPr>
        <dsp:cNvPr id="0" name=""/>
        <dsp:cNvSpPr/>
      </dsp:nvSpPr>
      <dsp:spPr>
        <a:xfrm>
          <a:off x="0" y="50"/>
          <a:ext cx="2987802" cy="201382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b="1" kern="1200" dirty="0">
              <a:latin typeface="Courier New" pitchFamily="49" charset="0"/>
              <a:cs typeface="Courier New" pitchFamily="49" charset="0"/>
            </a:rPr>
            <a:t>system_</a:t>
          </a:r>
          <a:br>
            <a:rPr lang="en-US" sz="2800" b="1" kern="1200" dirty="0">
              <a:latin typeface="Courier New" pitchFamily="49" charset="0"/>
              <a:cs typeface="Courier New" pitchFamily="49" charset="0"/>
            </a:rPr>
          </a:br>
          <a:r>
            <a:rPr lang="en-US" sz="2800" b="1" kern="1200" dirty="0">
              <a:latin typeface="Courier New" pitchFamily="49" charset="0"/>
              <a:cs typeface="Courier New" pitchFamily="49" charset="0"/>
            </a:rPr>
            <a:t>profiler SPHardware</a:t>
          </a:r>
          <a:br>
            <a:rPr lang="en-US" sz="2800" b="1" kern="1200" dirty="0">
              <a:latin typeface="Courier New" pitchFamily="49" charset="0"/>
              <a:cs typeface="Courier New" pitchFamily="49" charset="0"/>
            </a:rPr>
          </a:br>
          <a:r>
            <a:rPr lang="en-US" sz="2800" b="1" kern="1200" dirty="0">
              <a:latin typeface="Courier New" pitchFamily="49" charset="0"/>
              <a:cs typeface="Courier New" pitchFamily="49" charset="0"/>
            </a:rPr>
            <a:t>DataType</a:t>
          </a:r>
        </a:p>
      </dsp:txBody>
      <dsp:txXfrm>
        <a:off x="98307" y="98357"/>
        <a:ext cx="2791188" cy="1817213"/>
      </dsp:txXfrm>
    </dsp:sp>
    <dsp:sp modelId="{9E83CFB8-62A8-4F45-BBB0-54E583E0DDAF}">
      <dsp:nvSpPr>
        <dsp:cNvPr id="0" name=""/>
        <dsp:cNvSpPr/>
      </dsp:nvSpPr>
      <dsp:spPr>
        <a:xfrm rot="5400000">
          <a:off x="4838094" y="465659"/>
          <a:ext cx="1611062" cy="53116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Char char="•"/>
          </a:pPr>
          <a:r>
            <a:rPr lang="en-US" sz="2800" kern="1200" dirty="0"/>
            <a:t>Returns information about the operating system</a:t>
          </a:r>
        </a:p>
      </dsp:txBody>
      <dsp:txXfrm rot="-5400000">
        <a:off x="2987801" y="2394598"/>
        <a:ext cx="5233002" cy="1453770"/>
      </dsp:txXfrm>
    </dsp:sp>
    <dsp:sp modelId="{BE081933-7FB7-4D5C-B0CE-FBC4BDBCC6F5}">
      <dsp:nvSpPr>
        <dsp:cNvPr id="0" name=""/>
        <dsp:cNvSpPr/>
      </dsp:nvSpPr>
      <dsp:spPr>
        <a:xfrm>
          <a:off x="0" y="2114569"/>
          <a:ext cx="2987802" cy="201382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b="1" kern="1200" dirty="0">
              <a:latin typeface="Courier New" pitchFamily="49" charset="0"/>
              <a:cs typeface="Courier New" pitchFamily="49" charset="0"/>
            </a:rPr>
            <a:t>system_</a:t>
          </a:r>
          <a:br>
            <a:rPr lang="en-US" sz="2800" b="1" kern="1200" dirty="0">
              <a:latin typeface="Courier New" pitchFamily="49" charset="0"/>
              <a:cs typeface="Courier New" pitchFamily="49" charset="0"/>
            </a:rPr>
          </a:br>
          <a:r>
            <a:rPr lang="en-US" sz="2800" b="1" kern="1200" dirty="0">
              <a:latin typeface="Courier New" pitchFamily="49" charset="0"/>
              <a:cs typeface="Courier New" pitchFamily="49" charset="0"/>
            </a:rPr>
            <a:t>profiler</a:t>
          </a:r>
          <a:br>
            <a:rPr lang="en-US" sz="2800" b="1" kern="1200" dirty="0">
              <a:latin typeface="Courier New" pitchFamily="49" charset="0"/>
              <a:cs typeface="Courier New" pitchFamily="49" charset="0"/>
            </a:rPr>
          </a:br>
          <a:r>
            <a:rPr lang="en-US" sz="2800" b="1" kern="1200" dirty="0">
              <a:latin typeface="Courier New" pitchFamily="49" charset="0"/>
              <a:cs typeface="Courier New" pitchFamily="49" charset="0"/>
            </a:rPr>
            <a:t>SPSoftware</a:t>
          </a:r>
          <a:br>
            <a:rPr lang="en-US" sz="2800" b="1" kern="1200" dirty="0">
              <a:latin typeface="Courier New" pitchFamily="49" charset="0"/>
              <a:cs typeface="Courier New" pitchFamily="49" charset="0"/>
            </a:rPr>
          </a:br>
          <a:r>
            <a:rPr lang="en-US" sz="2800" b="1" kern="1200" dirty="0">
              <a:latin typeface="Courier New" pitchFamily="49" charset="0"/>
              <a:cs typeface="Courier New" pitchFamily="49" charset="0"/>
            </a:rPr>
            <a:t>DataType</a:t>
          </a:r>
        </a:p>
      </dsp:txBody>
      <dsp:txXfrm>
        <a:off x="98307" y="2212876"/>
        <a:ext cx="2791188" cy="1817213"/>
      </dsp:txXfrm>
    </dsp:sp>
  </dsp:spTree>
</dsp:drawing>
</file>

<file path=ppt/diagrams/layout1.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2.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bwMode="auto">
          <a:xfrm>
            <a:off x="0"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defTabSz="931887" eaLnBrk="1" hangingPunct="1">
              <a:defRPr sz="1300">
                <a:latin typeface="Times New Roman" pitchFamily="18" charset="0"/>
              </a:defRPr>
            </a:lvl1pPr>
          </a:lstStyle>
          <a:p>
            <a:pPr>
              <a:defRPr/>
            </a:pPr>
            <a:endParaRPr lang="en-US" dirty="0"/>
          </a:p>
        </p:txBody>
      </p:sp>
      <p:sp>
        <p:nvSpPr>
          <p:cNvPr id="50179" name="Rectangle 3"/>
          <p:cNvSpPr>
            <a:spLocks noGrp="1" noChangeArrowheads="1"/>
          </p:cNvSpPr>
          <p:nvPr>
            <p:ph type="dt" sz="quarter" idx="1"/>
          </p:nvPr>
        </p:nvSpPr>
        <p:spPr bwMode="auto">
          <a:xfrm>
            <a:off x="3971925"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algn="r" defTabSz="931887" eaLnBrk="1" hangingPunct="1">
              <a:defRPr sz="1300">
                <a:latin typeface="Times New Roman" pitchFamily="18" charset="0"/>
              </a:defRPr>
            </a:lvl1pPr>
          </a:lstStyle>
          <a:p>
            <a:pPr>
              <a:defRPr/>
            </a:pPr>
            <a:fld id="{56A81824-3A0A-4449-B277-4C4EF2C82C98}" type="datetime1">
              <a:rPr lang="en-US"/>
              <a:pPr>
                <a:defRPr/>
              </a:pPr>
              <a:t>7/3/2017</a:t>
            </a:fld>
            <a:endParaRPr lang="en-US" dirty="0"/>
          </a:p>
        </p:txBody>
      </p:sp>
      <p:sp>
        <p:nvSpPr>
          <p:cNvPr id="50181" name="Rectangle 5"/>
          <p:cNvSpPr>
            <a:spLocks noGrp="1" noChangeArrowheads="1"/>
          </p:cNvSpPr>
          <p:nvPr>
            <p:ph type="sldNum" sz="quarter" idx="3"/>
          </p:nvPr>
        </p:nvSpPr>
        <p:spPr bwMode="auto">
          <a:xfrm>
            <a:off x="3971925" y="8832850"/>
            <a:ext cx="3038475" cy="46355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algn="r" defTabSz="931887" eaLnBrk="1" hangingPunct="1">
              <a:defRPr sz="1300">
                <a:latin typeface="Times New Roman" pitchFamily="18" charset="0"/>
              </a:defRPr>
            </a:lvl1pPr>
          </a:lstStyle>
          <a:p>
            <a:pPr>
              <a:defRPr/>
            </a:pPr>
            <a:fld id="{17C39099-B8B4-4332-AC94-4BC40256434E}" type="slidenum">
              <a:rPr lang="en-US"/>
              <a:pPr>
                <a:defRPr/>
              </a:pPr>
              <a:t>‹#›</a:t>
            </a:fld>
            <a:endParaRPr lang="en-US" dirty="0"/>
          </a:p>
        </p:txBody>
      </p:sp>
    </p:spTree>
    <p:extLst>
      <p:ext uri="{BB962C8B-B14F-4D97-AF65-F5344CB8AC3E}">
        <p14:creationId xmlns:p14="http://schemas.microsoft.com/office/powerpoint/2010/main" val="286596798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defTabSz="931887" eaLnBrk="1" hangingPunct="1">
              <a:defRPr sz="1300">
                <a:latin typeface="Times New Roman" pitchFamily="18" charset="0"/>
              </a:defRPr>
            </a:lvl1pPr>
          </a:lstStyle>
          <a:p>
            <a:pPr>
              <a:defRPr/>
            </a:pPr>
            <a:endParaRPr lang="en-US" dirty="0"/>
          </a:p>
        </p:txBody>
      </p:sp>
      <p:sp>
        <p:nvSpPr>
          <p:cNvPr id="6147" name="Rectangle 3"/>
          <p:cNvSpPr>
            <a:spLocks noGrp="1" noChangeArrowheads="1"/>
          </p:cNvSpPr>
          <p:nvPr>
            <p:ph type="dt" idx="1"/>
          </p:nvPr>
        </p:nvSpPr>
        <p:spPr bwMode="auto">
          <a:xfrm>
            <a:off x="3971925"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algn="r" defTabSz="931887" eaLnBrk="1" hangingPunct="1">
              <a:defRPr sz="1300">
                <a:latin typeface="Times New Roman" pitchFamily="18" charset="0"/>
              </a:defRPr>
            </a:lvl1pPr>
          </a:lstStyle>
          <a:p>
            <a:pPr>
              <a:defRPr/>
            </a:pPr>
            <a:fld id="{1BABA6E0-89E4-429A-81B3-821B55B4E3D8}" type="datetime1">
              <a:rPr lang="en-US"/>
              <a:pPr>
                <a:defRPr/>
              </a:pPr>
              <a:t>7/3/2017</a:t>
            </a:fld>
            <a:endParaRPr lang="en-US" dirty="0"/>
          </a:p>
        </p:txBody>
      </p:sp>
      <p:sp>
        <p:nvSpPr>
          <p:cNvPr id="28676" name="Rectangle 4"/>
          <p:cNvSpPr>
            <a:spLocks noGrp="1" noRot="1" noChangeAspect="1" noChangeArrowheads="1" noTextEdit="1"/>
          </p:cNvSpPr>
          <p:nvPr>
            <p:ph type="sldImg" idx="2"/>
          </p:nvPr>
        </p:nvSpPr>
        <p:spPr bwMode="auto">
          <a:xfrm>
            <a:off x="1181100" y="698500"/>
            <a:ext cx="4648200" cy="348615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33450" y="4416425"/>
            <a:ext cx="5143500" cy="4181475"/>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1" name="Rectangle 7"/>
          <p:cNvSpPr>
            <a:spLocks noGrp="1" noChangeArrowheads="1"/>
          </p:cNvSpPr>
          <p:nvPr>
            <p:ph type="sldNum" sz="quarter" idx="5"/>
          </p:nvPr>
        </p:nvSpPr>
        <p:spPr bwMode="auto">
          <a:xfrm>
            <a:off x="3971925" y="8832850"/>
            <a:ext cx="3038475" cy="46355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algn="r" defTabSz="931887" eaLnBrk="1" hangingPunct="1">
              <a:defRPr sz="1300">
                <a:latin typeface="Times New Roman" pitchFamily="18" charset="0"/>
              </a:defRPr>
            </a:lvl1pPr>
          </a:lstStyle>
          <a:p>
            <a:pPr>
              <a:defRPr/>
            </a:pPr>
            <a:fld id="{059EE265-D607-49AA-A1E4-38CADC22C3FF}" type="slidenum">
              <a:rPr lang="en-US"/>
              <a:pPr>
                <a:defRPr/>
              </a:pPr>
              <a:t>‹#›</a:t>
            </a:fld>
            <a:endParaRPr lang="en-US" dirty="0"/>
          </a:p>
        </p:txBody>
      </p:sp>
    </p:spTree>
    <p:extLst>
      <p:ext uri="{BB962C8B-B14F-4D97-AF65-F5344CB8AC3E}">
        <p14:creationId xmlns:p14="http://schemas.microsoft.com/office/powerpoint/2010/main" val="1723633155"/>
      </p:ext>
    </p:extLst>
  </p:cSld>
  <p:clrMap bg1="lt1" tx1="dk1" bg2="lt2" tx2="dk2" accent1="accent1" accent2="accent2" accent3="accent3" accent4="accent4" accent5="accent5" accent6="accent6" hlink="hlink" folHlink="folHlink"/>
  <p:hf hdr="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pPr defTabSz="930275"/>
            <a:fld id="{0B8C3F24-A87F-48D9-9CF8-C10D302E2D23}" type="slidenum">
              <a:rPr lang="en-US" smtClean="0">
                <a:ea typeface="MS PGothic" pitchFamily="34" charset="-128"/>
              </a:rPr>
              <a:pPr defTabSz="930275"/>
              <a:t>1</a:t>
            </a:fld>
            <a:endParaRPr lang="en-US" dirty="0">
              <a:ea typeface="MS PGothic" pitchFamily="34" charset="-128"/>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42028640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endParaRPr lang="en-US" dirty="0">
              <a:latin typeface="Arial" pitchFamily="34" charset="0"/>
            </a:endParaRPr>
          </a:p>
        </p:txBody>
      </p:sp>
      <p:sp>
        <p:nvSpPr>
          <p:cNvPr id="30724" name="Slide Number Placeholder 3"/>
          <p:cNvSpPr>
            <a:spLocks noGrp="1"/>
          </p:cNvSpPr>
          <p:nvPr>
            <p:ph type="sldNum" sz="quarter" idx="5"/>
          </p:nvPr>
        </p:nvSpPr>
        <p:spPr>
          <a:noFill/>
        </p:spPr>
        <p:txBody>
          <a:bodyPr/>
          <a:lstStyle/>
          <a:p>
            <a:pPr defTabSz="931863"/>
            <a:fld id="{859B10E3-09FB-4E15-96BB-25EDE5195104}" type="slidenum">
              <a:rPr lang="en-US" smtClean="0">
                <a:latin typeface="Arial" pitchFamily="34" charset="0"/>
              </a:rPr>
              <a:pPr defTabSz="931863"/>
              <a:t>2</a:t>
            </a:fld>
            <a:endParaRPr lang="en-US" dirty="0">
              <a:latin typeface="Arial" pitchFamily="34" charset="0"/>
            </a:endParaRPr>
          </a:p>
        </p:txBody>
      </p:sp>
    </p:spTree>
    <p:extLst>
      <p:ext uri="{BB962C8B-B14F-4D97-AF65-F5344CB8AC3E}">
        <p14:creationId xmlns:p14="http://schemas.microsoft.com/office/powerpoint/2010/main" val="5685320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endParaRPr lang="en-US" dirty="0">
              <a:latin typeface="Arial" pitchFamily="34" charset="0"/>
            </a:endParaRPr>
          </a:p>
        </p:txBody>
      </p:sp>
      <p:sp>
        <p:nvSpPr>
          <p:cNvPr id="30724" name="Slide Number Placeholder 3"/>
          <p:cNvSpPr>
            <a:spLocks noGrp="1"/>
          </p:cNvSpPr>
          <p:nvPr>
            <p:ph type="sldNum" sz="quarter" idx="5"/>
          </p:nvPr>
        </p:nvSpPr>
        <p:spPr>
          <a:noFill/>
        </p:spPr>
        <p:txBody>
          <a:bodyPr/>
          <a:lstStyle/>
          <a:p>
            <a:pPr defTabSz="931863"/>
            <a:fld id="{859B10E3-09FB-4E15-96BB-25EDE5195104}" type="slidenum">
              <a:rPr lang="en-US" smtClean="0">
                <a:latin typeface="Arial" pitchFamily="34" charset="0"/>
              </a:rPr>
              <a:pPr defTabSz="931863"/>
              <a:t>3</a:t>
            </a:fld>
            <a:endParaRPr lang="en-US" dirty="0">
              <a:latin typeface="Arial" pitchFamily="34" charset="0"/>
            </a:endParaRPr>
          </a:p>
        </p:txBody>
      </p:sp>
    </p:spTree>
    <p:extLst>
      <p:ext uri="{BB962C8B-B14F-4D97-AF65-F5344CB8AC3E}">
        <p14:creationId xmlns:p14="http://schemas.microsoft.com/office/powerpoint/2010/main" val="12094380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pPr lvl="0"/>
            <a:r>
              <a:rPr lang="en-US" sz="1200" b="1" kern="1200" dirty="0">
                <a:solidFill>
                  <a:schemeClr val="tx1"/>
                </a:solidFill>
                <a:effectLst/>
                <a:latin typeface="Times New Roman" pitchFamily="18" charset="0"/>
                <a:ea typeface="+mn-ea"/>
                <a:cs typeface="+mn-cs"/>
              </a:rPr>
              <a:t>Apple I</a:t>
            </a:r>
          </a:p>
          <a:p>
            <a:pPr lvl="0"/>
            <a:r>
              <a:rPr lang="en-US" sz="1200" kern="1200" dirty="0">
                <a:solidFill>
                  <a:schemeClr val="tx1"/>
                </a:solidFill>
                <a:effectLst/>
                <a:latin typeface="Times New Roman" pitchFamily="18" charset="0"/>
                <a:ea typeface="+mn-ea"/>
                <a:cs typeface="+mn-cs"/>
              </a:rPr>
              <a:t>In 1975, Steve Wozniak and Steve Jobs finished the prototype of the first Apple computer. Wozniak worked for Hewlett-Packard (HP) and his employment contract required him to give his employer first right of refusal on any of his inventions. However, HP was not interested and released the technology to Wozniak. Apple Computer was formed in April 1976 by Steve Jobs, Steve Wozniak, and Ronald Wayne. The Apple I, created by Wozniak, had an 8-bit microprocessor running at just below 1 MHz. The Apple I had a built-in video terminal, sockets for 8 kilobytes of onboard RAM, a keyboard, and a cassette board meant to work with regular cassette recorders.</a:t>
            </a:r>
          </a:p>
          <a:p>
            <a:pPr lvl="0"/>
            <a:endParaRPr lang="en-US" sz="1200" kern="1200" dirty="0">
              <a:solidFill>
                <a:schemeClr val="tx1"/>
              </a:solidFill>
              <a:effectLst/>
              <a:latin typeface="Times New Roman" pitchFamily="18" charset="0"/>
              <a:ea typeface="+mn-ea"/>
              <a:cs typeface="+mn-cs"/>
            </a:endParaRPr>
          </a:p>
          <a:p>
            <a:pPr lvl="0"/>
            <a:r>
              <a:rPr lang="en-US" sz="1200" b="1" kern="1200" dirty="0">
                <a:solidFill>
                  <a:schemeClr val="tx1"/>
                </a:solidFill>
                <a:effectLst/>
                <a:latin typeface="Times New Roman" pitchFamily="18" charset="0"/>
                <a:ea typeface="+mn-ea"/>
                <a:cs typeface="+mn-cs"/>
              </a:rPr>
              <a:t>Apple II</a:t>
            </a:r>
          </a:p>
          <a:p>
            <a:pPr lvl="0"/>
            <a:r>
              <a:rPr lang="en-US" sz="1200" kern="1200" dirty="0">
                <a:solidFill>
                  <a:schemeClr val="tx1"/>
                </a:solidFill>
                <a:effectLst/>
                <a:latin typeface="Times New Roman" pitchFamily="18" charset="0"/>
                <a:ea typeface="+mn-ea"/>
                <a:cs typeface="+mn-cs"/>
              </a:rPr>
              <a:t>This computer was based on the same microprocessor but came in a plastic case with the keyboard built in. It was also the first personal computer with color graphics. Apple II was followed by a series of enhancements, including the Apple IIGS in 1986, which was 16-bit rather than 8-bit. There were multiple operating systems for the Apple II.</a:t>
            </a:r>
          </a:p>
          <a:p>
            <a:pPr lvl="0"/>
            <a:endParaRPr lang="en-US" sz="1200" kern="1200" dirty="0">
              <a:solidFill>
                <a:schemeClr val="tx1"/>
              </a:solidFill>
              <a:effectLst/>
              <a:latin typeface="Times New Roman" pitchFamily="18" charset="0"/>
              <a:ea typeface="+mn-ea"/>
              <a:cs typeface="+mn-cs"/>
            </a:endParaRPr>
          </a:p>
          <a:p>
            <a:pPr lvl="0"/>
            <a:r>
              <a:rPr lang="en-US" sz="1200" b="1" kern="1200" dirty="0">
                <a:solidFill>
                  <a:schemeClr val="tx1"/>
                </a:solidFill>
                <a:effectLst/>
                <a:latin typeface="Times New Roman" pitchFamily="18" charset="0"/>
                <a:ea typeface="+mn-ea"/>
                <a:cs typeface="+mn-cs"/>
              </a:rPr>
              <a:t>Beyond the Apple II</a:t>
            </a:r>
          </a:p>
          <a:p>
            <a:pPr lvl="0"/>
            <a:r>
              <a:rPr lang="en-US" sz="1200" kern="1200" dirty="0">
                <a:solidFill>
                  <a:schemeClr val="tx1"/>
                </a:solidFill>
                <a:effectLst/>
                <a:latin typeface="Times New Roman" pitchFamily="18" charset="0"/>
                <a:ea typeface="+mn-ea"/>
                <a:cs typeface="+mn-cs"/>
              </a:rPr>
              <a:t>The company changed the name of the product to Macintosh and took a new direction with its computers, including:</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The Macintosh—Had an 8-MHz Motorola processor, a black-and-white monitor, and a 3.5-inch floppy drive. The operating system was System 1, which eventually led to the Macintosh II running System 7.</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System 7—Allowed text dragging between applications, viewing and switching applications from a menu, a control panel, and cooperative multitasking.</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Mac OS for PowerPC—Introduced the System 7.1.2 operating system.</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AIX for PowerPC—Used a variation of the IBM AIX system. It also used the Common Desktop Environment, a graphical user interface that is popular in the UNIX world. This product did not do well in the market and was discontinued in 1997.</a:t>
            </a:r>
          </a:p>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7/3/2017</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4</a:t>
            </a:fld>
            <a:endParaRPr lang="en-US" dirty="0"/>
          </a:p>
        </p:txBody>
      </p:sp>
    </p:spTree>
    <p:extLst>
      <p:ext uri="{BB962C8B-B14F-4D97-AF65-F5344CB8AC3E}">
        <p14:creationId xmlns:p14="http://schemas.microsoft.com/office/powerpoint/2010/main" val="10259880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pPr lvl="0"/>
            <a:r>
              <a:rPr lang="en-US" sz="1200" kern="1200" dirty="0">
                <a:solidFill>
                  <a:schemeClr val="tx1"/>
                </a:solidFill>
                <a:effectLst/>
                <a:latin typeface="Times New Roman" pitchFamily="18" charset="0"/>
                <a:ea typeface="+mn-ea"/>
                <a:cs typeface="+mn-cs"/>
              </a:rPr>
              <a:t>Mac OS X—This represented a major change and is still used in Macintosh computers today. The operating system was based on FreeBSD, a UNIX clone. When using Mac OS X, you can navigate to a shell and run UNIX/Linux shell commands. The initial release of OS X was followed by periodic improvements, each with an animal name. More recent releases include:</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Tiger (Mac OS X v10.4)—Had built-in support for FireWire, a new dashboard, and updated mail program.</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Leopard (Mac OS X v10.5)—Had over 300 new features, support for Intel x86 chips, and support for the new G3 processor.</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Snow Leopard (Mac OS X v10.6)—Included mostly performance enhancements, such as support for multicore processors, rather than new features.</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Lion (Mac OS X v10.7)—Included a major interface change that made it more like the iOS interfaces used on iPhone and iPad.</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Mountain Lion (Mac OS X v10.8)—Had built-in support for iCloud, to support cloud computing.</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Yosemite (Mac OS X v10.10)—Released in October 2014. The most important part of this release, from a forensics standpoint, is that it allowed users who have iPhones with iOS 8.1 or later to pass certain tasks to their Macintosh computer.</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Sierra (Mac OS X v10.12)—The most recent version (as of March 2017). It is meant to be more in synch with the style of other Apple systems, such as iOS and WatchOS.</a:t>
            </a:r>
          </a:p>
          <a:p>
            <a:pPr marL="171450" lvl="0" indent="-171450">
              <a:buFont typeface="Arial" pitchFamily="34" charset="0"/>
              <a:buChar char="•"/>
            </a:pPr>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 </a:t>
            </a:r>
          </a:p>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7/3/2017</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5</a:t>
            </a:fld>
            <a:endParaRPr lang="en-US" dirty="0"/>
          </a:p>
        </p:txBody>
      </p:sp>
    </p:spTree>
    <p:extLst>
      <p:ext uri="{BB962C8B-B14F-4D97-AF65-F5344CB8AC3E}">
        <p14:creationId xmlns:p14="http://schemas.microsoft.com/office/powerpoint/2010/main" val="9978161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6</a:t>
            </a:fld>
            <a:endParaRPr lang="en-US" dirty="0"/>
          </a:p>
        </p:txBody>
      </p:sp>
    </p:spTree>
    <p:extLst>
      <p:ext uri="{BB962C8B-B14F-4D97-AF65-F5344CB8AC3E}">
        <p14:creationId xmlns:p14="http://schemas.microsoft.com/office/powerpoint/2010/main" val="19304808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sz="1200" b="1" kern="1200" dirty="0">
                <a:solidFill>
                  <a:schemeClr val="tx1"/>
                </a:solidFill>
                <a:effectLst/>
                <a:latin typeface="Times New Roman" pitchFamily="18" charset="0"/>
                <a:ea typeface="+mn-ea"/>
                <a:cs typeface="+mn-cs"/>
              </a:rPr>
              <a:t>Macintosh File System (MFS)</a:t>
            </a:r>
          </a:p>
          <a:p>
            <a:r>
              <a:rPr lang="en-US" sz="1200" kern="1200" dirty="0">
                <a:solidFill>
                  <a:schemeClr val="tx1"/>
                </a:solidFill>
                <a:effectLst/>
                <a:latin typeface="Times New Roman" pitchFamily="18" charset="0"/>
                <a:ea typeface="+mn-ea"/>
                <a:cs typeface="+mn-cs"/>
              </a:rPr>
              <a:t>Macintosh File System (MFS) shipped with the first Macintosh in 1984. It has not been used in more than 15 years and you are unlikely to encounter it. </a:t>
            </a:r>
          </a:p>
          <a:p>
            <a:r>
              <a:rPr lang="en-US" sz="1200" kern="1200" dirty="0">
                <a:solidFill>
                  <a:schemeClr val="tx1"/>
                </a:solidFill>
                <a:effectLst/>
                <a:latin typeface="Times New Roman" pitchFamily="18" charset="0"/>
                <a:ea typeface="+mn-ea"/>
                <a:cs typeface="+mn-cs"/>
              </a:rPr>
              <a:t> </a:t>
            </a:r>
          </a:p>
          <a:p>
            <a:r>
              <a:rPr lang="en-US" sz="1200" b="1" kern="1200" dirty="0">
                <a:solidFill>
                  <a:schemeClr val="tx1"/>
                </a:solidFill>
                <a:effectLst/>
                <a:latin typeface="Times New Roman" pitchFamily="18" charset="0"/>
                <a:ea typeface="+mn-ea"/>
                <a:cs typeface="+mn-cs"/>
              </a:rPr>
              <a:t>Hierarchical File System (HFS)</a:t>
            </a:r>
          </a:p>
          <a:p>
            <a:r>
              <a:rPr lang="en-US" sz="1200" kern="1200" dirty="0">
                <a:solidFill>
                  <a:schemeClr val="tx1"/>
                </a:solidFill>
                <a:effectLst/>
                <a:latin typeface="Times New Roman" pitchFamily="18" charset="0"/>
                <a:ea typeface="+mn-ea"/>
                <a:cs typeface="+mn-cs"/>
              </a:rPr>
              <a:t>The Hierarchical File System (HFS) was used on the Macintosh Plus. Apple introduced this file system in 1985, specifically to support its new Apple hard drive. It replaced the earlier Macintosh File System.</a:t>
            </a:r>
          </a:p>
          <a:p>
            <a:r>
              <a:rPr lang="en-US" sz="1200" kern="1200" dirty="0">
                <a:solidFill>
                  <a:schemeClr val="tx1"/>
                </a:solidFill>
                <a:effectLst/>
                <a:latin typeface="Times New Roman" pitchFamily="18" charset="0"/>
                <a:ea typeface="+mn-ea"/>
                <a:cs typeface="+mn-cs"/>
              </a:rPr>
              <a:t> </a:t>
            </a:r>
          </a:p>
          <a:p>
            <a:r>
              <a:rPr lang="en-US" sz="1200" b="1" kern="1200" dirty="0">
                <a:solidFill>
                  <a:schemeClr val="tx1"/>
                </a:solidFill>
                <a:effectLst/>
                <a:latin typeface="Times New Roman" pitchFamily="18" charset="0"/>
                <a:ea typeface="+mn-ea"/>
                <a:cs typeface="+mn-cs"/>
              </a:rPr>
              <a:t>Hierarchical File System Plus (HFS+)</a:t>
            </a:r>
          </a:p>
          <a:p>
            <a:r>
              <a:rPr lang="en-US" sz="1200" kern="1200" dirty="0">
                <a:solidFill>
                  <a:schemeClr val="tx1"/>
                </a:solidFill>
                <a:effectLst/>
                <a:latin typeface="Times New Roman" pitchFamily="18" charset="0"/>
                <a:ea typeface="+mn-ea"/>
                <a:cs typeface="+mn-cs"/>
              </a:rPr>
              <a:t>This is an enhancement of the HFS file system. HFS+ is the preferred file system on Mac OS X. </a:t>
            </a: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7</a:t>
            </a:fld>
            <a:endParaRPr lang="en-US" dirty="0"/>
          </a:p>
        </p:txBody>
      </p:sp>
    </p:spTree>
    <p:extLst>
      <p:ext uri="{BB962C8B-B14F-4D97-AF65-F5344CB8AC3E}">
        <p14:creationId xmlns:p14="http://schemas.microsoft.com/office/powerpoint/2010/main" val="39012555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It supports </a:t>
            </a:r>
            <a:r>
              <a:rPr lang="en-US" sz="1200" b="1" kern="1200" dirty="0">
                <a:solidFill>
                  <a:schemeClr val="tx1"/>
                </a:solidFill>
                <a:effectLst/>
                <a:latin typeface="Times New Roman" pitchFamily="18" charset="0"/>
                <a:ea typeface="+mn-ea"/>
                <a:cs typeface="+mn-cs"/>
              </a:rPr>
              <a:t>journaling</a:t>
            </a:r>
            <a:r>
              <a:rPr lang="en-US" sz="1200" kern="1200" dirty="0">
                <a:solidFill>
                  <a:schemeClr val="tx1"/>
                </a:solidFill>
                <a:effectLst/>
                <a:latin typeface="Times New Roman" pitchFamily="18" charset="0"/>
                <a:ea typeface="+mn-ea"/>
                <a:cs typeface="+mn-cs"/>
              </a:rPr>
              <a:t>. Journaling file systems are fault tolerant because the file system logs all changes to files, directories, or file structures.</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It also supports disk quotas. That allows the administrator to limit the amount of disk space a given user can use, keeping that user from taking up all the space. HFS+ also has </a:t>
            </a:r>
            <a:r>
              <a:rPr lang="en-US" sz="1200" b="1" kern="1200" dirty="0">
                <a:solidFill>
                  <a:schemeClr val="tx1"/>
                </a:solidFill>
                <a:effectLst/>
                <a:latin typeface="Times New Roman" pitchFamily="18" charset="0"/>
                <a:ea typeface="+mn-ea"/>
                <a:cs typeface="+mn-cs"/>
              </a:rPr>
              <a:t>hard links </a:t>
            </a:r>
            <a:r>
              <a:rPr lang="en-US" sz="1200" kern="1200" dirty="0">
                <a:solidFill>
                  <a:schemeClr val="tx1"/>
                </a:solidFill>
                <a:effectLst/>
                <a:latin typeface="Times New Roman" pitchFamily="18" charset="0"/>
                <a:ea typeface="+mn-ea"/>
                <a:cs typeface="+mn-cs"/>
              </a:rPr>
              <a:t>and </a:t>
            </a:r>
            <a:r>
              <a:rPr lang="en-US" sz="1200" b="1" kern="1200" dirty="0">
                <a:solidFill>
                  <a:schemeClr val="tx1"/>
                </a:solidFill>
                <a:effectLst/>
                <a:latin typeface="Times New Roman" pitchFamily="18" charset="0"/>
                <a:ea typeface="+mn-ea"/>
                <a:cs typeface="+mn-cs"/>
              </a:rPr>
              <a:t>soft links</a:t>
            </a:r>
            <a:r>
              <a:rPr lang="en-US" sz="1200" kern="1200" dirty="0">
                <a:solidFill>
                  <a:schemeClr val="tx1"/>
                </a:solidFill>
                <a:effectLst/>
                <a:latin typeface="Times New Roman" pitchFamily="18" charset="0"/>
                <a:ea typeface="+mn-ea"/>
                <a:cs typeface="+mn-cs"/>
              </a:rPr>
              <a:t>. </a:t>
            </a:r>
          </a:p>
          <a:p>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HFS+ is architecturally similar to HFS, however there are some key differences. HFS+:</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Uses 32 bits for allocation blocks, rather than 16 bits.</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Supports long filenames, up to 255 characters.</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Uses </a:t>
            </a:r>
            <a:r>
              <a:rPr lang="en-US" sz="1200" b="1" kern="1200" dirty="0">
                <a:solidFill>
                  <a:schemeClr val="tx1"/>
                </a:solidFill>
                <a:effectLst/>
                <a:latin typeface="Times New Roman" pitchFamily="18" charset="0"/>
                <a:ea typeface="+mn-ea"/>
                <a:cs typeface="+mn-cs"/>
              </a:rPr>
              <a:t>Unicode</a:t>
            </a:r>
            <a:r>
              <a:rPr lang="en-US" sz="1200" kern="1200" dirty="0">
                <a:solidFill>
                  <a:schemeClr val="tx1"/>
                </a:solidFill>
                <a:effectLst/>
                <a:latin typeface="Times New Roman" pitchFamily="18" charset="0"/>
                <a:ea typeface="+mn-ea"/>
                <a:cs typeface="+mn-cs"/>
              </a:rPr>
              <a:t> rather than </a:t>
            </a:r>
            <a:r>
              <a:rPr lang="en-US" sz="1200" b="1" kern="1200" dirty="0">
                <a:solidFill>
                  <a:schemeClr val="tx1"/>
                </a:solidFill>
                <a:effectLst/>
                <a:latin typeface="Times New Roman" pitchFamily="18" charset="0"/>
                <a:ea typeface="+mn-ea"/>
                <a:cs typeface="+mn-cs"/>
              </a:rPr>
              <a:t>ASCII</a:t>
            </a:r>
            <a:r>
              <a:rPr lang="en-US" sz="1200" kern="1200" dirty="0">
                <a:solidFill>
                  <a:schemeClr val="tx1"/>
                </a:solidFill>
                <a:effectLst/>
                <a:latin typeface="Times New Roman" pitchFamily="18" charset="0"/>
                <a:ea typeface="+mn-ea"/>
                <a:cs typeface="+mn-cs"/>
              </a:rPr>
              <a:t>.</a:t>
            </a:r>
          </a:p>
          <a:p>
            <a:endParaRPr lang="en-US" sz="1200" kern="1200" dirty="0">
              <a:solidFill>
                <a:schemeClr val="tx1"/>
              </a:solidFill>
              <a:effectLst/>
              <a:latin typeface="Times New Roman" pitchFamily="18" charset="0"/>
              <a:ea typeface="+mn-ea"/>
              <a:cs typeface="+mn-cs"/>
            </a:endParaRPr>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8</a:t>
            </a:fld>
            <a:endParaRPr lang="en-US" dirty="0"/>
          </a:p>
        </p:txBody>
      </p:sp>
    </p:spTree>
    <p:extLst>
      <p:ext uri="{BB962C8B-B14F-4D97-AF65-F5344CB8AC3E}">
        <p14:creationId xmlns:p14="http://schemas.microsoft.com/office/powerpoint/2010/main" val="2433414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dirty="0"/>
              <a:t>Aliases are like symbolic links; they allow you to have multiple references to a single file or directory.</a:t>
            </a:r>
          </a:p>
          <a:p>
            <a:endParaRPr lang="en-US" dirty="0"/>
          </a:p>
          <a:p>
            <a:r>
              <a:rPr lang="en-US" dirty="0"/>
              <a:t>Regarding defragmentation,</a:t>
            </a:r>
            <a:r>
              <a:rPr lang="en-US" baseline="0" dirty="0"/>
              <a:t> </a:t>
            </a:r>
            <a:r>
              <a:rPr lang="en-US" sz="1200" b="0" i="0" u="none" strike="noStrike" kern="1200" baseline="0" dirty="0">
                <a:solidFill>
                  <a:schemeClr val="tx1"/>
                </a:solidFill>
                <a:latin typeface="Times New Roman" pitchFamily="18" charset="0"/>
                <a:ea typeface="+mn-ea"/>
                <a:cs typeface="+mn-cs"/>
              </a:rPr>
              <a:t>the following conditions are checked, and if met, the file is defragmented when it is opened:</a:t>
            </a:r>
          </a:p>
          <a:p>
            <a:r>
              <a:rPr lang="en-US" sz="1200" b="0" i="0" u="none" strike="noStrike" kern="1200" baseline="0" dirty="0">
                <a:solidFill>
                  <a:schemeClr val="tx1"/>
                </a:solidFill>
                <a:latin typeface="Times New Roman" pitchFamily="18" charset="0"/>
                <a:ea typeface="+mn-ea"/>
                <a:cs typeface="+mn-cs"/>
              </a:rPr>
              <a:t>• The file is less than 20 megabytes in size.</a:t>
            </a:r>
          </a:p>
          <a:p>
            <a:r>
              <a:rPr lang="en-US" sz="1200" b="0" i="0" u="none" strike="noStrike" kern="1200" baseline="0" dirty="0">
                <a:solidFill>
                  <a:schemeClr val="tx1"/>
                </a:solidFill>
                <a:latin typeface="Times New Roman" pitchFamily="18" charset="0"/>
                <a:ea typeface="+mn-ea"/>
                <a:cs typeface="+mn-cs"/>
              </a:rPr>
              <a:t>• The file is not already in use.</a:t>
            </a:r>
          </a:p>
          <a:p>
            <a:r>
              <a:rPr lang="en-US" sz="1200" b="0" i="0" u="none" strike="noStrike" kern="1200" baseline="0" dirty="0">
                <a:solidFill>
                  <a:schemeClr val="tx1"/>
                </a:solidFill>
                <a:latin typeface="Times New Roman" pitchFamily="18" charset="0"/>
                <a:ea typeface="+mn-ea"/>
                <a:cs typeface="+mn-cs"/>
              </a:rPr>
              <a:t>• The file is not read-only.</a:t>
            </a:r>
          </a:p>
          <a:p>
            <a:r>
              <a:rPr lang="en-US" sz="1200" b="0" i="0" u="none" strike="noStrike" kern="1200" baseline="0" dirty="0">
                <a:solidFill>
                  <a:schemeClr val="tx1"/>
                </a:solidFill>
                <a:latin typeface="Times New Roman" pitchFamily="18" charset="0"/>
                <a:ea typeface="+mn-ea"/>
                <a:cs typeface="+mn-cs"/>
              </a:rPr>
              <a:t>• The file is fragmented.</a:t>
            </a:r>
          </a:p>
          <a:p>
            <a:r>
              <a:rPr lang="en-US" sz="1200" b="0" i="0" u="none" strike="noStrike" kern="1200" baseline="0" dirty="0">
                <a:solidFill>
                  <a:schemeClr val="tx1"/>
                </a:solidFill>
                <a:latin typeface="Times New Roman" pitchFamily="18" charset="0"/>
                <a:ea typeface="+mn-ea"/>
                <a:cs typeface="+mn-cs"/>
              </a:rPr>
              <a:t>• The system uptime is at least three minutes.</a:t>
            </a:r>
            <a:endParaRPr lang="en-US" dirty="0"/>
          </a:p>
          <a:p>
            <a:pPr marL="0" lv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9</a:t>
            </a:fld>
            <a:endParaRPr lang="en-US" dirty="0"/>
          </a:p>
        </p:txBody>
      </p:sp>
    </p:spTree>
    <p:extLst>
      <p:ext uri="{BB962C8B-B14F-4D97-AF65-F5344CB8AC3E}">
        <p14:creationId xmlns:p14="http://schemas.microsoft.com/office/powerpoint/2010/main" val="42014761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r>
              <a:rPr lang="en-US" dirty="0"/>
              <a:t>ISO9660 is the file system used by compact discs (CDs). ISO9660 is not Macintosh specific, but Apple does have its own set of ISO9660 extensions.</a:t>
            </a:r>
          </a:p>
          <a:p>
            <a:pPr marL="0" indent="0">
              <a:buFont typeface="Arial" pitchFamily="34" charset="0"/>
              <a:buNone/>
            </a:pPr>
            <a:endParaRPr lang="en-US" dirty="0"/>
          </a:p>
          <a:p>
            <a:pPr marL="0" indent="0">
              <a:buFont typeface="Arial" pitchFamily="34" charset="0"/>
              <a:buNone/>
            </a:pPr>
            <a:r>
              <a:rPr lang="en-US" dirty="0"/>
              <a:t>Mac OS X includes support for Microsoft Disk Operating System (MS-DOS) file systems FAT12, FAT16, and FAT32.</a:t>
            </a:r>
          </a:p>
          <a:p>
            <a:pPr marL="0" indent="0">
              <a:buFont typeface="Arial" pitchFamily="34" charset="0"/>
              <a:buNone/>
            </a:pPr>
            <a:endParaRPr lang="en-US" dirty="0"/>
          </a:p>
          <a:p>
            <a:pPr marL="0" indent="0">
              <a:buFont typeface="Arial" pitchFamily="34" charset="0"/>
              <a:buNone/>
            </a:pPr>
            <a:r>
              <a:rPr lang="en-US" dirty="0"/>
              <a:t>Mac OS X includes read-only support for the New Technology File System (NFTS). This means if you have a portable drive that is NTFS, Mac OS X can read that partition</a:t>
            </a:r>
          </a:p>
          <a:p>
            <a:pPr marL="0" indent="0">
              <a:buFont typeface="Arial" pitchFamily="34" charset="0"/>
              <a:buNone/>
            </a:pPr>
            <a:endParaRPr lang="en-US" dirty="0"/>
          </a:p>
          <a:p>
            <a:pPr marL="0" indent="0">
              <a:buFont typeface="Arial" pitchFamily="34" charset="0"/>
              <a:buNone/>
            </a:pPr>
            <a:r>
              <a:rPr lang="en-US" dirty="0"/>
              <a:t>Universal Disk Format (UDF) is the file system used by DVD-ROM discs (both video and audio). Like ISO9660, this only guarantees that Mac OS X can read the partition or drive; it does not guarantee that Mac OS X can read the files.</a:t>
            </a:r>
          </a:p>
          <a:p>
            <a:pPr marL="0" indent="0">
              <a:buFont typeface="Arial" pitchFamily="34" charset="0"/>
              <a:buNone/>
            </a:pPr>
            <a:endParaRPr lang="en-US" dirty="0"/>
          </a:p>
          <a:p>
            <a:pPr marL="0" indent="0">
              <a:buFont typeface="Arial" pitchFamily="34" charset="0"/>
              <a:buNone/>
            </a:pPr>
            <a:r>
              <a:rPr lang="en-US" dirty="0"/>
              <a:t>UNIX File System (UFS) is the file system used by FreeBSD and many other UNIX variants. Being based on FreeBSD, Mac OS X can read UFS volumes.</a:t>
            </a:r>
          </a:p>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10</a:t>
            </a:fld>
            <a:endParaRPr lang="en-US" dirty="0"/>
          </a:p>
        </p:txBody>
      </p:sp>
    </p:spTree>
    <p:extLst>
      <p:ext uri="{BB962C8B-B14F-4D97-AF65-F5344CB8AC3E}">
        <p14:creationId xmlns:p14="http://schemas.microsoft.com/office/powerpoint/2010/main" val="4955456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sz="1200" b="1" i="0" u="none" strike="noStrike" kern="1200" baseline="0" dirty="0">
                <a:solidFill>
                  <a:schemeClr val="tx1"/>
                </a:solidFill>
                <a:latin typeface="Times New Roman" pitchFamily="18" charset="0"/>
                <a:ea typeface="+mn-ea"/>
                <a:cs typeface="+mn-cs"/>
              </a:rPr>
              <a:t>GUID Partition Table</a:t>
            </a:r>
          </a:p>
          <a:p>
            <a:r>
              <a:rPr lang="en-US" sz="1200" b="0" i="0" u="none" strike="noStrike" kern="1200" baseline="0" dirty="0">
                <a:solidFill>
                  <a:schemeClr val="tx1"/>
                </a:solidFill>
                <a:latin typeface="Times New Roman" pitchFamily="18" charset="0"/>
                <a:ea typeface="+mn-ea"/>
                <a:cs typeface="+mn-cs"/>
              </a:rPr>
              <a:t>The GUID Partition Table (GUID stands for “globally unique identifier”) is used primarily with computers that have an Intel-based processor. It requires OS X v10.4 or later. Intel-based Macintosh machines can boot only from drives that use the GUID Partition Table.</a:t>
            </a:r>
          </a:p>
          <a:p>
            <a:endParaRPr lang="en-US" sz="1200" b="0" i="0" u="none" strike="noStrike" kern="1200" baseline="0" dirty="0">
              <a:solidFill>
                <a:schemeClr val="tx1"/>
              </a:solidFill>
              <a:latin typeface="Times New Roman" pitchFamily="18" charset="0"/>
              <a:ea typeface="+mn-ea"/>
              <a:cs typeface="+mn-cs"/>
            </a:endParaRPr>
          </a:p>
          <a:p>
            <a:r>
              <a:rPr lang="en-US" sz="1200" b="1" i="0" u="none" strike="noStrike" kern="1200" baseline="0" dirty="0">
                <a:solidFill>
                  <a:schemeClr val="tx1"/>
                </a:solidFill>
                <a:latin typeface="Times New Roman" pitchFamily="18" charset="0"/>
                <a:ea typeface="+mn-ea"/>
                <a:cs typeface="+mn-cs"/>
              </a:rPr>
              <a:t>Apple Partition Map</a:t>
            </a:r>
          </a:p>
          <a:p>
            <a:r>
              <a:rPr lang="en-US" sz="1200" b="0" i="0" u="none" strike="noStrike" kern="1200" baseline="0" dirty="0">
                <a:solidFill>
                  <a:schemeClr val="tx1"/>
                </a:solidFill>
                <a:latin typeface="Times New Roman" pitchFamily="18" charset="0"/>
                <a:ea typeface="+mn-ea"/>
                <a:cs typeface="+mn-cs"/>
              </a:rPr>
              <a:t>The Apple Partition Map is used with any PowerPC-based Mac. Intel-based Macs can mount and use a drive formatted with the Apple Partition Map, but cannot boot from the device. PowerPC-based Macs can both mount and use a drive formatted with the Apple Partition Map, and can also use it as a start-up device.</a:t>
            </a:r>
          </a:p>
          <a:p>
            <a:endParaRPr lang="en-US" sz="1200" b="0" i="0" u="none" strike="noStrike" kern="1200" baseline="0" dirty="0">
              <a:solidFill>
                <a:schemeClr val="tx1"/>
              </a:solidFill>
              <a:latin typeface="Times New Roman" pitchFamily="18" charset="0"/>
              <a:ea typeface="+mn-ea"/>
              <a:cs typeface="+mn-cs"/>
            </a:endParaRPr>
          </a:p>
          <a:p>
            <a:r>
              <a:rPr lang="en-US" sz="1200" b="1" i="0" u="none" strike="noStrike" kern="1200" baseline="0" dirty="0">
                <a:solidFill>
                  <a:schemeClr val="tx1"/>
                </a:solidFill>
                <a:latin typeface="Times New Roman" pitchFamily="18" charset="0"/>
                <a:ea typeface="+mn-ea"/>
                <a:cs typeface="+mn-cs"/>
              </a:rPr>
              <a:t>Master Boot Record</a:t>
            </a:r>
          </a:p>
          <a:p>
            <a:r>
              <a:rPr lang="en-US" sz="1200" b="0" i="0" u="none" strike="noStrike" kern="1200" baseline="0" dirty="0">
                <a:solidFill>
                  <a:schemeClr val="tx1"/>
                </a:solidFill>
                <a:latin typeface="Times New Roman" pitchFamily="18" charset="0"/>
                <a:ea typeface="+mn-ea"/>
                <a:cs typeface="+mn-cs"/>
              </a:rPr>
              <a:t>The master boot record (MBR), contained in the boot sector, is used when DOS- or Windows-based computers start up. The MBR contains important information such as a partition table, bootstrap code, and other information.</a:t>
            </a: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11</a:t>
            </a:fld>
            <a:endParaRPr lang="en-US" dirty="0"/>
          </a:p>
        </p:txBody>
      </p:sp>
    </p:spTree>
    <p:extLst>
      <p:ext uri="{BB962C8B-B14F-4D97-AF65-F5344CB8AC3E}">
        <p14:creationId xmlns:p14="http://schemas.microsoft.com/office/powerpoint/2010/main" val="6013941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sz="1200" b="1" kern="1200" dirty="0">
                <a:solidFill>
                  <a:schemeClr val="tx1"/>
                </a:solidFill>
                <a:effectLst/>
                <a:latin typeface="Times New Roman" pitchFamily="18" charset="0"/>
                <a:ea typeface="+mn-ea"/>
                <a:cs typeface="+mn-cs"/>
              </a:rPr>
              <a:t>/var/log log</a:t>
            </a:r>
          </a:p>
          <a:p>
            <a:r>
              <a:rPr lang="en-US" sz="1200" kern="1200" dirty="0">
                <a:solidFill>
                  <a:schemeClr val="tx1"/>
                </a:solidFill>
                <a:effectLst/>
                <a:latin typeface="Times New Roman" pitchFamily="18" charset="0"/>
                <a:ea typeface="+mn-ea"/>
                <a:cs typeface="+mn-cs"/>
              </a:rPr>
              <a:t>This directory has many logs in it. The /var/log/daily.out contains data on all mounted volumes, including the dates they were mounted. This is very important in cases involving stolen data. You can see what devices have been attached and potentially get data from them. This folder includes data on removable media, including serial numbers.</a:t>
            </a:r>
          </a:p>
          <a:p>
            <a:r>
              <a:rPr lang="en-US" sz="1200" kern="1200" dirty="0">
                <a:solidFill>
                  <a:schemeClr val="tx1"/>
                </a:solidFill>
                <a:effectLst/>
                <a:latin typeface="Times New Roman" pitchFamily="18" charset="0"/>
                <a:ea typeface="+mn-ea"/>
                <a:cs typeface="+mn-cs"/>
              </a:rPr>
              <a:t> </a:t>
            </a:r>
          </a:p>
          <a:p>
            <a:r>
              <a:rPr lang="en-US" sz="1200" b="1" kern="1200" dirty="0">
                <a:solidFill>
                  <a:schemeClr val="tx1"/>
                </a:solidFill>
                <a:effectLst/>
                <a:latin typeface="Times New Roman" pitchFamily="18" charset="0"/>
                <a:ea typeface="+mn-ea"/>
                <a:cs typeface="+mn-cs"/>
              </a:rPr>
              <a:t>/var/spool/cups folder</a:t>
            </a:r>
          </a:p>
          <a:p>
            <a:r>
              <a:rPr lang="en-US" sz="1200" kern="1200" dirty="0">
                <a:solidFill>
                  <a:schemeClr val="tx1"/>
                </a:solidFill>
                <a:effectLst/>
                <a:latin typeface="Times New Roman" pitchFamily="18" charset="0"/>
                <a:ea typeface="+mn-ea"/>
                <a:cs typeface="+mn-cs"/>
              </a:rPr>
              <a:t>In this folder, you will find information about printed documents, including the name of the document printed and the user who printed it.</a:t>
            </a:r>
          </a:p>
          <a:p>
            <a:r>
              <a:rPr lang="en-US" sz="1200" kern="1200" dirty="0">
                <a:solidFill>
                  <a:schemeClr val="tx1"/>
                </a:solidFill>
                <a:effectLst/>
                <a:latin typeface="Times New Roman" pitchFamily="18" charset="0"/>
                <a:ea typeface="+mn-ea"/>
                <a:cs typeface="+mn-cs"/>
              </a:rPr>
              <a:t> </a:t>
            </a:r>
          </a:p>
          <a:p>
            <a:r>
              <a:rPr lang="en-US" sz="1200" b="1" kern="1200" dirty="0">
                <a:solidFill>
                  <a:schemeClr val="tx1"/>
                </a:solidFill>
                <a:effectLst/>
                <a:latin typeface="Times New Roman" pitchFamily="18" charset="0"/>
                <a:ea typeface="+mn-ea"/>
                <a:cs typeface="+mn-cs"/>
              </a:rPr>
              <a:t>/Library/Receipts folder</a:t>
            </a:r>
          </a:p>
          <a:p>
            <a:r>
              <a:rPr lang="en-US" sz="1200" kern="1200" dirty="0">
                <a:solidFill>
                  <a:schemeClr val="tx1"/>
                </a:solidFill>
                <a:effectLst/>
                <a:latin typeface="Times New Roman" pitchFamily="18" charset="0"/>
                <a:ea typeface="+mn-ea"/>
                <a:cs typeface="+mn-cs"/>
              </a:rPr>
              <a:t>This folder contains information about system and software updates. Though less useful for a forensic investigation than some of the other folders, it does include information about if and when a given patch was applied, which might be of some interest in investigating malware crimes.</a:t>
            </a:r>
          </a:p>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12</a:t>
            </a:fld>
            <a:endParaRPr lang="en-US" dirty="0"/>
          </a:p>
        </p:txBody>
      </p:sp>
    </p:spTree>
    <p:extLst>
      <p:ext uri="{BB962C8B-B14F-4D97-AF65-F5344CB8AC3E}">
        <p14:creationId xmlns:p14="http://schemas.microsoft.com/office/powerpoint/2010/main" val="27227262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sz="1200" b="1" kern="1200" dirty="0">
                <a:solidFill>
                  <a:schemeClr val="tx1"/>
                </a:solidFill>
                <a:effectLst/>
                <a:latin typeface="Times New Roman" pitchFamily="18" charset="0"/>
                <a:ea typeface="+mn-ea"/>
                <a:cs typeface="+mn-cs"/>
              </a:rPr>
              <a:t>/Users/&lt;user&gt;/.bash_history log</a:t>
            </a:r>
          </a:p>
          <a:p>
            <a:r>
              <a:rPr lang="en-US" sz="1200" kern="1200" dirty="0">
                <a:solidFill>
                  <a:schemeClr val="tx1"/>
                </a:solidFill>
                <a:effectLst/>
                <a:latin typeface="Times New Roman" pitchFamily="18" charset="0"/>
                <a:ea typeface="+mn-ea"/>
                <a:cs typeface="+mn-cs"/>
              </a:rPr>
              <a:t>This log will show you a variety of commands, such as rm (removing or deleting something) and </a:t>
            </a:r>
            <a:r>
              <a:rPr lang="en-US" sz="1200" kern="1200">
                <a:solidFill>
                  <a:schemeClr val="tx1"/>
                </a:solidFill>
                <a:effectLst/>
                <a:latin typeface="Times New Roman" pitchFamily="18" charset="0"/>
                <a:ea typeface="+mn-ea"/>
                <a:cs typeface="+mn-cs"/>
              </a:rPr>
              <a:t>dd</a:t>
            </a:r>
            <a:r>
              <a:rPr lang="en-US" sz="1200" kern="1200" dirty="0">
                <a:solidFill>
                  <a:schemeClr val="tx1"/>
                </a:solidFill>
                <a:effectLst/>
                <a:latin typeface="Times New Roman" pitchFamily="18" charset="0"/>
                <a:ea typeface="+mn-ea"/>
                <a:cs typeface="+mn-cs"/>
              </a:rPr>
              <a:t> (indicating the user might have tried to make an image of the drive).</a:t>
            </a:r>
          </a:p>
          <a:p>
            <a:r>
              <a:rPr lang="en-US" sz="1200" kern="1200" dirty="0">
                <a:solidFill>
                  <a:schemeClr val="tx1"/>
                </a:solidFill>
                <a:effectLst/>
                <a:latin typeface="Times New Roman" pitchFamily="18" charset="0"/>
                <a:ea typeface="+mn-ea"/>
                <a:cs typeface="+mn-cs"/>
              </a:rPr>
              <a:t> </a:t>
            </a:r>
          </a:p>
          <a:p>
            <a:r>
              <a:rPr lang="en-US" sz="1200" b="1" kern="1200" dirty="0">
                <a:solidFill>
                  <a:schemeClr val="tx1"/>
                </a:solidFill>
                <a:effectLst/>
                <a:latin typeface="Times New Roman" pitchFamily="18" charset="0"/>
                <a:ea typeface="+mn-ea"/>
                <a:cs typeface="+mn-cs"/>
              </a:rPr>
              <a:t>var/vm folder</a:t>
            </a:r>
          </a:p>
          <a:p>
            <a:r>
              <a:rPr lang="en-US" sz="1200" kern="1200" dirty="0">
                <a:solidFill>
                  <a:schemeClr val="tx1"/>
                </a:solidFill>
                <a:effectLst/>
                <a:latin typeface="Times New Roman" pitchFamily="18" charset="0"/>
                <a:ea typeface="+mn-ea"/>
                <a:cs typeface="+mn-cs"/>
              </a:rPr>
              <a:t>In this folder, you will find a subfolder named app profile, which will contain lists of recently opened applications as well as temporary data used by applications. </a:t>
            </a:r>
          </a:p>
          <a:p>
            <a:r>
              <a:rPr lang="en-US" sz="1200" kern="1200" dirty="0">
                <a:solidFill>
                  <a:schemeClr val="tx1"/>
                </a:solidFill>
                <a:effectLst/>
                <a:latin typeface="Times New Roman" pitchFamily="18" charset="0"/>
                <a:ea typeface="+mn-ea"/>
                <a:cs typeface="+mn-cs"/>
              </a:rPr>
              <a:t> </a:t>
            </a:r>
          </a:p>
          <a:p>
            <a:r>
              <a:rPr lang="en-US" sz="1200" b="1" kern="1200" dirty="0">
                <a:solidFill>
                  <a:schemeClr val="tx1"/>
                </a:solidFill>
                <a:effectLst/>
                <a:latin typeface="Times New Roman" pitchFamily="18" charset="0"/>
                <a:ea typeface="+mn-ea"/>
                <a:cs typeface="+mn-cs"/>
              </a:rPr>
              <a:t>/Users/ directory</a:t>
            </a:r>
          </a:p>
          <a:p>
            <a:r>
              <a:rPr lang="en-US" sz="1200" kern="1200" dirty="0">
                <a:solidFill>
                  <a:schemeClr val="tx1"/>
                </a:solidFill>
                <a:effectLst/>
                <a:latin typeface="Times New Roman" pitchFamily="18" charset="0"/>
                <a:ea typeface="+mn-ea"/>
                <a:cs typeface="+mn-cs"/>
              </a:rPr>
              <a:t>This is where various users’ files are stored. It is a good idea to check in this directory to find out if users have saved data here that could be used as evidence.</a:t>
            </a:r>
          </a:p>
          <a:p>
            <a:r>
              <a:rPr lang="en-US" sz="1200" kern="1200" dirty="0">
                <a:solidFill>
                  <a:schemeClr val="tx1"/>
                </a:solidFill>
                <a:effectLst/>
                <a:latin typeface="Times New Roman" pitchFamily="18" charset="0"/>
                <a:ea typeface="+mn-ea"/>
                <a:cs typeface="+mn-cs"/>
              </a:rPr>
              <a:t> </a:t>
            </a:r>
          </a:p>
          <a:p>
            <a:r>
              <a:rPr lang="en-US" sz="1200" b="1" kern="1200" dirty="0">
                <a:solidFill>
                  <a:schemeClr val="tx1"/>
                </a:solidFill>
                <a:effectLst/>
                <a:latin typeface="Times New Roman" pitchFamily="18" charset="0"/>
                <a:ea typeface="+mn-ea"/>
                <a:cs typeface="+mn-cs"/>
              </a:rPr>
              <a:t>/Users/&lt;user&gt;/Library/Preferences/ folder</a:t>
            </a:r>
          </a:p>
          <a:p>
            <a:r>
              <a:rPr lang="en-US" sz="1200" kern="1200" dirty="0">
                <a:solidFill>
                  <a:schemeClr val="tx1"/>
                </a:solidFill>
                <a:effectLst/>
                <a:latin typeface="Times New Roman" pitchFamily="18" charset="0"/>
                <a:ea typeface="+mn-ea"/>
                <a:cs typeface="+mn-cs"/>
              </a:rPr>
              <a:t>This folder contains user preferences, including the preferences of programs that have been deleted. This could be a valuable place to get clues about programs that have been deleted from the system. </a:t>
            </a:r>
          </a:p>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13</a:t>
            </a:fld>
            <a:endParaRPr lang="en-US" dirty="0"/>
          </a:p>
        </p:txBody>
      </p:sp>
    </p:spTree>
    <p:extLst>
      <p:ext uri="{BB962C8B-B14F-4D97-AF65-F5344CB8AC3E}">
        <p14:creationId xmlns:p14="http://schemas.microsoft.com/office/powerpoint/2010/main" val="42154372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14</a:t>
            </a:fld>
            <a:endParaRPr lang="en-US" dirty="0"/>
          </a:p>
        </p:txBody>
      </p:sp>
    </p:spTree>
    <p:extLst>
      <p:ext uri="{BB962C8B-B14F-4D97-AF65-F5344CB8AC3E}">
        <p14:creationId xmlns:p14="http://schemas.microsoft.com/office/powerpoint/2010/main" val="39457157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15</a:t>
            </a:fld>
            <a:endParaRPr lang="en-US" dirty="0"/>
          </a:p>
        </p:txBody>
      </p:sp>
    </p:spTree>
    <p:extLst>
      <p:ext uri="{BB962C8B-B14F-4D97-AF65-F5344CB8AC3E}">
        <p14:creationId xmlns:p14="http://schemas.microsoft.com/office/powerpoint/2010/main" val="2180653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sz="1200" b="1" kern="1200" dirty="0">
                <a:solidFill>
                  <a:schemeClr val="tx1"/>
                </a:solidFill>
                <a:effectLst/>
                <a:latin typeface="Times New Roman" pitchFamily="18" charset="0"/>
                <a:ea typeface="+mn-ea"/>
                <a:cs typeface="+mn-cs"/>
              </a:rPr>
              <a:t>/Users directory</a:t>
            </a:r>
          </a:p>
          <a:p>
            <a:r>
              <a:rPr lang="en-US" sz="1200" kern="1200" dirty="0">
                <a:solidFill>
                  <a:schemeClr val="tx1"/>
                </a:solidFill>
                <a:effectLst/>
                <a:latin typeface="Times New Roman" pitchFamily="18" charset="0"/>
                <a:ea typeface="+mn-ea"/>
                <a:cs typeface="+mn-cs"/>
              </a:rPr>
              <a:t>This directory contains all the user accounts and associated files. </a:t>
            </a:r>
          </a:p>
          <a:p>
            <a:r>
              <a:rPr lang="en-US" sz="1200" kern="1200" dirty="0">
                <a:solidFill>
                  <a:schemeClr val="tx1"/>
                </a:solidFill>
                <a:effectLst/>
                <a:latin typeface="Times New Roman" pitchFamily="18" charset="0"/>
                <a:ea typeface="+mn-ea"/>
                <a:cs typeface="+mn-cs"/>
              </a:rPr>
              <a:t> </a:t>
            </a:r>
          </a:p>
          <a:p>
            <a:r>
              <a:rPr lang="en-US" sz="1200" b="1" kern="1200" dirty="0">
                <a:solidFill>
                  <a:schemeClr val="tx1"/>
                </a:solidFill>
                <a:effectLst/>
                <a:latin typeface="Times New Roman" pitchFamily="18" charset="0"/>
                <a:ea typeface="+mn-ea"/>
                <a:cs typeface="+mn-cs"/>
              </a:rPr>
              <a:t>/Applications directory</a:t>
            </a:r>
          </a:p>
          <a:p>
            <a:r>
              <a:rPr lang="en-US" sz="1200" kern="1200" dirty="0">
                <a:solidFill>
                  <a:schemeClr val="tx1"/>
                </a:solidFill>
                <a:effectLst/>
                <a:latin typeface="Times New Roman" pitchFamily="18" charset="0"/>
                <a:ea typeface="+mn-ea"/>
                <a:cs typeface="+mn-cs"/>
              </a:rPr>
              <a:t>This directory is where all applications are stored. It can hold important information about any malware.</a:t>
            </a:r>
          </a:p>
          <a:p>
            <a:r>
              <a:rPr lang="en-US" sz="1200" kern="1200" dirty="0">
                <a:solidFill>
                  <a:schemeClr val="tx1"/>
                </a:solidFill>
                <a:effectLst/>
                <a:latin typeface="Times New Roman" pitchFamily="18" charset="0"/>
                <a:ea typeface="+mn-ea"/>
                <a:cs typeface="+mn-cs"/>
              </a:rPr>
              <a:t> </a:t>
            </a:r>
          </a:p>
          <a:p>
            <a:r>
              <a:rPr lang="en-US" sz="1200" b="1" kern="1200" dirty="0">
                <a:solidFill>
                  <a:schemeClr val="tx1"/>
                </a:solidFill>
                <a:effectLst/>
                <a:latin typeface="Times New Roman" pitchFamily="18" charset="0"/>
                <a:ea typeface="+mn-ea"/>
                <a:cs typeface="+mn-cs"/>
              </a:rPr>
              <a:t>/Network directory</a:t>
            </a:r>
          </a:p>
          <a:p>
            <a:r>
              <a:rPr lang="en-US" sz="1200" kern="1200" dirty="0">
                <a:solidFill>
                  <a:schemeClr val="tx1"/>
                </a:solidFill>
                <a:effectLst/>
                <a:latin typeface="Times New Roman" pitchFamily="18" charset="0"/>
                <a:ea typeface="+mn-ea"/>
                <a:cs typeface="+mn-cs"/>
              </a:rPr>
              <a:t>This directory contains information about servers, network libraries, and network properties.</a:t>
            </a:r>
          </a:p>
          <a:p>
            <a:r>
              <a:rPr lang="en-US" sz="1200" kern="1200" dirty="0">
                <a:solidFill>
                  <a:schemeClr val="tx1"/>
                </a:solidFill>
                <a:effectLst/>
                <a:latin typeface="Times New Roman" pitchFamily="18" charset="0"/>
                <a:ea typeface="+mn-ea"/>
                <a:cs typeface="+mn-cs"/>
              </a:rPr>
              <a:t> </a:t>
            </a:r>
          </a:p>
          <a:p>
            <a:r>
              <a:rPr lang="en-US" sz="1200" b="1" kern="1200" dirty="0">
                <a:solidFill>
                  <a:schemeClr val="tx1"/>
                </a:solidFill>
                <a:effectLst/>
                <a:latin typeface="Times New Roman" pitchFamily="18" charset="0"/>
                <a:ea typeface="+mn-ea"/>
                <a:cs typeface="+mn-cs"/>
              </a:rPr>
              <a:t>/etc directory</a:t>
            </a:r>
          </a:p>
          <a:p>
            <a:r>
              <a:rPr lang="en-US" sz="1200" kern="1200" dirty="0">
                <a:solidFill>
                  <a:schemeClr val="tx1"/>
                </a:solidFill>
                <a:effectLst/>
                <a:latin typeface="Times New Roman" pitchFamily="18" charset="0"/>
                <a:ea typeface="+mn-ea"/>
                <a:cs typeface="+mn-cs"/>
              </a:rPr>
              <a:t>Just as in Linux, this is where configuration files are located. Cybercriminals often adjust the system’s configuration. Sometimes this is done in order to facilitate the criminal’s return to the system later.</a:t>
            </a:r>
          </a:p>
          <a:p>
            <a:endParaRPr lang="en-US" dirty="0"/>
          </a:p>
          <a:p>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16</a:t>
            </a:fld>
            <a:endParaRPr lang="en-US" dirty="0"/>
          </a:p>
        </p:txBody>
      </p:sp>
    </p:spTree>
    <p:extLst>
      <p:ext uri="{BB962C8B-B14F-4D97-AF65-F5344CB8AC3E}">
        <p14:creationId xmlns:p14="http://schemas.microsoft.com/office/powerpoint/2010/main" val="12814243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This file contains the network configuration data for each network card. This is important information to document before beginning your search for evidence.</a:t>
            </a:r>
          </a:p>
          <a:p>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17</a:t>
            </a:fld>
            <a:endParaRPr lang="en-US" dirty="0"/>
          </a:p>
        </p:txBody>
      </p:sp>
    </p:spTree>
    <p:extLst>
      <p:ext uri="{BB962C8B-B14F-4D97-AF65-F5344CB8AC3E}">
        <p14:creationId xmlns:p14="http://schemas.microsoft.com/office/powerpoint/2010/main" val="25112222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18</a:t>
            </a:fld>
            <a:endParaRPr lang="en-US" dirty="0"/>
          </a:p>
        </p:txBody>
      </p:sp>
    </p:spTree>
    <p:extLst>
      <p:ext uri="{BB962C8B-B14F-4D97-AF65-F5344CB8AC3E}">
        <p14:creationId xmlns:p14="http://schemas.microsoft.com/office/powerpoint/2010/main" val="18676055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marR="0" lvl="0" indent="0" algn="l" defTabSz="914400" rtl="0" eaLnBrk="0" fontAlgn="base" latinLnBrk="0" hangingPunct="0">
              <a:lnSpc>
                <a:spcPct val="100000"/>
              </a:lnSpc>
              <a:spcBef>
                <a:spcPct val="30000"/>
              </a:spcBef>
              <a:spcAft>
                <a:spcPct val="0"/>
              </a:spcAft>
              <a:buClrTx/>
              <a:buSzTx/>
              <a:buFont typeface="Arial" pitchFamily="34" charset="0"/>
              <a:buNone/>
              <a:tabLst/>
              <a:defRPr/>
            </a:pPr>
            <a:r>
              <a:rPr lang="en-US" sz="1200" kern="1200" dirty="0">
                <a:solidFill>
                  <a:schemeClr val="tx1"/>
                </a:solidFill>
                <a:effectLst/>
                <a:latin typeface="Times New Roman" pitchFamily="18" charset="0"/>
                <a:ea typeface="+mn-ea"/>
                <a:cs typeface="+mn-cs"/>
              </a:rPr>
              <a:t>Target Disk Mode allows you to preview the computer on-site, so you can do a quick inspection before disconnecting and transporting the computer to a forensic lab. This is important because you will want to check running systems’ processes before shutting the machine down. You simply have to reboot the machine in Target Disk Mode.</a:t>
            </a:r>
          </a:p>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19</a:t>
            </a:fld>
            <a:endParaRPr lang="en-US" dirty="0"/>
          </a:p>
        </p:txBody>
      </p:sp>
    </p:spTree>
    <p:extLst>
      <p:ext uri="{BB962C8B-B14F-4D97-AF65-F5344CB8AC3E}">
        <p14:creationId xmlns:p14="http://schemas.microsoft.com/office/powerpoint/2010/main" val="21287824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endParaRPr lang="en-US" sz="1200" kern="1200" dirty="0">
              <a:solidFill>
                <a:schemeClr val="tx1"/>
              </a:solidFill>
              <a:effectLst/>
              <a:latin typeface="Times New Roman" pitchFamily="18" charset="0"/>
              <a:ea typeface="+mn-ea"/>
              <a:cs typeface="+mn-cs"/>
            </a:endParaRPr>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20</a:t>
            </a:fld>
            <a:endParaRPr lang="en-US" dirty="0"/>
          </a:p>
        </p:txBody>
      </p:sp>
    </p:spTree>
    <p:extLst>
      <p:ext uri="{BB962C8B-B14F-4D97-AF65-F5344CB8AC3E}">
        <p14:creationId xmlns:p14="http://schemas.microsoft.com/office/powerpoint/2010/main" val="16083889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With Macintosh OS X, the swap file/virtual memory is located in the folder /var/vm/. You can check it with Linux commands like </a:t>
            </a:r>
            <a:r>
              <a:rPr lang="en-US" sz="1200" i="1" kern="1200" dirty="0">
                <a:solidFill>
                  <a:schemeClr val="tx1"/>
                </a:solidFill>
                <a:effectLst/>
                <a:latin typeface="Times New Roman" pitchFamily="18" charset="0"/>
                <a:ea typeface="+mn-ea"/>
                <a:cs typeface="+mn-cs"/>
              </a:rPr>
              <a:t>ls</a:t>
            </a:r>
            <a:r>
              <a:rPr lang="en-US" sz="1200" kern="1200" dirty="0">
                <a:solidFill>
                  <a:schemeClr val="tx1"/>
                </a:solidFill>
                <a:effectLst/>
                <a:latin typeface="Times New Roman" pitchFamily="18" charset="0"/>
                <a:ea typeface="+mn-ea"/>
                <a:cs typeface="+mn-cs"/>
              </a:rPr>
              <a:t> (for listing files). The option </a:t>
            </a:r>
            <a:r>
              <a:rPr lang="en-US" sz="1200" i="1" kern="1200" dirty="0">
                <a:solidFill>
                  <a:schemeClr val="tx1"/>
                </a:solidFill>
                <a:effectLst/>
                <a:latin typeface="Times New Roman" pitchFamily="18" charset="0"/>
                <a:ea typeface="+mn-ea"/>
                <a:cs typeface="+mn-cs"/>
              </a:rPr>
              <a:t>ls —al</a:t>
            </a:r>
            <a:r>
              <a:rPr lang="en-US" sz="1200" kern="1200" dirty="0">
                <a:solidFill>
                  <a:schemeClr val="tx1"/>
                </a:solidFill>
                <a:effectLst/>
                <a:latin typeface="Times New Roman" pitchFamily="18" charset="0"/>
                <a:ea typeface="+mn-ea"/>
                <a:cs typeface="+mn-cs"/>
              </a:rPr>
              <a:t> gives you a listing of all the files in virtual memory as well as who launched the program and when. You can use the </a:t>
            </a:r>
            <a:r>
              <a:rPr lang="en-US" sz="1200" i="1" kern="1200" dirty="0">
                <a:solidFill>
                  <a:schemeClr val="tx1"/>
                </a:solidFill>
                <a:effectLst/>
                <a:latin typeface="Times New Roman" pitchFamily="18" charset="0"/>
                <a:ea typeface="+mn-ea"/>
                <a:cs typeface="+mn-cs"/>
              </a:rPr>
              <a:t>grep</a:t>
            </a:r>
            <a:r>
              <a:rPr lang="en-US" sz="1200" kern="1200" dirty="0">
                <a:solidFill>
                  <a:schemeClr val="tx1"/>
                </a:solidFill>
                <a:effectLst/>
                <a:latin typeface="Times New Roman" pitchFamily="18" charset="0"/>
                <a:ea typeface="+mn-ea"/>
                <a:cs typeface="+mn-cs"/>
              </a:rPr>
              <a:t> search tool to search in the virtual memory folder.</a:t>
            </a:r>
          </a:p>
          <a:p>
            <a:r>
              <a:rPr lang="en-US" sz="1200" kern="1200" dirty="0">
                <a:solidFill>
                  <a:schemeClr val="tx1"/>
                </a:solidFill>
                <a:effectLst/>
                <a:latin typeface="Times New Roman" pitchFamily="18" charset="0"/>
                <a:ea typeface="+mn-ea"/>
                <a:cs typeface="+mn-cs"/>
              </a:rPr>
              <a:t> </a:t>
            </a:r>
          </a:p>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21</a:t>
            </a:fld>
            <a:endParaRPr lang="en-US" dirty="0"/>
          </a:p>
        </p:txBody>
      </p:sp>
    </p:spTree>
    <p:extLst>
      <p:ext uri="{BB962C8B-B14F-4D97-AF65-F5344CB8AC3E}">
        <p14:creationId xmlns:p14="http://schemas.microsoft.com/office/powerpoint/2010/main" val="39317832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r>
              <a:rPr lang="en-US" dirty="0"/>
              <a:t>The </a:t>
            </a:r>
            <a:r>
              <a:rPr lang="en-US" b="1" dirty="0"/>
              <a:t>date</a:t>
            </a:r>
            <a:r>
              <a:rPr lang="en-US" dirty="0"/>
              <a:t> command returns the current date and time zone. It is good for documenting when exactly you begin your forensic examination. If you need the date in Coordinated Universal Time (UTC), then use </a:t>
            </a:r>
            <a:r>
              <a:rPr lang="en-US" b="1" dirty="0"/>
              <a:t>date −u</a:t>
            </a:r>
            <a:r>
              <a:rPr lang="en-US" dirty="0"/>
              <a:t>.</a:t>
            </a:r>
          </a:p>
          <a:p>
            <a:pPr marL="0" indent="0">
              <a:buFont typeface="Arial" pitchFamily="34" charset="0"/>
              <a:buNone/>
            </a:pPr>
            <a:endParaRPr lang="en-US" dirty="0"/>
          </a:p>
          <a:p>
            <a:pPr marL="0" indent="0">
              <a:buFont typeface="Arial" pitchFamily="34" charset="0"/>
              <a:buNone/>
            </a:pPr>
            <a:r>
              <a:rPr lang="en-US" dirty="0"/>
              <a:t>The </a:t>
            </a:r>
            <a:r>
              <a:rPr lang="en-US" b="1" dirty="0"/>
              <a:t>ls /dev/disk?</a:t>
            </a:r>
            <a:r>
              <a:rPr lang="en-US" dirty="0"/>
              <a:t> command lists the current device files that are in use. You should document this information before shutting the system down for transport to the forensic lab.</a:t>
            </a:r>
          </a:p>
          <a:p>
            <a:pPr marL="0" indent="0">
              <a:buFont typeface="Arial" pitchFamily="34" charset="0"/>
              <a:buNone/>
            </a:pPr>
            <a:endParaRPr lang="en-US" dirty="0"/>
          </a:p>
          <a:p>
            <a:pPr marL="0" indent="0">
              <a:buFont typeface="Arial" pitchFamily="34" charset="0"/>
              <a:buNone/>
            </a:pPr>
            <a:r>
              <a:rPr lang="en-US" dirty="0"/>
              <a:t>The</a:t>
            </a:r>
            <a:r>
              <a:rPr lang="en-US" baseline="0" dirty="0"/>
              <a:t> </a:t>
            </a:r>
            <a:r>
              <a:rPr lang="en-US" b="1" dirty="0"/>
              <a:t>/hdiutil partition /dev/disk0</a:t>
            </a:r>
            <a:r>
              <a:rPr lang="en-US" dirty="0"/>
              <a:t> command lists the partition table for the boot drive. It is important to know the partitions the machine recognizes upon boot-up.</a:t>
            </a:r>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22</a:t>
            </a:fld>
            <a:endParaRPr lang="en-US" dirty="0"/>
          </a:p>
        </p:txBody>
      </p:sp>
    </p:spTree>
    <p:extLst>
      <p:ext uri="{BB962C8B-B14F-4D97-AF65-F5344CB8AC3E}">
        <p14:creationId xmlns:p14="http://schemas.microsoft.com/office/powerpoint/2010/main" val="16197154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r>
              <a:rPr lang="en-US" dirty="0"/>
              <a:t>The </a:t>
            </a:r>
            <a:r>
              <a:rPr lang="en-US" b="1" dirty="0"/>
              <a:t>system_profiler SPHardwareDataType </a:t>
            </a:r>
            <a:r>
              <a:rPr lang="en-US" dirty="0"/>
              <a:t>command returns the hardware information for the host system. This provides information useful for the basic documentation of the system prior to beginning your forensic examination. There are related commands, such as system_profiler</a:t>
            </a:r>
          </a:p>
          <a:p>
            <a:pPr marL="0" indent="0">
              <a:buFont typeface="Arial" pitchFamily="34" charset="0"/>
              <a:buNone/>
            </a:pPr>
            <a:r>
              <a:rPr lang="en-US" dirty="0"/>
              <a:t>SPSerialATADataType. This command gives information on all the attached Serial Advanced Technology Attachment (SATA) devices.</a:t>
            </a:r>
          </a:p>
          <a:p>
            <a:pPr marL="0" indent="0">
              <a:buFont typeface="Arial" pitchFamily="34" charset="0"/>
              <a:buNone/>
            </a:pPr>
            <a:endParaRPr lang="en-US" dirty="0"/>
          </a:p>
          <a:p>
            <a:pPr marL="0" indent="0">
              <a:buFont typeface="Arial" pitchFamily="34" charset="0"/>
              <a:buNone/>
            </a:pPr>
            <a:r>
              <a:rPr lang="en-US" dirty="0"/>
              <a:t>The </a:t>
            </a:r>
            <a:r>
              <a:rPr lang="en-US" b="1" dirty="0"/>
              <a:t>system_profiler SPSoftwareDataType</a:t>
            </a:r>
            <a:r>
              <a:rPr lang="en-US" dirty="0"/>
              <a:t> command is related to system_profiler SPHardwareDataType.</a:t>
            </a:r>
            <a:r>
              <a:rPr lang="en-US" baseline="0" dirty="0"/>
              <a:t> </a:t>
            </a:r>
            <a:r>
              <a:rPr lang="en-US" dirty="0"/>
              <a:t>The </a:t>
            </a:r>
            <a:r>
              <a:rPr lang="en-US" b="1" dirty="0"/>
              <a:t>system_profiler SPSoftwareDataType</a:t>
            </a:r>
            <a:r>
              <a:rPr lang="en-US" b="0" dirty="0"/>
              <a:t> command </a:t>
            </a:r>
            <a:r>
              <a:rPr lang="en-US" dirty="0"/>
              <a:t>returns information about the operating system. This is also important for documenting the system prior to starting the forensic examination.</a:t>
            </a:r>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23</a:t>
            </a:fld>
            <a:endParaRPr lang="en-US" dirty="0"/>
          </a:p>
        </p:txBody>
      </p:sp>
    </p:spTree>
    <p:extLst>
      <p:ext uri="{BB962C8B-B14F-4D97-AF65-F5344CB8AC3E}">
        <p14:creationId xmlns:p14="http://schemas.microsoft.com/office/powerpoint/2010/main" val="10490296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24</a:t>
            </a:fld>
            <a:endParaRPr lang="en-US" dirty="0"/>
          </a:p>
        </p:txBody>
      </p:sp>
    </p:spTree>
    <p:extLst>
      <p:ext uri="{BB962C8B-B14F-4D97-AF65-F5344CB8AC3E}">
        <p14:creationId xmlns:p14="http://schemas.microsoft.com/office/powerpoint/2010/main" val="25333446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25</a:t>
            </a:fld>
            <a:endParaRPr lang="en-US" dirty="0"/>
          </a:p>
        </p:txBody>
      </p:sp>
    </p:spTree>
    <p:extLst>
      <p:ext uri="{BB962C8B-B14F-4D97-AF65-F5344CB8AC3E}">
        <p14:creationId xmlns:p14="http://schemas.microsoft.com/office/powerpoint/2010/main" val="22203241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26</a:t>
            </a:fld>
            <a:endParaRPr lang="en-US" dirty="0"/>
          </a:p>
        </p:txBody>
      </p:sp>
    </p:spTree>
    <p:extLst>
      <p:ext uri="{BB962C8B-B14F-4D97-AF65-F5344CB8AC3E}">
        <p14:creationId xmlns:p14="http://schemas.microsoft.com/office/powerpoint/2010/main" val="38368439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27</a:t>
            </a:fld>
            <a:endParaRPr lang="en-US" dirty="0"/>
          </a:p>
        </p:txBody>
      </p:sp>
    </p:spTree>
    <p:extLst>
      <p:ext uri="{BB962C8B-B14F-4D97-AF65-F5344CB8AC3E}">
        <p14:creationId xmlns:p14="http://schemas.microsoft.com/office/powerpoint/2010/main" val="145418193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 name="Picture 7" descr="bg1.jpg"/>
          <p:cNvPicPr>
            <a:picLocks noChangeAspect="1"/>
          </p:cNvPicPr>
          <p:nvPr userDrawn="1"/>
        </p:nvPicPr>
        <p:blipFill>
          <a:blip r:embed="rId2" cstate="print"/>
          <a:srcRect/>
          <a:stretch>
            <a:fillRect/>
          </a:stretch>
        </p:blipFill>
        <p:spPr bwMode="auto">
          <a:xfrm>
            <a:off x="3175" y="0"/>
            <a:ext cx="9137650" cy="6858000"/>
          </a:xfrm>
          <a:prstGeom prst="rect">
            <a:avLst/>
          </a:prstGeom>
          <a:noFill/>
          <a:ln w="9525">
            <a:noFill/>
            <a:miter lim="800000"/>
            <a:headEnd/>
            <a:tailEnd/>
          </a:ln>
        </p:spPr>
      </p:pic>
      <p:sp>
        <p:nvSpPr>
          <p:cNvPr id="681988" name="Rectangle 4"/>
          <p:cNvSpPr>
            <a:spLocks noGrp="1" noChangeArrowheads="1"/>
          </p:cNvSpPr>
          <p:nvPr>
            <p:ph type="subTitle" idx="1"/>
          </p:nvPr>
        </p:nvSpPr>
        <p:spPr>
          <a:xfrm>
            <a:off x="1295400" y="2133600"/>
            <a:ext cx="7086600" cy="584775"/>
          </a:xfrm>
        </p:spPr>
        <p:txBody>
          <a:bodyPr>
            <a:spAutoFit/>
          </a:bodyPr>
          <a:lstStyle>
            <a:lvl1pPr marL="0" indent="0">
              <a:buFont typeface="Wingdings" pitchFamily="2" charset="2"/>
              <a:buNone/>
              <a:defRPr sz="3200" b="0">
                <a:solidFill>
                  <a:schemeClr val="bg1"/>
                </a:solidFill>
              </a:defRPr>
            </a:lvl1pPr>
          </a:lstStyle>
          <a:p>
            <a:r>
              <a:rPr lang="en-US" dirty="0"/>
              <a:t>Click to edit Master subtitle style</a:t>
            </a:r>
          </a:p>
        </p:txBody>
      </p:sp>
      <p:sp>
        <p:nvSpPr>
          <p:cNvPr id="4" name="TextBox 3"/>
          <p:cNvSpPr txBox="1"/>
          <p:nvPr userDrawn="1"/>
        </p:nvSpPr>
        <p:spPr>
          <a:xfrm>
            <a:off x="3607327" y="6496050"/>
            <a:ext cx="3014768" cy="215444"/>
          </a:xfrm>
          <a:prstGeom prst="rect">
            <a:avLst/>
          </a:prstGeom>
          <a:noFill/>
        </p:spPr>
        <p:txBody>
          <a:bodyPr wrap="none" rtlCol="0">
            <a:spAutoFit/>
          </a:bodyPr>
          <a:lstStyle/>
          <a:p>
            <a:r>
              <a:rPr lang="en-US" sz="800" dirty="0">
                <a:solidFill>
                  <a:schemeClr val="accent5"/>
                </a:solidFill>
              </a:rPr>
              <a:t>© 2012 Jones and Bartlett </a:t>
            </a:r>
            <a:r>
              <a:rPr lang="en-US" sz="800" i="0" dirty="0">
                <a:solidFill>
                  <a:schemeClr val="accent5"/>
                </a:solidFill>
              </a:rPr>
              <a:t>Learning, LLC  www.jblearning.com</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a:t>Click to edit Master title style</a:t>
            </a:r>
          </a:p>
        </p:txBody>
      </p:sp>
      <p:sp>
        <p:nvSpPr>
          <p:cNvPr id="3" name="Content Placeholder 2"/>
          <p:cNvSpPr>
            <a:spLocks noGrp="1"/>
          </p:cNvSpPr>
          <p:nvPr>
            <p:ph idx="1"/>
          </p:nvPr>
        </p:nvSpPr>
        <p:spPr/>
        <p:txBody>
          <a:bodyPr/>
          <a:lstStyle>
            <a:lvl1pPr>
              <a:defRPr sz="1800"/>
            </a:lvl1pPr>
            <a:lvl2pPr>
              <a:defRPr sz="1600"/>
            </a:lvl2pPr>
            <a:lvl3pPr>
              <a:defRPr sz="1400"/>
            </a:lvl3pPr>
            <a:lvl4pPr>
              <a:defRPr sz="12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2_Title Slide">
    <p:spTree>
      <p:nvGrpSpPr>
        <p:cNvPr id="1" name=""/>
        <p:cNvGrpSpPr/>
        <p:nvPr/>
      </p:nvGrpSpPr>
      <p:grpSpPr>
        <a:xfrm>
          <a:off x="0" y="0"/>
          <a:ext cx="0" cy="0"/>
          <a:chOff x="0" y="0"/>
          <a:chExt cx="0" cy="0"/>
        </a:xfrm>
      </p:grpSpPr>
      <p:pic>
        <p:nvPicPr>
          <p:cNvPr id="3" name="Picture 7" descr="bg1.jpg"/>
          <p:cNvPicPr>
            <a:picLocks noChangeAspect="1"/>
          </p:cNvPicPr>
          <p:nvPr userDrawn="1"/>
        </p:nvPicPr>
        <p:blipFill>
          <a:blip r:embed="rId2" cstate="print"/>
          <a:srcRect/>
          <a:stretch>
            <a:fillRect/>
          </a:stretch>
        </p:blipFill>
        <p:spPr bwMode="auto">
          <a:xfrm>
            <a:off x="3175" y="0"/>
            <a:ext cx="9137650" cy="6858000"/>
          </a:xfrm>
          <a:prstGeom prst="rect">
            <a:avLst/>
          </a:prstGeom>
          <a:noFill/>
          <a:ln w="9525">
            <a:noFill/>
            <a:miter lim="800000"/>
            <a:headEnd/>
            <a:tailEnd/>
          </a:ln>
        </p:spPr>
      </p:pic>
      <p:sp>
        <p:nvSpPr>
          <p:cNvPr id="681988" name="Rectangle 4"/>
          <p:cNvSpPr>
            <a:spLocks noGrp="1" noChangeArrowheads="1"/>
          </p:cNvSpPr>
          <p:nvPr>
            <p:ph type="subTitle" idx="1"/>
          </p:nvPr>
        </p:nvSpPr>
        <p:spPr>
          <a:xfrm>
            <a:off x="1295400" y="2133600"/>
            <a:ext cx="7086600" cy="584775"/>
          </a:xfrm>
        </p:spPr>
        <p:txBody>
          <a:bodyPr>
            <a:spAutoFit/>
          </a:bodyPr>
          <a:lstStyle>
            <a:lvl1pPr marL="0" indent="0">
              <a:buFont typeface="Wingdings" pitchFamily="2" charset="2"/>
              <a:buNone/>
              <a:defRPr sz="3200" b="0">
                <a:solidFill>
                  <a:schemeClr val="bg1"/>
                </a:solidFill>
              </a:defRPr>
            </a:lvl1pPr>
          </a:lstStyle>
          <a:p>
            <a:r>
              <a:rPr lang="en-US" dirty="0"/>
              <a:t>Click to edit Master subtitle style</a:t>
            </a:r>
          </a:p>
        </p:txBody>
      </p:sp>
      <p:sp>
        <p:nvSpPr>
          <p:cNvPr id="5" name="TextBox 4"/>
          <p:cNvSpPr txBox="1"/>
          <p:nvPr userDrawn="1"/>
        </p:nvSpPr>
        <p:spPr>
          <a:xfrm>
            <a:off x="3659141" y="6332751"/>
            <a:ext cx="3095719" cy="415498"/>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700" dirty="0">
                <a:solidFill>
                  <a:schemeClr val="accent5"/>
                </a:solidFill>
              </a:rPr>
              <a:t>© 2019 Jones and Bartlett </a:t>
            </a:r>
            <a:r>
              <a:rPr lang="en-US" sz="700" i="0" dirty="0">
                <a:solidFill>
                  <a:schemeClr val="accent5"/>
                </a:solidFill>
              </a:rPr>
              <a:t>Learning, LLC, an Ascend Learning Company </a:t>
            </a:r>
          </a:p>
          <a:p>
            <a:r>
              <a:rPr lang="en-US" sz="700" i="0" dirty="0">
                <a:solidFill>
                  <a:schemeClr val="accent5"/>
                </a:solidFill>
              </a:rPr>
              <a:t>www.jblearning.com</a:t>
            </a:r>
          </a:p>
          <a:p>
            <a:r>
              <a:rPr lang="en-US" sz="700" i="0" dirty="0">
                <a:solidFill>
                  <a:schemeClr val="accent5"/>
                </a:solidFill>
              </a:rPr>
              <a:t>All rights reserved.</a:t>
            </a:r>
          </a:p>
        </p:txBody>
      </p:sp>
    </p:spTree>
  </p:cSld>
  <p:clrMapOvr>
    <a:masterClrMapping/>
  </p:clrMapOvr>
  <p:transition>
    <p:wipe dir="r"/>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6" descr="bg2.jpg"/>
          <p:cNvPicPr>
            <a:picLocks noChangeAspect="1"/>
          </p:cNvPicPr>
          <p:nvPr userDrawn="1"/>
        </p:nvPicPr>
        <p:blipFill>
          <a:blip r:embed="rId5" cstate="print"/>
          <a:srcRect/>
          <a:stretch>
            <a:fillRect/>
          </a:stretch>
        </p:blipFill>
        <p:spPr bwMode="auto">
          <a:xfrm>
            <a:off x="0" y="6297613"/>
            <a:ext cx="9144000" cy="560387"/>
          </a:xfrm>
          <a:prstGeom prst="rect">
            <a:avLst/>
          </a:prstGeom>
          <a:noFill/>
          <a:ln w="9525">
            <a:noFill/>
            <a:miter lim="800000"/>
            <a:headEnd/>
            <a:tailEnd/>
          </a:ln>
        </p:spPr>
      </p:pic>
      <p:sp>
        <p:nvSpPr>
          <p:cNvPr id="1027" name="Rectangle 2"/>
          <p:cNvSpPr>
            <a:spLocks noGrp="1" noChangeArrowheads="1"/>
          </p:cNvSpPr>
          <p:nvPr>
            <p:ph type="title"/>
          </p:nvPr>
        </p:nvSpPr>
        <p:spPr bwMode="auto">
          <a:xfrm>
            <a:off x="539750" y="304800"/>
            <a:ext cx="8299450" cy="99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title style</a:t>
            </a:r>
          </a:p>
        </p:txBody>
      </p:sp>
      <p:sp>
        <p:nvSpPr>
          <p:cNvPr id="1028" name="Rectangle 3"/>
          <p:cNvSpPr>
            <a:spLocks noGrp="1" noChangeArrowheads="1"/>
          </p:cNvSpPr>
          <p:nvPr>
            <p:ph type="body" idx="1"/>
          </p:nvPr>
        </p:nvSpPr>
        <p:spPr bwMode="auto">
          <a:xfrm>
            <a:off x="539750" y="1295400"/>
            <a:ext cx="8299450" cy="4648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30" name="Text Box 6"/>
          <p:cNvSpPr txBox="1">
            <a:spLocks noChangeArrowheads="1"/>
          </p:cNvSpPr>
          <p:nvPr/>
        </p:nvSpPr>
        <p:spPr bwMode="auto">
          <a:xfrm>
            <a:off x="8382000" y="6496050"/>
            <a:ext cx="581025" cy="215900"/>
          </a:xfrm>
          <a:prstGeom prst="rect">
            <a:avLst/>
          </a:prstGeom>
          <a:noFill/>
          <a:ln>
            <a:noFill/>
          </a:ln>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defRPr/>
            </a:pPr>
            <a:r>
              <a:rPr lang="en-US" sz="800" dirty="0">
                <a:solidFill>
                  <a:schemeClr val="bg1"/>
                </a:solidFill>
              </a:rPr>
              <a:t>Page </a:t>
            </a:r>
            <a:fld id="{C4F20969-4C03-463E-8346-60A56C879725}" type="slidenum">
              <a:rPr lang="en-US" sz="800" smtClean="0">
                <a:solidFill>
                  <a:schemeClr val="bg1"/>
                </a:solidFill>
              </a:rPr>
              <a:pPr>
                <a:defRPr/>
              </a:pPr>
              <a:t>‹#›</a:t>
            </a:fld>
            <a:endParaRPr lang="en-US" sz="800" dirty="0">
              <a:solidFill>
                <a:schemeClr val="bg1"/>
              </a:solidFill>
            </a:endParaRPr>
          </a:p>
        </p:txBody>
      </p:sp>
      <p:sp>
        <p:nvSpPr>
          <p:cNvPr id="1031" name="Text Box 5"/>
          <p:cNvSpPr txBox="1">
            <a:spLocks noChangeArrowheads="1"/>
          </p:cNvSpPr>
          <p:nvPr userDrawn="1"/>
        </p:nvSpPr>
        <p:spPr bwMode="auto">
          <a:xfrm>
            <a:off x="95250" y="6478588"/>
            <a:ext cx="3302000" cy="477837"/>
          </a:xfrm>
          <a:prstGeom prst="rect">
            <a:avLst/>
          </a:prstGeom>
          <a:noFill/>
          <a:ln>
            <a:noFill/>
          </a:ln>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defRPr/>
            </a:pPr>
            <a:r>
              <a:rPr lang="en-US" sz="1000" dirty="0">
                <a:solidFill>
                  <a:schemeClr val="bg1"/>
                </a:solidFill>
              </a:rPr>
              <a:t>System Forensics, Investigation, and Response</a:t>
            </a:r>
          </a:p>
          <a:p>
            <a:pPr>
              <a:spcBef>
                <a:spcPct val="50000"/>
              </a:spcBef>
              <a:defRPr/>
            </a:pPr>
            <a:endParaRPr lang="en-US" sz="1000" dirty="0">
              <a:solidFill>
                <a:schemeClr val="bg1"/>
              </a:solidFill>
            </a:endParaRPr>
          </a:p>
        </p:txBody>
      </p:sp>
      <p:sp>
        <p:nvSpPr>
          <p:cNvPr id="8" name="TextBox 7"/>
          <p:cNvSpPr txBox="1"/>
          <p:nvPr userDrawn="1"/>
        </p:nvSpPr>
        <p:spPr>
          <a:xfrm>
            <a:off x="4136813" y="6396251"/>
            <a:ext cx="3095719" cy="415498"/>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700" dirty="0">
                <a:solidFill>
                  <a:schemeClr val="accent5"/>
                </a:solidFill>
              </a:rPr>
              <a:t>© 2019 Jones and Bartlett </a:t>
            </a:r>
            <a:r>
              <a:rPr lang="en-US" sz="700" i="0" dirty="0">
                <a:solidFill>
                  <a:schemeClr val="accent5"/>
                </a:solidFill>
              </a:rPr>
              <a:t>Learning, LLC, an Ascend Learning Company </a:t>
            </a:r>
          </a:p>
          <a:p>
            <a:r>
              <a:rPr lang="en-US" sz="700" i="0" dirty="0">
                <a:solidFill>
                  <a:schemeClr val="accent5"/>
                </a:solidFill>
              </a:rPr>
              <a:t>www.jblearning.com</a:t>
            </a:r>
          </a:p>
          <a:p>
            <a:r>
              <a:rPr lang="en-US" sz="700" i="0" dirty="0">
                <a:solidFill>
                  <a:schemeClr val="accent5"/>
                </a:solidFill>
              </a:rPr>
              <a:t>All rights reserved.</a:t>
            </a:r>
          </a:p>
        </p:txBody>
      </p:sp>
    </p:spTree>
  </p:cSld>
  <p:clrMap bg1="lt1" tx1="dk1" bg2="lt2" tx2="dk2" accent1="accent1" accent2="accent2" accent3="accent3" accent4="accent4" accent5="accent5" accent6="accent6" hlink="hlink" folHlink="folHlink"/>
  <p:sldLayoutIdLst>
    <p:sldLayoutId id="2147484138" r:id="rId1"/>
    <p:sldLayoutId id="2147484137" r:id="rId2"/>
    <p:sldLayoutId id="2147484140" r:id="rId3"/>
  </p:sldLayoutIdLst>
  <p:txStyles>
    <p:titleStyle>
      <a:lvl1pPr algn="l" rtl="0" eaLnBrk="0" fontAlgn="base" hangingPunct="0">
        <a:spcBef>
          <a:spcPct val="0"/>
        </a:spcBef>
        <a:spcAft>
          <a:spcPct val="0"/>
        </a:spcAft>
        <a:defRPr sz="2400" b="1">
          <a:solidFill>
            <a:srgbClr val="00407A"/>
          </a:solidFill>
          <a:latin typeface="+mj-lt"/>
          <a:ea typeface="+mj-ea"/>
          <a:cs typeface="+mj-cs"/>
        </a:defRPr>
      </a:lvl1pPr>
      <a:lvl2pPr algn="l" rtl="0" eaLnBrk="0" fontAlgn="base" hangingPunct="0">
        <a:spcBef>
          <a:spcPct val="0"/>
        </a:spcBef>
        <a:spcAft>
          <a:spcPct val="0"/>
        </a:spcAft>
        <a:defRPr sz="2400" b="1">
          <a:solidFill>
            <a:srgbClr val="00407A"/>
          </a:solidFill>
          <a:latin typeface="Arial" charset="0"/>
        </a:defRPr>
      </a:lvl2pPr>
      <a:lvl3pPr algn="l" rtl="0" eaLnBrk="0" fontAlgn="base" hangingPunct="0">
        <a:spcBef>
          <a:spcPct val="0"/>
        </a:spcBef>
        <a:spcAft>
          <a:spcPct val="0"/>
        </a:spcAft>
        <a:defRPr sz="2400" b="1">
          <a:solidFill>
            <a:srgbClr val="00407A"/>
          </a:solidFill>
          <a:latin typeface="Arial" charset="0"/>
        </a:defRPr>
      </a:lvl3pPr>
      <a:lvl4pPr algn="l" rtl="0" eaLnBrk="0" fontAlgn="base" hangingPunct="0">
        <a:spcBef>
          <a:spcPct val="0"/>
        </a:spcBef>
        <a:spcAft>
          <a:spcPct val="0"/>
        </a:spcAft>
        <a:defRPr sz="2400" b="1">
          <a:solidFill>
            <a:srgbClr val="00407A"/>
          </a:solidFill>
          <a:latin typeface="Arial" charset="0"/>
        </a:defRPr>
      </a:lvl4pPr>
      <a:lvl5pPr algn="l" rtl="0" eaLnBrk="0" fontAlgn="base" hangingPunct="0">
        <a:spcBef>
          <a:spcPct val="0"/>
        </a:spcBef>
        <a:spcAft>
          <a:spcPct val="0"/>
        </a:spcAft>
        <a:defRPr sz="2400" b="1">
          <a:solidFill>
            <a:srgbClr val="00407A"/>
          </a:solidFill>
          <a:latin typeface="Arial" charset="0"/>
        </a:defRPr>
      </a:lvl5pPr>
      <a:lvl6pPr marL="457200" algn="l" rtl="0" eaLnBrk="0" fontAlgn="base" hangingPunct="0">
        <a:spcBef>
          <a:spcPct val="0"/>
        </a:spcBef>
        <a:spcAft>
          <a:spcPct val="0"/>
        </a:spcAft>
        <a:defRPr sz="3800" b="1">
          <a:solidFill>
            <a:srgbClr val="00407A"/>
          </a:solidFill>
          <a:latin typeface="Arial" charset="0"/>
        </a:defRPr>
      </a:lvl6pPr>
      <a:lvl7pPr marL="914400" algn="l" rtl="0" eaLnBrk="0" fontAlgn="base" hangingPunct="0">
        <a:spcBef>
          <a:spcPct val="0"/>
        </a:spcBef>
        <a:spcAft>
          <a:spcPct val="0"/>
        </a:spcAft>
        <a:defRPr sz="3800" b="1">
          <a:solidFill>
            <a:srgbClr val="00407A"/>
          </a:solidFill>
          <a:latin typeface="Arial" charset="0"/>
        </a:defRPr>
      </a:lvl7pPr>
      <a:lvl8pPr marL="1371600" algn="l" rtl="0" eaLnBrk="0" fontAlgn="base" hangingPunct="0">
        <a:spcBef>
          <a:spcPct val="0"/>
        </a:spcBef>
        <a:spcAft>
          <a:spcPct val="0"/>
        </a:spcAft>
        <a:defRPr sz="3800" b="1">
          <a:solidFill>
            <a:srgbClr val="00407A"/>
          </a:solidFill>
          <a:latin typeface="Arial" charset="0"/>
        </a:defRPr>
      </a:lvl8pPr>
      <a:lvl9pPr marL="1828800" algn="l" rtl="0" eaLnBrk="0" fontAlgn="base" hangingPunct="0">
        <a:spcBef>
          <a:spcPct val="0"/>
        </a:spcBef>
        <a:spcAft>
          <a:spcPct val="0"/>
        </a:spcAft>
        <a:defRPr sz="3800" b="1">
          <a:solidFill>
            <a:srgbClr val="00407A"/>
          </a:solidFill>
          <a:latin typeface="Arial" charset="0"/>
        </a:defRPr>
      </a:lvl9pPr>
    </p:titleStyle>
    <p:bodyStyle>
      <a:lvl1pPr marL="233363" indent="-233363" algn="l" rtl="0" eaLnBrk="0" fontAlgn="base" hangingPunct="0">
        <a:spcBef>
          <a:spcPct val="20000"/>
        </a:spcBef>
        <a:spcAft>
          <a:spcPct val="0"/>
        </a:spcAft>
        <a:buClr>
          <a:srgbClr val="ED6E2E"/>
        </a:buClr>
        <a:buFont typeface="Wingdings" pitchFamily="2" charset="2"/>
        <a:buChar char="§"/>
        <a:defRPr>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3"/>
          <p:cNvSpPr>
            <a:spLocks noGrp="1"/>
          </p:cNvSpPr>
          <p:nvPr>
            <p:ph type="subTitle" idx="1"/>
          </p:nvPr>
        </p:nvSpPr>
        <p:spPr>
          <a:xfrm>
            <a:off x="401638" y="2133600"/>
            <a:ext cx="8053387" cy="3096232"/>
          </a:xfrm>
        </p:spPr>
        <p:txBody>
          <a:bodyPr/>
          <a:lstStyle/>
          <a:p>
            <a:pPr algn="ctr"/>
            <a:r>
              <a:rPr lang="en-US" sz="4000" b="1" dirty="0"/>
              <a:t>System Forensics, Investigation, and Response</a:t>
            </a:r>
          </a:p>
          <a:p>
            <a:pPr algn="ctr"/>
            <a:endParaRPr lang="en-US" b="1" dirty="0"/>
          </a:p>
          <a:p>
            <a:pPr algn="ctr"/>
            <a:r>
              <a:rPr lang="en-US" b="1" dirty="0"/>
              <a:t>Lesson 10</a:t>
            </a:r>
          </a:p>
          <a:p>
            <a:pPr algn="ctr"/>
            <a:r>
              <a:rPr lang="en-US" b="1" dirty="0"/>
              <a:t>Macintosh Forensics</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539750" y="304800"/>
            <a:ext cx="8299450" cy="1219200"/>
          </a:xfrm>
        </p:spPr>
        <p:txBody>
          <a:bodyPr/>
          <a:lstStyle/>
          <a:p>
            <a:r>
              <a:rPr lang="en-US" sz="4000" dirty="0"/>
              <a:t>Learning Objective</a:t>
            </a:r>
          </a:p>
        </p:txBody>
      </p:sp>
      <p:sp>
        <p:nvSpPr>
          <p:cNvPr id="6147" name="Content Placeholder 2"/>
          <p:cNvSpPr>
            <a:spLocks noGrp="1"/>
          </p:cNvSpPr>
          <p:nvPr>
            <p:ph idx="1"/>
          </p:nvPr>
        </p:nvSpPr>
        <p:spPr>
          <a:xfrm>
            <a:off x="539750" y="1828800"/>
            <a:ext cx="8299450" cy="4326340"/>
          </a:xfrm>
        </p:spPr>
        <p:txBody>
          <a:bodyPr/>
          <a:lstStyle/>
          <a:p>
            <a:r>
              <a:rPr lang="en-US" sz="2800" dirty="0"/>
              <a:t>Summarize various types of digital forensics.</a:t>
            </a:r>
          </a:p>
          <a:p>
            <a:pPr>
              <a:buFont typeface="Wingdings" pitchFamily="2" charset="2"/>
              <a:buNone/>
            </a:pPr>
            <a:endParaRPr lang="en-US" sz="1000" dirty="0"/>
          </a:p>
          <a:p>
            <a:pPr>
              <a:buFont typeface="Wingdings" pitchFamily="2" charset="2"/>
              <a:buNone/>
            </a:pPr>
            <a:endParaRPr lang="en-US" sz="3200" b="1" dirty="0"/>
          </a:p>
          <a:p>
            <a:endParaRPr lang="en-US" sz="2800"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539750" y="304800"/>
            <a:ext cx="8299450" cy="1219200"/>
          </a:xfrm>
        </p:spPr>
        <p:txBody>
          <a:bodyPr/>
          <a:lstStyle/>
          <a:p>
            <a:r>
              <a:rPr lang="en-US" sz="4000" dirty="0"/>
              <a:t>Key Concepts</a:t>
            </a:r>
          </a:p>
        </p:txBody>
      </p:sp>
      <p:sp>
        <p:nvSpPr>
          <p:cNvPr id="6147" name="Content Placeholder 2"/>
          <p:cNvSpPr>
            <a:spLocks noGrp="1"/>
          </p:cNvSpPr>
          <p:nvPr>
            <p:ph idx="1"/>
          </p:nvPr>
        </p:nvSpPr>
        <p:spPr>
          <a:xfrm>
            <a:off x="539750" y="1828800"/>
            <a:ext cx="8299450" cy="4326340"/>
          </a:xfrm>
        </p:spPr>
        <p:txBody>
          <a:bodyPr/>
          <a:lstStyle/>
          <a:p>
            <a:r>
              <a:rPr lang="en-US" sz="2800" dirty="0"/>
              <a:t>Macintosh basics</a:t>
            </a:r>
          </a:p>
          <a:p>
            <a:r>
              <a:rPr lang="en-US" sz="2800" dirty="0"/>
              <a:t>Where to find the logs in Macintosh</a:t>
            </a:r>
          </a:p>
          <a:p>
            <a:r>
              <a:rPr lang="en-US" sz="2800" dirty="0"/>
              <a:t>Forensically interesting Macintosh directories</a:t>
            </a:r>
          </a:p>
          <a:p>
            <a:r>
              <a:rPr lang="en-US" sz="2800" dirty="0"/>
              <a:t>Forensic techniques for Macintosh</a:t>
            </a:r>
          </a:p>
          <a:p>
            <a:r>
              <a:rPr lang="en-US" sz="2800" dirty="0"/>
              <a:t>How to undelete files in Macintosh</a:t>
            </a:r>
          </a:p>
          <a:p>
            <a:pPr>
              <a:buFont typeface="Wingdings" pitchFamily="2" charset="2"/>
              <a:buNone/>
            </a:pPr>
            <a:endParaRPr lang="en-US" sz="3200" b="1" dirty="0"/>
          </a:p>
          <a:p>
            <a:endParaRPr lang="en-US" sz="2800" dirty="0"/>
          </a:p>
        </p:txBody>
      </p:sp>
    </p:spTree>
    <p:extLst>
      <p:ext uri="{BB962C8B-B14F-4D97-AF65-F5344CB8AC3E}">
        <p14:creationId xmlns:p14="http://schemas.microsoft.com/office/powerpoint/2010/main" val="173531844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History of Apple/Macintosh</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595665327"/>
              </p:ext>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53753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History of Mac OS X</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906209319"/>
              </p:ext>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256621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Mac OS X Desktop</a:t>
            </a:r>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89546" y="1172570"/>
            <a:ext cx="6972300" cy="4648200"/>
          </a:xfrm>
        </p:spPr>
      </p:pic>
      <p:sp>
        <p:nvSpPr>
          <p:cNvPr id="6" name="TextBox 5"/>
          <p:cNvSpPr txBox="1"/>
          <p:nvPr/>
        </p:nvSpPr>
        <p:spPr>
          <a:xfrm rot="5400000">
            <a:off x="6664699" y="4466823"/>
            <a:ext cx="3050274" cy="230832"/>
          </a:xfrm>
          <a:prstGeom prst="rect">
            <a:avLst/>
          </a:prstGeom>
          <a:noFill/>
        </p:spPr>
        <p:txBody>
          <a:bodyPr wrap="square" rtlCol="0">
            <a:spAutoFit/>
          </a:bodyPr>
          <a:lstStyle/>
          <a:p>
            <a:r>
              <a:rPr lang="en-US" sz="900" dirty="0">
                <a:solidFill>
                  <a:schemeClr val="bg1">
                    <a:lumMod val="75000"/>
                  </a:schemeClr>
                </a:solidFill>
              </a:rPr>
              <a:t>Screenshot reprinted with permission from Apple Inc.</a:t>
            </a:r>
          </a:p>
        </p:txBody>
      </p:sp>
    </p:spTree>
    <p:extLst>
      <p:ext uri="{BB962C8B-B14F-4D97-AF65-F5344CB8AC3E}">
        <p14:creationId xmlns:p14="http://schemas.microsoft.com/office/powerpoint/2010/main" val="186343698"/>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Macintosh File Systems</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10345711"/>
              </p:ext>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76849385"/>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pPr lvl="0"/>
            <a:r>
              <a:rPr lang="en-US" sz="4000" dirty="0"/>
              <a:t>Hierarchical File System Plus</a:t>
            </a:r>
            <a:br>
              <a:rPr lang="en-US" sz="4000" dirty="0"/>
            </a:br>
            <a:r>
              <a:rPr lang="en-US" sz="4000" dirty="0"/>
              <a:t>(HFS+)</a:t>
            </a:r>
          </a:p>
        </p:txBody>
      </p:sp>
      <p:sp>
        <p:nvSpPr>
          <p:cNvPr id="9219" name="Content Placeholder 2"/>
          <p:cNvSpPr>
            <a:spLocks noGrp="1"/>
          </p:cNvSpPr>
          <p:nvPr>
            <p:ph idx="1"/>
          </p:nvPr>
        </p:nvSpPr>
        <p:spPr>
          <a:xfrm>
            <a:off x="539750" y="1665026"/>
            <a:ext cx="8299450" cy="4056323"/>
          </a:xfrm>
        </p:spPr>
        <p:txBody>
          <a:bodyPr/>
          <a:lstStyle/>
          <a:p>
            <a:r>
              <a:rPr lang="en-US" sz="3200" dirty="0"/>
              <a:t>Supports journaling</a:t>
            </a:r>
          </a:p>
          <a:p>
            <a:r>
              <a:rPr lang="en-US" sz="3200" dirty="0"/>
              <a:t>Supports disk quotas</a:t>
            </a:r>
          </a:p>
          <a:p>
            <a:r>
              <a:rPr lang="en-US" sz="3200" dirty="0"/>
              <a:t>Has hard and soft links</a:t>
            </a:r>
          </a:p>
          <a:p>
            <a:r>
              <a:rPr lang="en-US" sz="3200" dirty="0"/>
              <a:t>Uses 32 bits for allocation blocks</a:t>
            </a:r>
          </a:p>
          <a:p>
            <a:r>
              <a:rPr lang="en-US" sz="3200" dirty="0"/>
              <a:t>Supports long filenames, up to 255 characters</a:t>
            </a:r>
          </a:p>
          <a:p>
            <a:r>
              <a:rPr lang="en-US" sz="3200" dirty="0"/>
              <a:t>Uses Unicode</a:t>
            </a:r>
          </a:p>
        </p:txBody>
      </p:sp>
    </p:spTree>
    <p:extLst>
      <p:ext uri="{BB962C8B-B14F-4D97-AF65-F5344CB8AC3E}">
        <p14:creationId xmlns:p14="http://schemas.microsoft.com/office/powerpoint/2010/main" val="1004531962"/>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pPr lvl="0"/>
            <a:r>
              <a:rPr lang="en-US" sz="4000" dirty="0"/>
              <a:t>Hierarchical File System Plus (HFS+) and Forensics</a:t>
            </a:r>
          </a:p>
        </p:txBody>
      </p:sp>
      <p:sp>
        <p:nvSpPr>
          <p:cNvPr id="9219" name="Content Placeholder 2"/>
          <p:cNvSpPr>
            <a:spLocks noGrp="1"/>
          </p:cNvSpPr>
          <p:nvPr>
            <p:ph idx="1"/>
          </p:nvPr>
        </p:nvSpPr>
        <p:spPr>
          <a:xfrm>
            <a:off x="539750" y="1984443"/>
            <a:ext cx="8299450" cy="3736906"/>
          </a:xfrm>
        </p:spPr>
        <p:txBody>
          <a:bodyPr/>
          <a:lstStyle/>
          <a:p>
            <a:r>
              <a:rPr lang="en-US" sz="3200" dirty="0"/>
              <a:t>Supports aliases</a:t>
            </a:r>
          </a:p>
          <a:p>
            <a:r>
              <a:rPr lang="en-US" sz="3200" dirty="0"/>
              <a:t>Performs defragmentation on a per-file basis</a:t>
            </a:r>
          </a:p>
          <a:p>
            <a:endParaRPr lang="en-US" sz="3200" dirty="0"/>
          </a:p>
          <a:p>
            <a:endParaRPr lang="en-US" sz="3200" dirty="0"/>
          </a:p>
        </p:txBody>
      </p:sp>
    </p:spTree>
    <p:extLst>
      <p:ext uri="{BB962C8B-B14F-4D97-AF65-F5344CB8AC3E}">
        <p14:creationId xmlns:p14="http://schemas.microsoft.com/office/powerpoint/2010/main" val="1132429458"/>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Supported File Systems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1445863967"/>
              </p:ext>
            </p:extLst>
          </p:nvPr>
        </p:nvGraphicFramePr>
        <p:xfrm>
          <a:off x="539750" y="1119116"/>
          <a:ext cx="8299450" cy="49404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7468071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Partition Schemes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3063374915"/>
              </p:ext>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05764584"/>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Macintosh Logs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3659824969"/>
              </p:ext>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36829400"/>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Macintosh Logs (Cont.)</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337502268"/>
              </p:ext>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07158834"/>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Directories</a:t>
            </a:r>
          </a:p>
        </p:txBody>
      </p:sp>
      <p:sp>
        <p:nvSpPr>
          <p:cNvPr id="9219" name="Content Placeholder 2"/>
          <p:cNvSpPr>
            <a:spLocks noGrp="1"/>
          </p:cNvSpPr>
          <p:nvPr>
            <p:ph idx="1"/>
          </p:nvPr>
        </p:nvSpPr>
        <p:spPr>
          <a:xfrm>
            <a:off x="539750" y="1255594"/>
            <a:ext cx="8299450" cy="4465756"/>
          </a:xfrm>
        </p:spPr>
        <p:txBody>
          <a:bodyPr/>
          <a:lstStyle/>
          <a:p>
            <a:r>
              <a:rPr lang="en-US" sz="3200" dirty="0"/>
              <a:t>Macintosh has a number of important directories</a:t>
            </a:r>
          </a:p>
          <a:p>
            <a:r>
              <a:rPr lang="en-US" sz="3200" dirty="0"/>
              <a:t>Some are relevant to a forensic examination of a Macintosh machine</a:t>
            </a:r>
          </a:p>
          <a:p>
            <a:endParaRPr lang="en-US" sz="3000" dirty="0"/>
          </a:p>
        </p:txBody>
      </p:sp>
    </p:spTree>
    <p:extLst>
      <p:ext uri="{BB962C8B-B14F-4D97-AF65-F5344CB8AC3E}">
        <p14:creationId xmlns:p14="http://schemas.microsoft.com/office/powerpoint/2010/main" val="1236620254"/>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/Volumes</a:t>
            </a:r>
          </a:p>
        </p:txBody>
      </p:sp>
      <p:sp>
        <p:nvSpPr>
          <p:cNvPr id="9219" name="Content Placeholder 2"/>
          <p:cNvSpPr>
            <a:spLocks noGrp="1"/>
          </p:cNvSpPr>
          <p:nvPr>
            <p:ph idx="1"/>
          </p:nvPr>
        </p:nvSpPr>
        <p:spPr>
          <a:xfrm>
            <a:off x="539750" y="1255594"/>
            <a:ext cx="8299450" cy="4465756"/>
          </a:xfrm>
        </p:spPr>
        <p:txBody>
          <a:bodyPr/>
          <a:lstStyle/>
          <a:p>
            <a:r>
              <a:rPr lang="en-US" sz="3200" dirty="0"/>
              <a:t>Contains information about mounted devices</a:t>
            </a:r>
          </a:p>
          <a:p>
            <a:r>
              <a:rPr lang="en-US" sz="3200" dirty="0"/>
              <a:t>Includes data regarding:</a:t>
            </a:r>
          </a:p>
          <a:p>
            <a:pPr lvl="1"/>
            <a:r>
              <a:rPr lang="en-US" sz="3000" dirty="0"/>
              <a:t>Hard disks</a:t>
            </a:r>
          </a:p>
          <a:p>
            <a:pPr lvl="1"/>
            <a:r>
              <a:rPr lang="en-US" sz="3000" dirty="0"/>
              <a:t>External disks</a:t>
            </a:r>
          </a:p>
          <a:p>
            <a:pPr lvl="1"/>
            <a:r>
              <a:rPr lang="en-US" sz="3000" dirty="0"/>
              <a:t>CDs</a:t>
            </a:r>
          </a:p>
          <a:p>
            <a:pPr lvl="1"/>
            <a:r>
              <a:rPr lang="en-US" sz="3000" dirty="0"/>
              <a:t>Digital video discs (DVDs)</a:t>
            </a:r>
          </a:p>
          <a:p>
            <a:pPr lvl="1"/>
            <a:r>
              <a:rPr lang="en-US" sz="3000" dirty="0"/>
              <a:t>Virtual machines (VMs)</a:t>
            </a:r>
          </a:p>
        </p:txBody>
      </p:sp>
    </p:spTree>
    <p:extLst>
      <p:ext uri="{BB962C8B-B14F-4D97-AF65-F5344CB8AC3E}">
        <p14:creationId xmlns:p14="http://schemas.microsoft.com/office/powerpoint/2010/main" val="2594155153"/>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/Users, /Applications, /Network, and /etc </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3503359606"/>
              </p:ext>
            </p:extLst>
          </p:nvPr>
        </p:nvGraphicFramePr>
        <p:xfrm>
          <a:off x="539750" y="1869742"/>
          <a:ext cx="8299450" cy="40738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05358348"/>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3200" dirty="0">
                <a:solidFill>
                  <a:schemeClr val="tx2"/>
                </a:solidFill>
              </a:rPr>
              <a:t>/Library/Preferences/System</a:t>
            </a:r>
            <a:br>
              <a:rPr lang="en-US" sz="3200" dirty="0">
                <a:solidFill>
                  <a:schemeClr val="tx2"/>
                </a:solidFill>
              </a:rPr>
            </a:br>
            <a:r>
              <a:rPr lang="en-US" sz="3200" dirty="0">
                <a:solidFill>
                  <a:schemeClr val="tx2"/>
                </a:solidFill>
              </a:rPr>
              <a:t>Configuration/dom.apple.preferences.</a:t>
            </a:r>
            <a:br>
              <a:rPr lang="en-US" sz="3200" dirty="0">
                <a:solidFill>
                  <a:schemeClr val="tx2"/>
                </a:solidFill>
              </a:rPr>
            </a:br>
            <a:r>
              <a:rPr lang="en-US" sz="3200" dirty="0">
                <a:solidFill>
                  <a:schemeClr val="tx2"/>
                </a:solidFill>
              </a:rPr>
              <a:t>plist</a:t>
            </a:r>
          </a:p>
        </p:txBody>
      </p:sp>
      <p:sp>
        <p:nvSpPr>
          <p:cNvPr id="9219" name="Content Placeholder 2"/>
          <p:cNvSpPr>
            <a:spLocks noGrp="1"/>
          </p:cNvSpPr>
          <p:nvPr>
            <p:ph idx="1"/>
          </p:nvPr>
        </p:nvSpPr>
        <p:spPr>
          <a:xfrm>
            <a:off x="539750" y="1937982"/>
            <a:ext cx="8299450" cy="3783367"/>
          </a:xfrm>
        </p:spPr>
        <p:txBody>
          <a:bodyPr/>
          <a:lstStyle/>
          <a:p>
            <a:r>
              <a:rPr lang="en-US" sz="3200" dirty="0"/>
              <a:t>Contains the network configuration data for each network card</a:t>
            </a:r>
          </a:p>
        </p:txBody>
      </p:sp>
    </p:spTree>
    <p:extLst>
      <p:ext uri="{BB962C8B-B14F-4D97-AF65-F5344CB8AC3E}">
        <p14:creationId xmlns:p14="http://schemas.microsoft.com/office/powerpoint/2010/main" val="1700796433"/>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Macintosh Forensic Techniques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2809292015"/>
              </p:ext>
            </p:extLst>
          </p:nvPr>
        </p:nvGraphicFramePr>
        <p:xfrm>
          <a:off x="539750" y="1771649"/>
          <a:ext cx="8053387" cy="39004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81385572"/>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Target Disk Mode</a:t>
            </a:r>
          </a:p>
        </p:txBody>
      </p:sp>
      <p:sp>
        <p:nvSpPr>
          <p:cNvPr id="9219" name="Content Placeholder 2"/>
          <p:cNvSpPr>
            <a:spLocks noGrp="1"/>
          </p:cNvSpPr>
          <p:nvPr>
            <p:ph idx="1"/>
          </p:nvPr>
        </p:nvSpPr>
        <p:spPr>
          <a:xfrm>
            <a:off x="539750" y="1135626"/>
            <a:ext cx="8299450" cy="4585723"/>
          </a:xfrm>
        </p:spPr>
        <p:txBody>
          <a:bodyPr/>
          <a:lstStyle/>
          <a:p>
            <a:r>
              <a:rPr lang="en-US" sz="3000" dirty="0"/>
              <a:t>Create a forensically sound copy of disk contents</a:t>
            </a:r>
          </a:p>
          <a:p>
            <a:pPr lvl="1"/>
            <a:r>
              <a:rPr lang="en-US" sz="3000" dirty="0">
                <a:latin typeface="Courier New" pitchFamily="49" charset="0"/>
                <a:cs typeface="Courier New" pitchFamily="49" charset="0"/>
              </a:rPr>
              <a:t>dd</a:t>
            </a:r>
            <a:r>
              <a:rPr lang="en-US" sz="3000" dirty="0"/>
              <a:t> and </a:t>
            </a:r>
            <a:r>
              <a:rPr lang="en-US" sz="3000" dirty="0">
                <a:latin typeface="Courier New" pitchFamily="49" charset="0"/>
                <a:cs typeface="Courier New" pitchFamily="49" charset="0"/>
              </a:rPr>
              <a:t>netcat</a:t>
            </a:r>
          </a:p>
          <a:p>
            <a:pPr lvl="1"/>
            <a:r>
              <a:rPr lang="en-US" sz="2800" dirty="0"/>
              <a:t>Imaging tools within EnCase or Forensic Toolkit</a:t>
            </a:r>
          </a:p>
          <a:p>
            <a:r>
              <a:rPr lang="en-US" sz="3000" dirty="0"/>
              <a:t>Begin in Target Disk Mode</a:t>
            </a:r>
          </a:p>
          <a:p>
            <a:pPr lvl="1"/>
            <a:r>
              <a:rPr lang="en-US" sz="2800" dirty="0"/>
              <a:t>Cannot write to disk</a:t>
            </a:r>
          </a:p>
          <a:p>
            <a:pPr lvl="1"/>
            <a:r>
              <a:rPr lang="en-US" sz="2800" dirty="0"/>
              <a:t>No chance of altering source disk</a:t>
            </a:r>
          </a:p>
          <a:p>
            <a:pPr lvl="1"/>
            <a:r>
              <a:rPr lang="en-US" sz="2800" dirty="0"/>
              <a:t>Connect to the suspect computer with via USB or FireWire and image the disk</a:t>
            </a:r>
          </a:p>
        </p:txBody>
      </p:sp>
    </p:spTree>
    <p:extLst>
      <p:ext uri="{BB962C8B-B14F-4D97-AF65-F5344CB8AC3E}">
        <p14:creationId xmlns:p14="http://schemas.microsoft.com/office/powerpoint/2010/main" val="376226778"/>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Target Disk Mode (Cont.)</a:t>
            </a:r>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118743" y="1172570"/>
            <a:ext cx="6913905" cy="4648200"/>
          </a:xfrm>
        </p:spPr>
      </p:pic>
      <p:sp>
        <p:nvSpPr>
          <p:cNvPr id="6" name="TextBox 5"/>
          <p:cNvSpPr txBox="1"/>
          <p:nvPr/>
        </p:nvSpPr>
        <p:spPr>
          <a:xfrm rot="5400000">
            <a:off x="6664699" y="4466823"/>
            <a:ext cx="3050274" cy="230832"/>
          </a:xfrm>
          <a:prstGeom prst="rect">
            <a:avLst/>
          </a:prstGeom>
          <a:noFill/>
        </p:spPr>
        <p:txBody>
          <a:bodyPr wrap="square" rtlCol="0">
            <a:spAutoFit/>
          </a:bodyPr>
          <a:lstStyle/>
          <a:p>
            <a:r>
              <a:rPr lang="en-US" sz="900" dirty="0">
                <a:solidFill>
                  <a:schemeClr val="bg1">
                    <a:lumMod val="75000"/>
                  </a:schemeClr>
                </a:solidFill>
              </a:rPr>
              <a:t>Screenshot reprinted with permission from Apple Inc.</a:t>
            </a:r>
          </a:p>
        </p:txBody>
      </p:sp>
    </p:spTree>
    <p:extLst>
      <p:ext uri="{BB962C8B-B14F-4D97-AF65-F5344CB8AC3E}">
        <p14:creationId xmlns:p14="http://schemas.microsoft.com/office/powerpoint/2010/main" val="1355192627"/>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Searching Virtual Memory</a:t>
            </a:r>
          </a:p>
        </p:txBody>
      </p:sp>
      <p:sp>
        <p:nvSpPr>
          <p:cNvPr id="9219" name="Content Placeholder 2"/>
          <p:cNvSpPr>
            <a:spLocks noGrp="1"/>
          </p:cNvSpPr>
          <p:nvPr>
            <p:ph idx="1"/>
          </p:nvPr>
        </p:nvSpPr>
        <p:spPr>
          <a:xfrm>
            <a:off x="539750" y="1255594"/>
            <a:ext cx="8299450" cy="4465756"/>
          </a:xfrm>
        </p:spPr>
        <p:txBody>
          <a:bodyPr/>
          <a:lstStyle/>
          <a:p>
            <a:r>
              <a:rPr lang="en-US" sz="3200" dirty="0"/>
              <a:t>Swap file/virtual memory is in  /var/vm/</a:t>
            </a:r>
          </a:p>
          <a:p>
            <a:r>
              <a:rPr lang="en-US" sz="3200" dirty="0"/>
              <a:t>Check it with Linux commands</a:t>
            </a:r>
          </a:p>
          <a:p>
            <a:pPr lvl="1"/>
            <a:r>
              <a:rPr lang="en-US" sz="3000" dirty="0">
                <a:latin typeface="Courier New" pitchFamily="49" charset="0"/>
                <a:cs typeface="Courier New" pitchFamily="49" charset="0"/>
              </a:rPr>
              <a:t>ls</a:t>
            </a:r>
            <a:r>
              <a:rPr lang="en-US" sz="3000" dirty="0"/>
              <a:t> returns list of files</a:t>
            </a:r>
          </a:p>
          <a:p>
            <a:pPr lvl="1"/>
            <a:r>
              <a:rPr lang="en-US" sz="3000" dirty="0">
                <a:latin typeface="Courier New" pitchFamily="49" charset="0"/>
                <a:cs typeface="Courier New" pitchFamily="49" charset="0"/>
              </a:rPr>
              <a:t>ls –al </a:t>
            </a:r>
            <a:r>
              <a:rPr lang="en-US" sz="3000" dirty="0"/>
              <a:t>returns list of all files in virtual memory, who launched program and when</a:t>
            </a:r>
          </a:p>
          <a:p>
            <a:pPr lvl="1"/>
            <a:r>
              <a:rPr lang="en-US" sz="3000" dirty="0">
                <a:latin typeface="Courier New" pitchFamily="49" charset="0"/>
                <a:cs typeface="Courier New" pitchFamily="49" charset="0"/>
              </a:rPr>
              <a:t>grep</a:t>
            </a:r>
            <a:r>
              <a:rPr lang="en-US" sz="3000" dirty="0"/>
              <a:t> lets you search in virtual memory folder</a:t>
            </a:r>
            <a:endParaRPr lang="en-US" sz="2800" dirty="0"/>
          </a:p>
        </p:txBody>
      </p:sp>
    </p:spTree>
    <p:extLst>
      <p:ext uri="{BB962C8B-B14F-4D97-AF65-F5344CB8AC3E}">
        <p14:creationId xmlns:p14="http://schemas.microsoft.com/office/powerpoint/2010/main" val="1258941111"/>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Using Shell Commands</a:t>
            </a:r>
          </a:p>
        </p:txBody>
      </p:sp>
      <p:graphicFrame>
        <p:nvGraphicFramePr>
          <p:cNvPr id="5" name="Content Placeholder 4"/>
          <p:cNvGraphicFramePr>
            <a:graphicFrameLocks noGrp="1"/>
          </p:cNvGraphicFramePr>
          <p:nvPr>
            <p:ph idx="1"/>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37705077"/>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Using Shell Commands (Cont.)</a:t>
            </a:r>
          </a:p>
        </p:txBody>
      </p:sp>
      <p:graphicFrame>
        <p:nvGraphicFramePr>
          <p:cNvPr id="5" name="Content Placeholder 4"/>
          <p:cNvGraphicFramePr>
            <a:graphicFrameLocks noGrp="1"/>
          </p:cNvGraphicFramePr>
          <p:nvPr>
            <p:ph idx="1"/>
            <p:extLst/>
          </p:nvPr>
        </p:nvGraphicFramePr>
        <p:xfrm>
          <a:off x="539750" y="1651376"/>
          <a:ext cx="8299450" cy="41284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12819193"/>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How to Examine a Mac</a:t>
            </a:r>
          </a:p>
        </p:txBody>
      </p:sp>
      <p:sp>
        <p:nvSpPr>
          <p:cNvPr id="9219" name="Content Placeholder 2"/>
          <p:cNvSpPr>
            <a:spLocks noGrp="1"/>
          </p:cNvSpPr>
          <p:nvPr>
            <p:ph idx="1"/>
          </p:nvPr>
        </p:nvSpPr>
        <p:spPr>
          <a:xfrm>
            <a:off x="539750" y="1255594"/>
            <a:ext cx="8299450" cy="4465756"/>
          </a:xfrm>
        </p:spPr>
        <p:txBody>
          <a:bodyPr/>
          <a:lstStyle/>
          <a:p>
            <a:r>
              <a:rPr lang="en-US" sz="3200" dirty="0"/>
              <a:t>Many forensics tools are less effective in extracting data on a Macintosh than in Windows.</a:t>
            </a:r>
          </a:p>
          <a:p>
            <a:r>
              <a:rPr lang="en-US" sz="3200" dirty="0"/>
              <a:t>One technique is to create a copy of the forensic image and then mount it as a read-only virtual machine (VM).</a:t>
            </a:r>
          </a:p>
          <a:p>
            <a:pPr lvl="1"/>
            <a:r>
              <a:rPr lang="en-US" sz="3000" dirty="0"/>
              <a:t>Mount it as read only.</a:t>
            </a:r>
          </a:p>
        </p:txBody>
      </p:sp>
    </p:spTree>
    <p:extLst>
      <p:ext uri="{BB962C8B-B14F-4D97-AF65-F5344CB8AC3E}">
        <p14:creationId xmlns:p14="http://schemas.microsoft.com/office/powerpoint/2010/main" val="468574611"/>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Deleting Files on Macintosh</a:t>
            </a:r>
          </a:p>
        </p:txBody>
      </p:sp>
      <p:sp>
        <p:nvSpPr>
          <p:cNvPr id="9219" name="Content Placeholder 2"/>
          <p:cNvSpPr>
            <a:spLocks noGrp="1"/>
          </p:cNvSpPr>
          <p:nvPr>
            <p:ph idx="1"/>
          </p:nvPr>
        </p:nvSpPr>
        <p:spPr>
          <a:xfrm>
            <a:off x="539750" y="1255594"/>
            <a:ext cx="8299450" cy="4465756"/>
          </a:xfrm>
        </p:spPr>
        <p:txBody>
          <a:bodyPr/>
          <a:lstStyle/>
          <a:p>
            <a:r>
              <a:rPr lang="en-US" sz="3200" dirty="0"/>
              <a:t>Similar to Windows, when file is deleted, references to file are gone and clusters might be used and overwritten</a:t>
            </a:r>
          </a:p>
          <a:p>
            <a:r>
              <a:rPr lang="en-US" sz="3200" dirty="0"/>
              <a:t>Even if data is overwritten, data might exist in unallocated space and in index nodes</a:t>
            </a:r>
          </a:p>
          <a:p>
            <a:r>
              <a:rPr lang="en-US" sz="3200" dirty="0"/>
              <a:t>Deleted files moved to the trash folder, similar to Recycle Bin in Windows</a:t>
            </a:r>
          </a:p>
          <a:p>
            <a:r>
              <a:rPr lang="en-US" sz="3200" dirty="0"/>
              <a:t>Macintosh trash folder is .Trash, a hidden folder on the root directory of file system</a:t>
            </a:r>
          </a:p>
        </p:txBody>
      </p:sp>
    </p:spTree>
    <p:extLst>
      <p:ext uri="{BB962C8B-B14F-4D97-AF65-F5344CB8AC3E}">
        <p14:creationId xmlns:p14="http://schemas.microsoft.com/office/powerpoint/2010/main" val="1706993270"/>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Undeleting Files on Macintosh (Cont.)</a:t>
            </a:r>
          </a:p>
        </p:txBody>
      </p:sp>
      <p:sp>
        <p:nvSpPr>
          <p:cNvPr id="9219" name="Content Placeholder 2"/>
          <p:cNvSpPr>
            <a:spLocks noGrp="1"/>
          </p:cNvSpPr>
          <p:nvPr>
            <p:ph idx="1"/>
          </p:nvPr>
        </p:nvSpPr>
        <p:spPr>
          <a:xfrm>
            <a:off x="539750" y="1716832"/>
            <a:ext cx="8299450" cy="4004517"/>
          </a:xfrm>
        </p:spPr>
        <p:txBody>
          <a:bodyPr/>
          <a:lstStyle/>
          <a:p>
            <a:r>
              <a:rPr lang="en-US" sz="3200" dirty="0"/>
              <a:t>Recover deleted files from .Trash by copying or moving to other location</a:t>
            </a:r>
          </a:p>
          <a:p>
            <a:pPr marL="454025" lvl="1" indent="0">
              <a:buNone/>
            </a:pPr>
            <a:r>
              <a:rPr lang="en-US" sz="3000" b="1" dirty="0"/>
              <a:t>or</a:t>
            </a:r>
          </a:p>
          <a:p>
            <a:r>
              <a:rPr lang="en-US" sz="3200" dirty="0"/>
              <a:t>Use tools to recover files, even after trash bin has been emptied</a:t>
            </a:r>
          </a:p>
          <a:p>
            <a:pPr lvl="1"/>
            <a:r>
              <a:rPr lang="en-US" sz="3000" dirty="0"/>
              <a:t>Mac Undelete</a:t>
            </a:r>
          </a:p>
          <a:p>
            <a:pPr lvl="1"/>
            <a:r>
              <a:rPr lang="en-US" sz="3000" dirty="0"/>
              <a:t>Free Undelete</a:t>
            </a:r>
          </a:p>
          <a:p>
            <a:pPr lvl="1"/>
            <a:r>
              <a:rPr lang="en-US" sz="3000" dirty="0"/>
              <a:t>MacKeeper</a:t>
            </a:r>
          </a:p>
          <a:p>
            <a:pPr lvl="1"/>
            <a:endParaRPr lang="en-US" sz="3000" dirty="0"/>
          </a:p>
        </p:txBody>
      </p:sp>
    </p:spTree>
    <p:extLst>
      <p:ext uri="{BB962C8B-B14F-4D97-AF65-F5344CB8AC3E}">
        <p14:creationId xmlns:p14="http://schemas.microsoft.com/office/powerpoint/2010/main" val="2014840436"/>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noAutofit/>
          </a:bodyPr>
          <a:lstStyle/>
          <a:p>
            <a:r>
              <a:rPr lang="en-US" sz="4000" dirty="0">
                <a:solidFill>
                  <a:schemeClr val="tx2"/>
                </a:solidFill>
              </a:rPr>
              <a:t>Listing Contents of .Trash</a:t>
            </a:r>
            <a:br>
              <a:rPr lang="en-US" sz="4000" dirty="0">
                <a:solidFill>
                  <a:schemeClr val="tx2"/>
                </a:solidFill>
              </a:rPr>
            </a:br>
            <a:endParaRPr lang="en-US" sz="4000" dirty="0">
              <a:solidFill>
                <a:schemeClr val="tx2"/>
              </a:solidFill>
            </a:endParaRPr>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42406" y="1953695"/>
            <a:ext cx="8128776" cy="2801880"/>
          </a:xfrm>
        </p:spPr>
      </p:pic>
    </p:spTree>
    <p:extLst>
      <p:ext uri="{BB962C8B-B14F-4D97-AF65-F5344CB8AC3E}">
        <p14:creationId xmlns:p14="http://schemas.microsoft.com/office/powerpoint/2010/main" val="4221112491"/>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3"/>
          <p:cNvSpPr>
            <a:spLocks noGrp="1"/>
          </p:cNvSpPr>
          <p:nvPr>
            <p:ph type="title"/>
          </p:nvPr>
        </p:nvSpPr>
        <p:spPr>
          <a:xfrm>
            <a:off x="539750" y="301625"/>
            <a:ext cx="8299450" cy="990600"/>
          </a:xfrm>
        </p:spPr>
        <p:txBody>
          <a:bodyPr/>
          <a:lstStyle/>
          <a:p>
            <a:r>
              <a:rPr lang="en-US" sz="4000" dirty="0">
                <a:ea typeface="MS PGothic" pitchFamily="34" charset="-128"/>
              </a:rPr>
              <a:t>Summary</a:t>
            </a:r>
          </a:p>
        </p:txBody>
      </p:sp>
      <p:sp>
        <p:nvSpPr>
          <p:cNvPr id="27651" name="Content Placeholder 4"/>
          <p:cNvSpPr>
            <a:spLocks/>
          </p:cNvSpPr>
          <p:nvPr/>
        </p:nvSpPr>
        <p:spPr bwMode="auto">
          <a:xfrm>
            <a:off x="539750" y="1292225"/>
            <a:ext cx="8299450" cy="4425950"/>
          </a:xfrm>
          <a:prstGeom prst="rect">
            <a:avLst/>
          </a:prstGeom>
          <a:noFill/>
          <a:ln w="9525">
            <a:noFill/>
            <a:miter lim="800000"/>
            <a:headEnd/>
            <a:tailEnd/>
          </a:ln>
        </p:spPr>
        <p:txBody>
          <a:bodyPr/>
          <a:lstStyle/>
          <a:p>
            <a:pPr marL="233363" indent="-233363" eaLnBrk="0" hangingPunct="0">
              <a:spcBef>
                <a:spcPct val="20000"/>
              </a:spcBef>
              <a:buClr>
                <a:srgbClr val="ED6E2E"/>
              </a:buClr>
              <a:buFont typeface="Wingdings" pitchFamily="2" charset="2"/>
              <a:buChar char="§"/>
            </a:pPr>
            <a:r>
              <a:rPr lang="en-US" sz="3200" dirty="0"/>
              <a:t>Macintosh basics</a:t>
            </a:r>
          </a:p>
          <a:p>
            <a:pPr marL="233363" indent="-233363" eaLnBrk="0" hangingPunct="0">
              <a:spcBef>
                <a:spcPct val="20000"/>
              </a:spcBef>
              <a:buClr>
                <a:srgbClr val="ED6E2E"/>
              </a:buClr>
              <a:buFont typeface="Wingdings" pitchFamily="2" charset="2"/>
              <a:buChar char="§"/>
            </a:pPr>
            <a:r>
              <a:rPr lang="en-US" sz="3200" dirty="0"/>
              <a:t>Where to find the logs in Macintosh</a:t>
            </a:r>
          </a:p>
          <a:p>
            <a:pPr marL="233363" indent="-233363" eaLnBrk="0" hangingPunct="0">
              <a:spcBef>
                <a:spcPct val="20000"/>
              </a:spcBef>
              <a:buClr>
                <a:srgbClr val="ED6E2E"/>
              </a:buClr>
              <a:buFont typeface="Wingdings" pitchFamily="2" charset="2"/>
              <a:buChar char="§"/>
            </a:pPr>
            <a:r>
              <a:rPr lang="en-US" sz="3200" dirty="0"/>
              <a:t>Forensically interesting Macintosh directories</a:t>
            </a:r>
          </a:p>
          <a:p>
            <a:pPr marL="233363" indent="-233363" eaLnBrk="0" hangingPunct="0">
              <a:spcBef>
                <a:spcPct val="20000"/>
              </a:spcBef>
              <a:buClr>
                <a:srgbClr val="ED6E2E"/>
              </a:buClr>
              <a:buFont typeface="Wingdings" pitchFamily="2" charset="2"/>
              <a:buChar char="§"/>
            </a:pPr>
            <a:r>
              <a:rPr lang="en-US" sz="3200" dirty="0"/>
              <a:t>Forensic techniques for Macintosh</a:t>
            </a:r>
          </a:p>
          <a:p>
            <a:pPr marL="233363" indent="-233363" eaLnBrk="0" hangingPunct="0">
              <a:spcBef>
                <a:spcPct val="20000"/>
              </a:spcBef>
              <a:buClr>
                <a:srgbClr val="ED6E2E"/>
              </a:buClr>
              <a:buFont typeface="Wingdings" pitchFamily="2" charset="2"/>
              <a:buChar char="§"/>
            </a:pPr>
            <a:r>
              <a:rPr lang="en-US" sz="3200" dirty="0"/>
              <a:t>How to undelete files in Macintosh</a:t>
            </a:r>
          </a:p>
          <a:p>
            <a:pPr eaLnBrk="0" hangingPunct="0">
              <a:spcBef>
                <a:spcPct val="20000"/>
              </a:spcBef>
              <a:buClr>
                <a:srgbClr val="ED6E2E"/>
              </a:buClr>
            </a:pPr>
            <a:endParaRPr lang="en-US" sz="3200"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PSPROPS" val="doc-id:164124"/>
  <p:tag name="PRESENTATION_PLAYLIST_COUNT" val="0"/>
  <p:tag name="PRESENTATION_PRESENTER_SLIDE_LEVEL" val="0"/>
  <p:tag name="ART_ENCODE_TYPE" val="0"/>
  <p:tag name="ART_ENCODE_INDEX" val="1"/>
  <p:tag name="PUBLISH_TITLE" val="PM 2006"/>
  <p:tag name="ARTICULATE_PUBLISH_PATH" val="C:\Documents and Settings\Josh Bersin\My Documents\_Bersin Files\_PRESENTATIONS\2006_05_PMLAUNCH\PM 2006"/>
  <p:tag name="ARTICULATE_LOGO" val="Bersin-Logo2.gif"/>
  <p:tag name="ARTICULATE_PRESENTER" val="Josh Bersin"/>
  <p:tag name="ARTICULATE_PRESENTER_GUID" val="AF8D0DB1-D4D4-4749-BE26-AB8CCB5FD1C7"/>
  <p:tag name="ARTICULATE_LMS" val="0"/>
  <p:tag name="LMS_PUBLISH" val="No"/>
  <p:tag name="PLAYERLOGOHEIGHT" val="94"/>
  <p:tag name="PLAYERLOGOWIDTH" val="244"/>
  <p:tag name="LAUNCHINNEWWINDOW" val="1"/>
  <p:tag name="LASTPUBLISHED" val="C:\Documents and Settings\Josh Bersin\My Documents\_Bersin Files\_PRESENTATIONS\2006_05_PMLAUNCH\PM 2006\PM 2006\launcher.html"/>
  <p:tag name="MMPROD_NEXTUNIQUEID" val="10009"/>
  <p:tag name="MMPROD_UIDATA" val="&lt;database version=&quot;7.0&quot;&gt;&lt;object type=&quot;1&quot; unique_id=&quot;10001&quot;&gt;&lt;property id=&quot;20141&quot; value=&quot;PM 2006&quot;/&gt;&lt;object type=&quot;8&quot; unique_id=&quot;10002&quot;&gt;&lt;/object&gt;&lt;object type=&quot;2&quot; unique_id=&quot;10003&quot;&gt;&lt;object type=&quot;3&quot; unique_id=&quot;10004&quot;&gt;&lt;property id=&quot;20148&quot; value=&quot;5&quot;/&gt;&lt;property id=&quot;20300&quot; value=&quot;Slide 1 - &amp;quot;Cummins Presentation&amp;#x0D;&amp;#x0A;High-Impact Learning Organizations &amp;#x0D;&amp;#x0A;&amp;#x0D;&amp;#x0A;WhatWorks® In the Management, Governance, and Operations &quot;/&gt;&lt;property id=&quot;20302&quot; value=&quot;0&quot;/&gt;&lt;property id=&quot;20307&quot; value=&quot;1507&quot;/&gt;&lt;/object&gt;&lt;object type=&quot;3&quot; unique_id=&quot;10006&quot;&gt;&lt;property id=&quot;20148&quot; value=&quot;5&quot;/&gt;&lt;property id=&quot;20300&quot; value=&quot;Slide 2 - &amp;quot;Bersin WhatWorks® Methodology&amp;quot;&quot;/&gt;&lt;property id=&quot;20302&quot; value=&quot;0&quot;/&gt;&lt;property id=&quot;20307&quot; value=&quot;1509&quot;/&gt;&lt;/object&gt;&lt;object type=&quot;3&quot; unique_id=&quot;10008&quot;&gt;&lt;property id=&quot;20148&quot; value=&quot;5&quot;/&gt;&lt;property id=&quot;20300&quot; value=&quot;Slide 6 - &amp;quot;The Corporate L&amp;amp;D Marketplace&amp;quot;&quot;/&gt;&lt;property id=&quot;20302&quot; value=&quot;0&quot;/&gt;&lt;property id=&quot;20307&quot; value=&quot;1486&quot;/&gt;&lt;/object&gt;&lt;object type=&quot;3&quot; unique_id=&quot;10011&quot;&gt;&lt;property id=&quot;20148&quot; value=&quot;5&quot;/&gt;&lt;property id=&quot;20300&quot; value=&quot;Slide 7 - &amp;quot;Current Workforce Demographics&amp;quot;&quot;/&gt;&lt;property id=&quot;20302&quot; value=&quot;0&quot;/&gt;&lt;property id=&quot;20307&quot; value=&quot;1513&quot;/&gt;&lt;/object&gt;&lt;object type=&quot;3&quot; unique_id=&quot;10013&quot;&gt;&lt;property id=&quot;20148&quot; value=&quot;5&quot;/&gt;&lt;property id=&quot;20300&quot; value=&quot;Slide 8 - &amp;quot;Today’s Worker&amp;quot;&quot;/&gt;&lt;property id=&quot;20302&quot; value=&quot;0&quot;/&gt;&lt;property id=&quot;20307&quot; value=&quot;1520&quot;/&gt;&lt;/object&gt;&lt;object type=&quot;3&quot; unique_id=&quot;10015&quot;&gt;&lt;property id=&quot;20148&quot; value=&quot;5&quot;/&gt;&lt;property id=&quot;20300&quot; value=&quot;Slide 9 - &amp;quot;Forces for Change in Corporate L&amp;amp;D&amp;quot;&quot;/&gt;&lt;property id=&quot;20302&quot; value=&quot;0&quot;/&gt;&lt;property id=&quot;20307&quot; value=&quot;1479&quot;/&gt;&lt;/object&gt;&lt;object type=&quot;3&quot; unique_id=&quot;10018&quot;&gt;&lt;property id=&quot;20148&quot; value=&quot;5&quot;/&gt;&lt;property id=&quot;20300&quot; value=&quot;Slide 10 - &amp;quot;High Impact Learning Organization&amp;#x0D;&amp;#x0A;How we create business impact&amp;quot;&quot;/&gt;&lt;property id=&quot;20302&quot; value=&quot;0&quot;/&gt;&lt;property id=&quot;20307&quot; value=&quot;1485&quot;/&gt;&lt;/object&gt;&lt;object type=&quot;3&quot; unique_id=&quot;10030&quot;&gt;&lt;property id=&quot;20148&quot; value=&quot;5&quot;/&gt;&lt;property id=&quot;20300&quot; value=&quot;Slide 11 - &amp;quot;High Impact Governance&amp;quot;&quot;/&gt;&lt;property id=&quot;20302&quot; value=&quot;0&quot;/&gt;&lt;property id=&quot;20307&quot; value=&quot;1523&quot;/&gt;&lt;/object&gt;&lt;object type=&quot;3&quot; unique_id=&quot;10031&quot;&gt;&lt;property id=&quot;20148&quot; value=&quot;5&quot;/&gt;&lt;property id=&quot;20300&quot; value=&quot;Slide 12 - &amp;quot;High Impact Governance Process&amp;quot;&quot;/&gt;&lt;property id=&quot;20302&quot; value=&quot;0&quot;/&gt;&lt;property id=&quot;20307&quot; value=&quot;1527&quot;/&gt;&lt;/object&gt;&lt;object type=&quot;3&quot; unique_id=&quot;10033&quot;&gt;&lt;property id=&quot;20148&quot; value=&quot;5&quot;/&gt;&lt;property id=&quot;20300&quot; value=&quot;Slide 13 - &amp;quot;Strategy Alignment Process&amp;quot;&quot;/&gt;&lt;property id=&quot;20302&quot; value=&quot;0&quot;/&gt;&lt;property id=&quot;20307&quot; value=&quot;1572&quot;/&gt;&lt;/object&gt;&lt;object type=&quot;3&quot; unique_id=&quot;10036&quot;&gt;&lt;property id=&quot;20148&quot; value=&quot;5&quot;/&gt;&lt;property id=&quot;20300&quot; value=&quot;Slide 14 - &amp;quot;A Working Federated Model&amp;quot;&quot;/&gt;&lt;property id=&quot;20302&quot; value=&quot;0&quot;/&gt;&lt;property id=&quot;20307&quot; value=&quot;1528&quot;/&gt;&lt;/object&gt;&lt;object type=&quot;3&quot; unique_id=&quot;10970&quot;&gt;&lt;property id=&quot;20148&quot; value=&quot;5&quot;/&gt;&lt;property id=&quot;20300&quot; value=&quot;Slide 3&quot;/&gt;&lt;property id=&quot;20307&quot; value=&quot;1573&quot;/&gt;&lt;/object&gt;&lt;object type=&quot;3&quot; unique_id=&quot;10971&quot;&gt;&lt;property id=&quot;20148&quot; value=&quot;5&quot;/&gt;&lt;property id=&quot;20300&quot; value=&quot;Slide 4 - &amp;quot;Business Needs Leading to Training Requirements&amp;quot;&quot;/&gt;&lt;property id=&quot;20307&quot; value=&quot;1574&quot;/&gt;&lt;/object&gt;&lt;object type=&quot;3&quot; unique_id=&quot;10972&quot;&gt;&lt;property id=&quot;20148&quot; value=&quot;5&quot;/&gt;&lt;property id=&quot;20300&quot; value=&quot;Slide 5 - &amp;quot;Context - Training &amp;amp; Development: &amp;#x0D;&amp;#x0A;Sample Interventions&amp;quot;&quot;/&gt;&lt;property id=&quot;20307&quot; value=&quot;1575&quot;/&gt;&lt;/object&gt;&lt;/object&gt;&lt;object type=&quot;4&quot; unique_id=&quot;10310&quot;&gt;&lt;property id=&quot;28&quot; value=&quot;1000&quot;/&gt;&lt;object type=&quot;5&quot; unique_id=&quot;1001&quot;&gt;&lt;/object&gt;&lt;/object&gt;&lt;/object&gt;&lt;/database&gt;"/>
  <p:tag name="SECTOMILLISECCONVERTED" val="1"/>
</p:tagLst>
</file>

<file path=ppt/theme/theme1.xml><?xml version="1.0" encoding="utf-8"?>
<a:theme xmlns:a="http://schemas.openxmlformats.org/drawingml/2006/main" name="Blank Presentation">
  <a:themeElements>
    <a:clrScheme name="Blank Presentation 2">
      <a:dk1>
        <a:srgbClr val="000000"/>
      </a:dk1>
      <a:lt1>
        <a:srgbClr val="FFFFFF"/>
      </a:lt1>
      <a:dk2>
        <a:srgbClr val="204F91"/>
      </a:dk2>
      <a:lt2>
        <a:srgbClr val="A1A8AD"/>
      </a:lt2>
      <a:accent1>
        <a:srgbClr val="38629C"/>
      </a:accent1>
      <a:accent2>
        <a:srgbClr val="FE9901"/>
      </a:accent2>
      <a:accent3>
        <a:srgbClr val="FFFFFF"/>
      </a:accent3>
      <a:accent4>
        <a:srgbClr val="000000"/>
      </a:accent4>
      <a:accent5>
        <a:srgbClr val="AEB7CB"/>
      </a:accent5>
      <a:accent6>
        <a:srgbClr val="E68A01"/>
      </a:accent6>
      <a:hlink>
        <a:srgbClr val="7DBA00"/>
      </a:hlink>
      <a:folHlink>
        <a:srgbClr val="9C1F2E"/>
      </a:folHlink>
    </a:clrScheme>
    <a:fontScheme name="Blank 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204F91"/>
        </a:dk2>
        <a:lt2>
          <a:srgbClr val="A1A8AD"/>
        </a:lt2>
        <a:accent1>
          <a:srgbClr val="38629C"/>
        </a:accent1>
        <a:accent2>
          <a:srgbClr val="FE9901"/>
        </a:accent2>
        <a:accent3>
          <a:srgbClr val="FFFFFF"/>
        </a:accent3>
        <a:accent4>
          <a:srgbClr val="000000"/>
        </a:accent4>
        <a:accent5>
          <a:srgbClr val="AEB7CB"/>
        </a:accent5>
        <a:accent6>
          <a:srgbClr val="E68A01"/>
        </a:accent6>
        <a:hlink>
          <a:srgbClr val="7DBA00"/>
        </a:hlink>
        <a:folHlink>
          <a:srgbClr val="9C1F2E"/>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3366"/>
        </a:dk2>
        <a:lt2>
          <a:srgbClr val="A1A8AD"/>
        </a:lt2>
        <a:accent1>
          <a:srgbClr val="A8C77F"/>
        </a:accent1>
        <a:accent2>
          <a:srgbClr val="547933"/>
        </a:accent2>
        <a:accent3>
          <a:srgbClr val="FFFFFF"/>
        </a:accent3>
        <a:accent4>
          <a:srgbClr val="000000"/>
        </a:accent4>
        <a:accent5>
          <a:srgbClr val="D1E0C0"/>
        </a:accent5>
        <a:accent6>
          <a:srgbClr val="4B6D2D"/>
        </a:accent6>
        <a:hlink>
          <a:srgbClr val="E6851A"/>
        </a:hlink>
        <a:folHlink>
          <a:srgbClr val="9C1F2E"/>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4D7D35"/>
        </a:dk2>
        <a:lt2>
          <a:srgbClr val="91B3BD"/>
        </a:lt2>
        <a:accent1>
          <a:srgbClr val="49699D"/>
        </a:accent1>
        <a:accent2>
          <a:srgbClr val="D2E0BA"/>
        </a:accent2>
        <a:accent3>
          <a:srgbClr val="FFFFFF"/>
        </a:accent3>
        <a:accent4>
          <a:srgbClr val="000000"/>
        </a:accent4>
        <a:accent5>
          <a:srgbClr val="B1B9CC"/>
        </a:accent5>
        <a:accent6>
          <a:srgbClr val="BECBA8"/>
        </a:accent6>
        <a:hlink>
          <a:srgbClr val="704A6E"/>
        </a:hlink>
        <a:folHlink>
          <a:srgbClr val="948092"/>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4D7D35"/>
        </a:dk2>
        <a:lt2>
          <a:srgbClr val="91B3BD"/>
        </a:lt2>
        <a:accent1>
          <a:srgbClr val="49699D"/>
        </a:accent1>
        <a:accent2>
          <a:srgbClr val="C57F21"/>
        </a:accent2>
        <a:accent3>
          <a:srgbClr val="FFFFFF"/>
        </a:accent3>
        <a:accent4>
          <a:srgbClr val="000000"/>
        </a:accent4>
        <a:accent5>
          <a:srgbClr val="B1B9CC"/>
        </a:accent5>
        <a:accent6>
          <a:srgbClr val="B2721D"/>
        </a:accent6>
        <a:hlink>
          <a:srgbClr val="704A6E"/>
        </a:hlink>
        <a:folHlink>
          <a:srgbClr val="948092"/>
        </a:folHlink>
      </a:clrScheme>
      <a:clrMap bg1="lt1" tx1="dk1" bg2="lt2" tx2="dk2" accent1="accent1" accent2="accent2" accent3="accent3" accent4="accent4" accent5="accent5" accent6="accent6" hlink="hlink" folHlink="folHlink"/>
    </a:extraClrScheme>
    <a:extraClrScheme>
      <a:clrScheme name="Blank Presentation 6">
        <a:dk1>
          <a:srgbClr val="003366"/>
        </a:dk1>
        <a:lt1>
          <a:srgbClr val="FFFFFF"/>
        </a:lt1>
        <a:dk2>
          <a:srgbClr val="204F91"/>
        </a:dk2>
        <a:lt2>
          <a:srgbClr val="A1A8AD"/>
        </a:lt2>
        <a:accent1>
          <a:srgbClr val="73B244"/>
        </a:accent1>
        <a:accent2>
          <a:srgbClr val="932121"/>
        </a:accent2>
        <a:accent3>
          <a:srgbClr val="FFFFFF"/>
        </a:accent3>
        <a:accent4>
          <a:srgbClr val="002A56"/>
        </a:accent4>
        <a:accent5>
          <a:srgbClr val="BCD5B0"/>
        </a:accent5>
        <a:accent6>
          <a:srgbClr val="851D1D"/>
        </a:accent6>
        <a:hlink>
          <a:srgbClr val="67983A"/>
        </a:hlink>
        <a:folHlink>
          <a:srgbClr val="315C22"/>
        </a:folHlink>
      </a:clrScheme>
      <a:clrMap bg1="lt1" tx1="dk1" bg2="lt2" tx2="dk2" accent1="accent1" accent2="accent2" accent3="accent3" accent4="accent4" accent5="accent5" accent6="accent6" hlink="hlink" folHlink="folHlink"/>
    </a:extraClrScheme>
    <a:extraClrScheme>
      <a:clrScheme name="Blank Presentation 7">
        <a:dk1>
          <a:srgbClr val="003366"/>
        </a:dk1>
        <a:lt1>
          <a:srgbClr val="FFFFFF"/>
        </a:lt1>
        <a:dk2>
          <a:srgbClr val="204F91"/>
        </a:dk2>
        <a:lt2>
          <a:srgbClr val="A1A8AD"/>
        </a:lt2>
        <a:accent1>
          <a:srgbClr val="D7D214"/>
        </a:accent1>
        <a:accent2>
          <a:srgbClr val="932121"/>
        </a:accent2>
        <a:accent3>
          <a:srgbClr val="FFFFFF"/>
        </a:accent3>
        <a:accent4>
          <a:srgbClr val="002A56"/>
        </a:accent4>
        <a:accent5>
          <a:srgbClr val="E8E5AA"/>
        </a:accent5>
        <a:accent6>
          <a:srgbClr val="851D1D"/>
        </a:accent6>
        <a:hlink>
          <a:srgbClr val="67983A"/>
        </a:hlink>
        <a:folHlink>
          <a:srgbClr val="315C22"/>
        </a:folHlink>
      </a:clrScheme>
      <a:clrMap bg1="lt1" tx1="dk1" bg2="lt2" tx2="dk2" accent1="accent1" accent2="accent2" accent3="accent3" accent4="accent4" accent5="accent5" accent6="accent6" hlink="hlink" folHlink="folHlink"/>
    </a:extraClrScheme>
    <a:extraClrScheme>
      <a:clrScheme name="Blank Presentation 8">
        <a:dk1>
          <a:srgbClr val="000000"/>
        </a:dk1>
        <a:lt1>
          <a:srgbClr val="FFFFFF"/>
        </a:lt1>
        <a:dk2>
          <a:srgbClr val="4D7D35"/>
        </a:dk2>
        <a:lt2>
          <a:srgbClr val="91B3BD"/>
        </a:lt2>
        <a:accent1>
          <a:srgbClr val="49699D"/>
        </a:accent1>
        <a:accent2>
          <a:srgbClr val="DD9043"/>
        </a:accent2>
        <a:accent3>
          <a:srgbClr val="FFFFFF"/>
        </a:accent3>
        <a:accent4>
          <a:srgbClr val="000000"/>
        </a:accent4>
        <a:accent5>
          <a:srgbClr val="B1B9CC"/>
        </a:accent5>
        <a:accent6>
          <a:srgbClr val="C8823C"/>
        </a:accent6>
        <a:hlink>
          <a:srgbClr val="704A6E"/>
        </a:hlink>
        <a:folHlink>
          <a:srgbClr val="94809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41078</TotalTime>
  <Words>2411</Words>
  <Application>Microsoft Office PowerPoint</Application>
  <PresentationFormat>On-screen Show (4:3)</PresentationFormat>
  <Paragraphs>301</Paragraphs>
  <Slides>28</Slides>
  <Notes>27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MS PGothic</vt:lpstr>
      <vt:lpstr>Arial</vt:lpstr>
      <vt:lpstr>Courier New</vt:lpstr>
      <vt:lpstr>Times</vt:lpstr>
      <vt:lpstr>Times New Roman</vt:lpstr>
      <vt:lpstr>Wingdings</vt:lpstr>
      <vt:lpstr>Blank Presentation</vt:lpstr>
      <vt:lpstr>PowerPoint Presentation</vt:lpstr>
      <vt:lpstr>Learning Objective</vt:lpstr>
      <vt:lpstr>Key Concepts</vt:lpstr>
      <vt:lpstr>History of Apple/Macintosh</vt:lpstr>
      <vt:lpstr>History of Mac OS X</vt:lpstr>
      <vt:lpstr>Mac OS X Desktop</vt:lpstr>
      <vt:lpstr>Macintosh File Systems</vt:lpstr>
      <vt:lpstr>Hierarchical File System Plus (HFS+)</vt:lpstr>
      <vt:lpstr>Hierarchical File System Plus (HFS+) and Forensics</vt:lpstr>
      <vt:lpstr>Supported File Systems</vt:lpstr>
      <vt:lpstr>Partition Schemes</vt:lpstr>
      <vt:lpstr>Macintosh Logs</vt:lpstr>
      <vt:lpstr>Macintosh Logs (Cont.)</vt:lpstr>
      <vt:lpstr>Directories</vt:lpstr>
      <vt:lpstr>/Volumes</vt:lpstr>
      <vt:lpstr>/Users, /Applications, /Network, and /etc </vt:lpstr>
      <vt:lpstr>/Library/Preferences/System Configuration/dom.apple.preferences. plist</vt:lpstr>
      <vt:lpstr>Macintosh Forensic Techniques</vt:lpstr>
      <vt:lpstr>Target Disk Mode</vt:lpstr>
      <vt:lpstr>Target Disk Mode (Cont.)</vt:lpstr>
      <vt:lpstr>Searching Virtual Memory</vt:lpstr>
      <vt:lpstr>Using Shell Commands</vt:lpstr>
      <vt:lpstr>Using Shell Commands (Cont.)</vt:lpstr>
      <vt:lpstr>How to Examine a Mac</vt:lpstr>
      <vt:lpstr>Deleting Files on Macintosh</vt:lpstr>
      <vt:lpstr>Undeleting Files on Macintosh (Cont.)</vt:lpstr>
      <vt:lpstr>Listing Contents of .Trash </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E-Learning</dc:title>
  <dc:creator>Kim</dc:creator>
  <cp:lastModifiedBy>Kimberly Lindros</cp:lastModifiedBy>
  <cp:revision>3271</cp:revision>
  <cp:lastPrinted>2008-07-07T18:08:55Z</cp:lastPrinted>
  <dcterms:created xsi:type="dcterms:W3CDTF">2010-11-23T16:40:46Z</dcterms:created>
  <dcterms:modified xsi:type="dcterms:W3CDTF">2017-07-03T07:10:17Z</dcterms:modified>
</cp:coreProperties>
</file>