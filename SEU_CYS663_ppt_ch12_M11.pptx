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6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74"/>
  </p:notesMasterIdLst>
  <p:handoutMasterIdLst>
    <p:handoutMasterId r:id="rId75"/>
  </p:handoutMasterIdLst>
  <p:sldIdLst>
    <p:sldId id="1529" r:id="rId2"/>
    <p:sldId id="1561" r:id="rId3"/>
    <p:sldId id="1567" r:id="rId4"/>
    <p:sldId id="1756" r:id="rId5"/>
    <p:sldId id="1761" r:id="rId6"/>
    <p:sldId id="1762" r:id="rId7"/>
    <p:sldId id="1828" r:id="rId8"/>
    <p:sldId id="1829" r:id="rId9"/>
    <p:sldId id="1766" r:id="rId10"/>
    <p:sldId id="1663" r:id="rId11"/>
    <p:sldId id="1767" r:id="rId12"/>
    <p:sldId id="1808" r:id="rId13"/>
    <p:sldId id="1809" r:id="rId14"/>
    <p:sldId id="1810" r:id="rId15"/>
    <p:sldId id="1774" r:id="rId16"/>
    <p:sldId id="1775" r:id="rId17"/>
    <p:sldId id="1776" r:id="rId18"/>
    <p:sldId id="1729" r:id="rId19"/>
    <p:sldId id="1778" r:id="rId20"/>
    <p:sldId id="1779" r:id="rId21"/>
    <p:sldId id="1780" r:id="rId22"/>
    <p:sldId id="1781" r:id="rId23"/>
    <p:sldId id="1782" r:id="rId24"/>
    <p:sldId id="1784" r:id="rId25"/>
    <p:sldId id="1783" r:id="rId26"/>
    <p:sldId id="1785" r:id="rId27"/>
    <p:sldId id="1806" r:id="rId28"/>
    <p:sldId id="1802" r:id="rId29"/>
    <p:sldId id="1773" r:id="rId30"/>
    <p:sldId id="1821" r:id="rId31"/>
    <p:sldId id="1711" r:id="rId32"/>
    <p:sldId id="1712" r:id="rId33"/>
    <p:sldId id="1713" r:id="rId34"/>
    <p:sldId id="1804" r:id="rId35"/>
    <p:sldId id="1805" r:id="rId36"/>
    <p:sldId id="1714" r:id="rId37"/>
    <p:sldId id="1691" r:id="rId38"/>
    <p:sldId id="1721" r:id="rId39"/>
    <p:sldId id="1807" r:id="rId40"/>
    <p:sldId id="1791" r:id="rId41"/>
    <p:sldId id="1689" r:id="rId42"/>
    <p:sldId id="1794" r:id="rId43"/>
    <p:sldId id="1753" r:id="rId44"/>
    <p:sldId id="1796" r:id="rId45"/>
    <p:sldId id="1831" r:id="rId46"/>
    <p:sldId id="1754" r:id="rId47"/>
    <p:sldId id="1797" r:id="rId48"/>
    <p:sldId id="1798" r:id="rId49"/>
    <p:sldId id="1800" r:id="rId50"/>
    <p:sldId id="1826" r:id="rId51"/>
    <p:sldId id="1811" r:id="rId52"/>
    <p:sldId id="1812" r:id="rId53"/>
    <p:sldId id="1822" r:id="rId54"/>
    <p:sldId id="1823" r:id="rId55"/>
    <p:sldId id="1813" r:id="rId56"/>
    <p:sldId id="1789" r:id="rId57"/>
    <p:sldId id="1814" r:id="rId58"/>
    <p:sldId id="1815" r:id="rId59"/>
    <p:sldId id="1816" r:id="rId60"/>
    <p:sldId id="1830" r:id="rId61"/>
    <p:sldId id="1819" r:id="rId62"/>
    <p:sldId id="1832" r:id="rId63"/>
    <p:sldId id="1824" r:id="rId64"/>
    <p:sldId id="1757" r:id="rId65"/>
    <p:sldId id="1758" r:id="rId66"/>
    <p:sldId id="1760" r:id="rId67"/>
    <p:sldId id="1803" r:id="rId68"/>
    <p:sldId id="1723" r:id="rId69"/>
    <p:sldId id="1724" r:id="rId70"/>
    <p:sldId id="1725" r:id="rId71"/>
    <p:sldId id="1726" r:id="rId72"/>
    <p:sldId id="1727" r:id="rId73"/>
  </p:sldIdLst>
  <p:sldSz cx="9144000" cy="6858000" type="screen4x3"/>
  <p:notesSz cx="7010400" cy="9296400"/>
  <p:custDataLst>
    <p:tags r:id="rId76"/>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4F91"/>
    <a:srgbClr val="ED6E2E"/>
    <a:srgbClr val="14ACC0"/>
    <a:srgbClr val="E3BBC9"/>
    <a:srgbClr val="D2E4B2"/>
    <a:srgbClr val="DDDDDD"/>
    <a:srgbClr val="FFCCFF"/>
    <a:srgbClr val="FFCCCC"/>
    <a:srgbClr val="423498"/>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8235" autoAdjust="0"/>
    <p:restoredTop sz="91328" autoAdjust="0"/>
  </p:normalViewPr>
  <p:slideViewPr>
    <p:cSldViewPr snapToGrid="0" snapToObjects="1">
      <p:cViewPr>
        <p:scale>
          <a:sx n="60" d="100"/>
          <a:sy n="60" d="100"/>
        </p:scale>
        <p:origin x="1494" y="120"/>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1314"/>
    </p:cViewPr>
  </p:notesTextViewPr>
  <p:sorterViewPr>
    <p:cViewPr varScale="1">
      <p:scale>
        <a:sx n="1" d="1"/>
        <a:sy n="1" d="1"/>
      </p:scale>
      <p:origin x="0" y="-17844"/>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2C0A72-1037-41B9-B463-DE61D482A96D}" type="doc">
      <dgm:prSet loTypeId="urn:diagrams.loki3.com/BracketList+Icon" loCatId="officeonline" qsTypeId="urn:microsoft.com/office/officeart/2005/8/quickstyle/simple1" qsCatId="simple" csTypeId="urn:microsoft.com/office/officeart/2005/8/colors/accent1_2" csCatId="accent1" phldr="1"/>
      <dgm:spPr/>
      <dgm:t>
        <a:bodyPr/>
        <a:lstStyle/>
        <a:p>
          <a:endParaRPr lang="en-US"/>
        </a:p>
      </dgm:t>
    </dgm:pt>
    <dgm:pt modelId="{8BB46712-E18F-4E6B-BE6C-291DADA6FD44}">
      <dgm:prSet phldrT="[Text]"/>
      <dgm:spPr/>
      <dgm:t>
        <a:bodyPr/>
        <a:lstStyle/>
        <a:p>
          <a:r>
            <a:rPr lang="en-US" b="1" dirty="0">
              <a:solidFill>
                <a:srgbClr val="ED6E2E"/>
              </a:solidFill>
            </a:rPr>
            <a:t>Header</a:t>
          </a:r>
        </a:p>
      </dgm:t>
    </dgm:pt>
    <dgm:pt modelId="{0C790143-A450-4314-BA8C-E408F984336B}" type="parTrans" cxnId="{B0CF8580-8143-4FB4-9F67-052D50A6E1B3}">
      <dgm:prSet/>
      <dgm:spPr/>
      <dgm:t>
        <a:bodyPr/>
        <a:lstStyle/>
        <a:p>
          <a:endParaRPr lang="en-US"/>
        </a:p>
      </dgm:t>
    </dgm:pt>
    <dgm:pt modelId="{73A564B0-DEBB-4874-A0A7-3A09274BA057}" type="sibTrans" cxnId="{B0CF8580-8143-4FB4-9F67-052D50A6E1B3}">
      <dgm:prSet/>
      <dgm:spPr/>
      <dgm:t>
        <a:bodyPr/>
        <a:lstStyle/>
        <a:p>
          <a:endParaRPr lang="en-US"/>
        </a:p>
      </dgm:t>
    </dgm:pt>
    <dgm:pt modelId="{5568D39E-4199-40BA-A2FE-42ECF459A9F6}">
      <dgm:prSet phldrT="[Text]"/>
      <dgm:spPr/>
      <dgm:t>
        <a:bodyPr/>
        <a:lstStyle/>
        <a:p>
          <a:r>
            <a:rPr lang="en-US" b="1" dirty="0">
              <a:solidFill>
                <a:srgbClr val="ED6E2E"/>
              </a:solidFill>
            </a:rPr>
            <a:t>Payload</a:t>
          </a:r>
        </a:p>
      </dgm:t>
    </dgm:pt>
    <dgm:pt modelId="{DE16D8A8-9D5F-48DF-9313-FAF832B74706}" type="parTrans" cxnId="{AA64AD0D-395B-4C4C-81B2-723E6CB25D99}">
      <dgm:prSet/>
      <dgm:spPr/>
      <dgm:t>
        <a:bodyPr/>
        <a:lstStyle/>
        <a:p>
          <a:endParaRPr lang="en-US"/>
        </a:p>
      </dgm:t>
    </dgm:pt>
    <dgm:pt modelId="{9FC5949A-E826-4BC0-BBD6-055C67AC124B}" type="sibTrans" cxnId="{AA64AD0D-395B-4C4C-81B2-723E6CB25D99}">
      <dgm:prSet/>
      <dgm:spPr/>
      <dgm:t>
        <a:bodyPr/>
        <a:lstStyle/>
        <a:p>
          <a:endParaRPr lang="en-US"/>
        </a:p>
      </dgm:t>
    </dgm:pt>
    <dgm:pt modelId="{51839531-9BFE-4781-A875-6B1964F90637}" type="pres">
      <dgm:prSet presAssocID="{232C0A72-1037-41B9-B463-DE61D482A96D}" presName="Name0" presStyleCnt="0">
        <dgm:presLayoutVars>
          <dgm:dir/>
          <dgm:animLvl val="lvl"/>
          <dgm:resizeHandles val="exact"/>
        </dgm:presLayoutVars>
      </dgm:prSet>
      <dgm:spPr/>
    </dgm:pt>
    <dgm:pt modelId="{B08E1B92-3435-475E-8921-5E06A5AD4B12}" type="pres">
      <dgm:prSet presAssocID="{8BB46712-E18F-4E6B-BE6C-291DADA6FD44}" presName="linNode" presStyleCnt="0"/>
      <dgm:spPr/>
    </dgm:pt>
    <dgm:pt modelId="{9AF9A22E-64B6-495F-8B93-7A96743EE661}" type="pres">
      <dgm:prSet presAssocID="{8BB46712-E18F-4E6B-BE6C-291DADA6FD44}" presName="parTx" presStyleLbl="revTx" presStyleIdx="0" presStyleCnt="2" custScaleY="166021" custLinFactX="-10187" custLinFactNeighborX="-100000" custLinFactNeighborY="-20561">
        <dgm:presLayoutVars>
          <dgm:chMax val="1"/>
          <dgm:bulletEnabled val="1"/>
        </dgm:presLayoutVars>
      </dgm:prSet>
      <dgm:spPr/>
    </dgm:pt>
    <dgm:pt modelId="{55DD9F1F-2F81-4AA7-B9F5-899479E117DD}" type="pres">
      <dgm:prSet presAssocID="{8BB46712-E18F-4E6B-BE6C-291DADA6FD44}" presName="bracket" presStyleLbl="parChTrans1D1" presStyleIdx="0" presStyleCnt="2" custScaleX="250839" custScaleY="612675" custLinFactX="-100000" custLinFactNeighborX="-175790" custLinFactNeighborY="-25775"/>
      <dgm:spPr/>
    </dgm:pt>
    <dgm:pt modelId="{89126067-9DD3-4B7A-826C-263766103BC7}" type="pres">
      <dgm:prSet presAssocID="{8BB46712-E18F-4E6B-BE6C-291DADA6FD44}" presName="spH" presStyleCnt="0"/>
      <dgm:spPr/>
    </dgm:pt>
    <dgm:pt modelId="{1D5FBBCE-3CF5-4F75-9D91-E4F250054E84}" type="pres">
      <dgm:prSet presAssocID="{73A564B0-DEBB-4874-A0A7-3A09274BA057}" presName="spV" presStyleCnt="0"/>
      <dgm:spPr/>
    </dgm:pt>
    <dgm:pt modelId="{26B02441-D411-44AB-B087-924CA4494E48}" type="pres">
      <dgm:prSet presAssocID="{5568D39E-4199-40BA-A2FE-42ECF459A9F6}" presName="linNode" presStyleCnt="0"/>
      <dgm:spPr/>
    </dgm:pt>
    <dgm:pt modelId="{85101A3D-885D-4DAC-B0C0-B4CB950839DA}" type="pres">
      <dgm:prSet presAssocID="{5568D39E-4199-40BA-A2FE-42ECF459A9F6}" presName="parTx" presStyleLbl="revTx" presStyleIdx="1" presStyleCnt="2" custLinFactX="-1014" custLinFactNeighborX="-100000" custLinFactNeighborY="-25057">
        <dgm:presLayoutVars>
          <dgm:chMax val="1"/>
          <dgm:bulletEnabled val="1"/>
        </dgm:presLayoutVars>
      </dgm:prSet>
      <dgm:spPr/>
    </dgm:pt>
    <dgm:pt modelId="{1D00D2A4-5DD8-4EE6-A05D-7BF2229FCD76}" type="pres">
      <dgm:prSet presAssocID="{5568D39E-4199-40BA-A2FE-42ECF459A9F6}" presName="bracket" presStyleLbl="parChTrans1D1" presStyleIdx="1" presStyleCnt="2" custScaleX="115133" custScaleY="104328" custLinFactX="-338" custLinFactNeighborX="-100000" custLinFactNeighborY="-24464"/>
      <dgm:spPr/>
    </dgm:pt>
    <dgm:pt modelId="{7EC6E5DC-6DDC-471C-BB11-8ED04EB74673}" type="pres">
      <dgm:prSet presAssocID="{5568D39E-4199-40BA-A2FE-42ECF459A9F6}" presName="spH" presStyleCnt="0"/>
      <dgm:spPr/>
    </dgm:pt>
  </dgm:ptLst>
  <dgm:cxnLst>
    <dgm:cxn modelId="{AA64AD0D-395B-4C4C-81B2-723E6CB25D99}" srcId="{232C0A72-1037-41B9-B463-DE61D482A96D}" destId="{5568D39E-4199-40BA-A2FE-42ECF459A9F6}" srcOrd="1" destOrd="0" parTransId="{DE16D8A8-9D5F-48DF-9313-FAF832B74706}" sibTransId="{9FC5949A-E826-4BC0-BBD6-055C67AC124B}"/>
    <dgm:cxn modelId="{B0CF8580-8143-4FB4-9F67-052D50A6E1B3}" srcId="{232C0A72-1037-41B9-B463-DE61D482A96D}" destId="{8BB46712-E18F-4E6B-BE6C-291DADA6FD44}" srcOrd="0" destOrd="0" parTransId="{0C790143-A450-4314-BA8C-E408F984336B}" sibTransId="{73A564B0-DEBB-4874-A0A7-3A09274BA057}"/>
    <dgm:cxn modelId="{68AAB2A1-2C68-4B6B-A011-70A0F86C70E1}" type="presOf" srcId="{8BB46712-E18F-4E6B-BE6C-291DADA6FD44}" destId="{9AF9A22E-64B6-495F-8B93-7A96743EE661}" srcOrd="0" destOrd="0" presId="urn:diagrams.loki3.com/BracketList+Icon"/>
    <dgm:cxn modelId="{D526E6AA-04D7-4B40-81C9-929D50F2A871}" type="presOf" srcId="{5568D39E-4199-40BA-A2FE-42ECF459A9F6}" destId="{85101A3D-885D-4DAC-B0C0-B4CB950839DA}" srcOrd="0" destOrd="0" presId="urn:diagrams.loki3.com/BracketList+Icon"/>
    <dgm:cxn modelId="{E33A18BB-904A-4FD3-8AEC-CA6FE3E5BC68}" type="presOf" srcId="{232C0A72-1037-41B9-B463-DE61D482A96D}" destId="{51839531-9BFE-4781-A875-6B1964F90637}" srcOrd="0" destOrd="0" presId="urn:diagrams.loki3.com/BracketList+Icon"/>
    <dgm:cxn modelId="{B4D812DE-3DDF-44BA-8857-AF869A8AD6E0}" type="presParOf" srcId="{51839531-9BFE-4781-A875-6B1964F90637}" destId="{B08E1B92-3435-475E-8921-5E06A5AD4B12}" srcOrd="0" destOrd="0" presId="urn:diagrams.loki3.com/BracketList+Icon"/>
    <dgm:cxn modelId="{18A493BF-0F12-4029-8ED7-2C3FA0D624D5}" type="presParOf" srcId="{B08E1B92-3435-475E-8921-5E06A5AD4B12}" destId="{9AF9A22E-64B6-495F-8B93-7A96743EE661}" srcOrd="0" destOrd="0" presId="urn:diagrams.loki3.com/BracketList+Icon"/>
    <dgm:cxn modelId="{8274C095-CB74-4E35-8287-605CDFF21A9E}" type="presParOf" srcId="{B08E1B92-3435-475E-8921-5E06A5AD4B12}" destId="{55DD9F1F-2F81-4AA7-B9F5-899479E117DD}" srcOrd="1" destOrd="0" presId="urn:diagrams.loki3.com/BracketList+Icon"/>
    <dgm:cxn modelId="{30AF7A8C-7943-4EA6-A88C-D4093A3D55BE}" type="presParOf" srcId="{B08E1B92-3435-475E-8921-5E06A5AD4B12}" destId="{89126067-9DD3-4B7A-826C-263766103BC7}" srcOrd="2" destOrd="0" presId="urn:diagrams.loki3.com/BracketList+Icon"/>
    <dgm:cxn modelId="{0B9EF0F4-2F37-4FA8-AC30-F4B56552AC37}" type="presParOf" srcId="{51839531-9BFE-4781-A875-6B1964F90637}" destId="{1D5FBBCE-3CF5-4F75-9D91-E4F250054E84}" srcOrd="1" destOrd="0" presId="urn:diagrams.loki3.com/BracketList+Icon"/>
    <dgm:cxn modelId="{2D5AAD77-C18F-4174-A824-A8C0FC1755D3}" type="presParOf" srcId="{51839531-9BFE-4781-A875-6B1964F90637}" destId="{26B02441-D411-44AB-B087-924CA4494E48}" srcOrd="2" destOrd="0" presId="urn:diagrams.loki3.com/BracketList+Icon"/>
    <dgm:cxn modelId="{5579CCC8-5871-493C-BCDE-7E2CAC400F0E}" type="presParOf" srcId="{26B02441-D411-44AB-B087-924CA4494E48}" destId="{85101A3D-885D-4DAC-B0C0-B4CB950839DA}" srcOrd="0" destOrd="0" presId="urn:diagrams.loki3.com/BracketList+Icon"/>
    <dgm:cxn modelId="{9807A9F2-3E00-4429-B790-2CE3EBC99047}" type="presParOf" srcId="{26B02441-D411-44AB-B087-924CA4494E48}" destId="{1D00D2A4-5DD8-4EE6-A05D-7BF2229FCD76}" srcOrd="1" destOrd="0" presId="urn:diagrams.loki3.com/BracketList+Icon"/>
    <dgm:cxn modelId="{12A66188-DA2D-483F-AEB4-64A0EF607B38}" type="presParOf" srcId="{26B02441-D411-44AB-B087-924CA4494E48}" destId="{7EC6E5DC-6DDC-471C-BB11-8ED04EB74673}" srcOrd="2" destOrd="0" presId="urn:diagrams.loki3.com/BracketList+Icon"/>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3BB74B-8E86-4A2A-A543-294D85B6795A}" type="doc">
      <dgm:prSet loTypeId="urn:microsoft.com/office/officeart/2005/8/layout/target2" loCatId="relationship" qsTypeId="urn:microsoft.com/office/officeart/2005/8/quickstyle/simple1" qsCatId="simple" csTypeId="urn:microsoft.com/office/officeart/2005/8/colors/accent1_2" csCatId="accent1" phldr="1"/>
      <dgm:spPr/>
      <dgm:t>
        <a:bodyPr/>
        <a:lstStyle/>
        <a:p>
          <a:endParaRPr lang="en-US"/>
        </a:p>
      </dgm:t>
    </dgm:pt>
    <dgm:pt modelId="{5EAF0AE8-14E5-4A78-99D8-F70EB051D645}">
      <dgm:prSet phldrT="[Text]"/>
      <dgm:spPr/>
      <dgm:t>
        <a:bodyPr/>
        <a:lstStyle/>
        <a:p>
          <a:r>
            <a:rPr lang="en-US" dirty="0"/>
            <a:t>Ethernet Header</a:t>
          </a:r>
        </a:p>
      </dgm:t>
    </dgm:pt>
    <dgm:pt modelId="{B6BD91AF-1F2A-4600-95AC-135A5E074C5C}" type="parTrans" cxnId="{A7C067D6-813B-45CF-BEF4-EE0EB282592C}">
      <dgm:prSet/>
      <dgm:spPr/>
      <dgm:t>
        <a:bodyPr/>
        <a:lstStyle/>
        <a:p>
          <a:endParaRPr lang="en-US"/>
        </a:p>
      </dgm:t>
    </dgm:pt>
    <dgm:pt modelId="{A0D7E36C-2A8A-410E-8341-14101D082203}" type="sibTrans" cxnId="{A7C067D6-813B-45CF-BEF4-EE0EB282592C}">
      <dgm:prSet/>
      <dgm:spPr/>
      <dgm:t>
        <a:bodyPr/>
        <a:lstStyle/>
        <a:p>
          <a:endParaRPr lang="en-US"/>
        </a:p>
      </dgm:t>
    </dgm:pt>
    <dgm:pt modelId="{2FC0D4A2-2B55-4947-8EA0-2375EC24ADF8}">
      <dgm:prSet phldrT="[Text]"/>
      <dgm:spPr/>
      <dgm:t>
        <a:bodyPr/>
        <a:lstStyle/>
        <a:p>
          <a:r>
            <a:rPr lang="en-US" dirty="0"/>
            <a:t>Source MAC</a:t>
          </a:r>
        </a:p>
      </dgm:t>
    </dgm:pt>
    <dgm:pt modelId="{E1D827B7-F098-4C6B-A622-CBEB475FBB3F}" type="parTrans" cxnId="{7776AEEF-27BB-41AB-97C3-03418B17D520}">
      <dgm:prSet/>
      <dgm:spPr/>
      <dgm:t>
        <a:bodyPr/>
        <a:lstStyle/>
        <a:p>
          <a:endParaRPr lang="en-US"/>
        </a:p>
      </dgm:t>
    </dgm:pt>
    <dgm:pt modelId="{4A996C8A-3BEA-4056-B55F-878DC5228C93}" type="sibTrans" cxnId="{7776AEEF-27BB-41AB-97C3-03418B17D520}">
      <dgm:prSet/>
      <dgm:spPr/>
      <dgm:t>
        <a:bodyPr/>
        <a:lstStyle/>
        <a:p>
          <a:endParaRPr lang="en-US"/>
        </a:p>
      </dgm:t>
    </dgm:pt>
    <dgm:pt modelId="{A138F0A9-F034-4BEE-9DB6-3C8367EB9AD0}">
      <dgm:prSet phldrT="[Text]"/>
      <dgm:spPr/>
      <dgm:t>
        <a:bodyPr/>
        <a:lstStyle/>
        <a:p>
          <a:r>
            <a:rPr lang="en-US" dirty="0"/>
            <a:t>Destin-ation</a:t>
          </a:r>
        </a:p>
        <a:p>
          <a:r>
            <a:rPr lang="en-US" dirty="0"/>
            <a:t>MAC</a:t>
          </a:r>
        </a:p>
      </dgm:t>
    </dgm:pt>
    <dgm:pt modelId="{7889066D-0EEE-492B-8E41-BBF07049762C}" type="parTrans" cxnId="{72C23876-773E-4A8D-B478-408971B69D71}">
      <dgm:prSet/>
      <dgm:spPr/>
      <dgm:t>
        <a:bodyPr/>
        <a:lstStyle/>
        <a:p>
          <a:endParaRPr lang="en-US"/>
        </a:p>
      </dgm:t>
    </dgm:pt>
    <dgm:pt modelId="{8538B414-0238-4E10-B304-057131E8634D}" type="sibTrans" cxnId="{72C23876-773E-4A8D-B478-408971B69D71}">
      <dgm:prSet/>
      <dgm:spPr/>
      <dgm:t>
        <a:bodyPr/>
        <a:lstStyle/>
        <a:p>
          <a:endParaRPr lang="en-US"/>
        </a:p>
      </dgm:t>
    </dgm:pt>
    <dgm:pt modelId="{54FB1625-C400-42B3-A26E-8088F2A4C327}">
      <dgm:prSet phldrT="[Text]"/>
      <dgm:spPr/>
      <dgm:t>
        <a:bodyPr/>
        <a:lstStyle/>
        <a:p>
          <a:r>
            <a:rPr lang="en-US"/>
            <a:t>IP</a:t>
          </a:r>
          <a:r>
            <a:rPr lang="en-US" dirty="0"/>
            <a:t> Header</a:t>
          </a:r>
        </a:p>
      </dgm:t>
    </dgm:pt>
    <dgm:pt modelId="{C4EC06DF-81E1-4C0A-A230-E87F2A645FF1}" type="parTrans" cxnId="{06AD060B-DBEA-4C9E-B2D5-8A0F16256D33}">
      <dgm:prSet/>
      <dgm:spPr/>
      <dgm:t>
        <a:bodyPr/>
        <a:lstStyle/>
        <a:p>
          <a:endParaRPr lang="en-US"/>
        </a:p>
      </dgm:t>
    </dgm:pt>
    <dgm:pt modelId="{E08FAE1D-057A-4792-86A2-7E535BAA2DDB}" type="sibTrans" cxnId="{06AD060B-DBEA-4C9E-B2D5-8A0F16256D33}">
      <dgm:prSet/>
      <dgm:spPr/>
      <dgm:t>
        <a:bodyPr/>
        <a:lstStyle/>
        <a:p>
          <a:endParaRPr lang="en-US"/>
        </a:p>
      </dgm:t>
    </dgm:pt>
    <dgm:pt modelId="{579C7A22-A955-4150-A21D-877E8B6381A0}">
      <dgm:prSet phldrT="[Text]"/>
      <dgm:spPr/>
      <dgm:t>
        <a:bodyPr/>
        <a:lstStyle/>
        <a:p>
          <a:r>
            <a:rPr lang="en-US"/>
            <a:t>IP</a:t>
          </a:r>
          <a:r>
            <a:rPr lang="en-US" dirty="0"/>
            <a:t> addresses</a:t>
          </a:r>
        </a:p>
      </dgm:t>
    </dgm:pt>
    <dgm:pt modelId="{0671C5D0-65DF-4C70-8948-DB9D76C66086}" type="parTrans" cxnId="{35BE9FB9-06B7-4781-B8CC-B9951850BD68}">
      <dgm:prSet/>
      <dgm:spPr/>
      <dgm:t>
        <a:bodyPr/>
        <a:lstStyle/>
        <a:p>
          <a:endParaRPr lang="en-US"/>
        </a:p>
      </dgm:t>
    </dgm:pt>
    <dgm:pt modelId="{01352885-8D44-41EC-ACDC-C0AD9CF0B573}" type="sibTrans" cxnId="{35BE9FB9-06B7-4781-B8CC-B9951850BD68}">
      <dgm:prSet/>
      <dgm:spPr/>
      <dgm:t>
        <a:bodyPr/>
        <a:lstStyle/>
        <a:p>
          <a:endParaRPr lang="en-US"/>
        </a:p>
      </dgm:t>
    </dgm:pt>
    <dgm:pt modelId="{78A18A4D-C89C-4419-97F5-AFDBCA6A438A}">
      <dgm:prSet phldrT="[Text]"/>
      <dgm:spPr/>
      <dgm:t>
        <a:bodyPr/>
        <a:lstStyle/>
        <a:p>
          <a:r>
            <a:rPr lang="en-US" dirty="0"/>
            <a:t>Protocol #s</a:t>
          </a:r>
        </a:p>
      </dgm:t>
    </dgm:pt>
    <dgm:pt modelId="{8EC203C8-696E-4064-8A49-F558A8C8A5DD}" type="parTrans" cxnId="{41413BB8-C9DB-4086-B80E-676AC3AD9CBD}">
      <dgm:prSet/>
      <dgm:spPr/>
      <dgm:t>
        <a:bodyPr/>
        <a:lstStyle/>
        <a:p>
          <a:endParaRPr lang="en-US"/>
        </a:p>
      </dgm:t>
    </dgm:pt>
    <dgm:pt modelId="{34571398-90ED-4631-8B42-C914EE84D1EE}" type="sibTrans" cxnId="{41413BB8-C9DB-4086-B80E-676AC3AD9CBD}">
      <dgm:prSet/>
      <dgm:spPr/>
      <dgm:t>
        <a:bodyPr/>
        <a:lstStyle/>
        <a:p>
          <a:endParaRPr lang="en-US"/>
        </a:p>
      </dgm:t>
    </dgm:pt>
    <dgm:pt modelId="{9F173703-3177-49E6-A338-0DD08463D0B8}">
      <dgm:prSet phldrT="[Text]"/>
      <dgm:spPr/>
      <dgm:t>
        <a:bodyPr/>
        <a:lstStyle/>
        <a:p>
          <a:r>
            <a:rPr lang="en-US" dirty="0"/>
            <a:t>TCP Header</a:t>
          </a:r>
        </a:p>
      </dgm:t>
    </dgm:pt>
    <dgm:pt modelId="{D5F52291-E3BD-410B-A0B1-F51450D37AF3}" type="parTrans" cxnId="{7A0D8D06-AF34-4669-A1DE-0A4728D522EF}">
      <dgm:prSet/>
      <dgm:spPr/>
      <dgm:t>
        <a:bodyPr/>
        <a:lstStyle/>
        <a:p>
          <a:endParaRPr lang="en-US"/>
        </a:p>
      </dgm:t>
    </dgm:pt>
    <dgm:pt modelId="{587061FA-85DB-4B5C-A899-5A3DB4311254}" type="sibTrans" cxnId="{7A0D8D06-AF34-4669-A1DE-0A4728D522EF}">
      <dgm:prSet/>
      <dgm:spPr/>
      <dgm:t>
        <a:bodyPr/>
        <a:lstStyle/>
        <a:p>
          <a:endParaRPr lang="en-US"/>
        </a:p>
      </dgm:t>
    </dgm:pt>
    <dgm:pt modelId="{22E2E267-C3B9-489B-BDB7-712D395DA043}">
      <dgm:prSet phldrT="[Text]"/>
      <dgm:spPr/>
      <dgm:t>
        <a:bodyPr/>
        <a:lstStyle/>
        <a:p>
          <a:r>
            <a:rPr lang="en-US" dirty="0"/>
            <a:t>Ports</a:t>
          </a:r>
        </a:p>
      </dgm:t>
    </dgm:pt>
    <dgm:pt modelId="{40FE8814-A327-47FF-8B77-842860A246CC}" type="parTrans" cxnId="{72B14461-5B3B-46B3-A6BE-84033A0CA40A}">
      <dgm:prSet/>
      <dgm:spPr/>
      <dgm:t>
        <a:bodyPr/>
        <a:lstStyle/>
        <a:p>
          <a:endParaRPr lang="en-US"/>
        </a:p>
      </dgm:t>
    </dgm:pt>
    <dgm:pt modelId="{9A4E09F9-2898-4671-A687-66637A005875}" type="sibTrans" cxnId="{72B14461-5B3B-46B3-A6BE-84033A0CA40A}">
      <dgm:prSet/>
      <dgm:spPr/>
      <dgm:t>
        <a:bodyPr/>
        <a:lstStyle/>
        <a:p>
          <a:endParaRPr lang="en-US"/>
        </a:p>
      </dgm:t>
    </dgm:pt>
    <dgm:pt modelId="{3E7EAD4A-4929-492D-B80F-A48BA5BECEA0}">
      <dgm:prSet phldrT="[Text]"/>
      <dgm:spPr/>
      <dgm:t>
        <a:bodyPr/>
        <a:lstStyle/>
        <a:p>
          <a:r>
            <a:rPr lang="en-US" dirty="0"/>
            <a:t>Seq. #</a:t>
          </a:r>
        </a:p>
      </dgm:t>
    </dgm:pt>
    <dgm:pt modelId="{B64A73D1-7BAF-4B74-B941-2CF409579E48}" type="parTrans" cxnId="{2E5A340B-C80A-48FC-9EA5-01BA5AA27D7E}">
      <dgm:prSet/>
      <dgm:spPr/>
      <dgm:t>
        <a:bodyPr/>
        <a:lstStyle/>
        <a:p>
          <a:endParaRPr lang="en-US"/>
        </a:p>
      </dgm:t>
    </dgm:pt>
    <dgm:pt modelId="{DB327B3C-7759-4362-913D-2B4829D8EFEC}" type="sibTrans" cxnId="{2E5A340B-C80A-48FC-9EA5-01BA5AA27D7E}">
      <dgm:prSet/>
      <dgm:spPr/>
      <dgm:t>
        <a:bodyPr/>
        <a:lstStyle/>
        <a:p>
          <a:endParaRPr lang="en-US"/>
        </a:p>
      </dgm:t>
    </dgm:pt>
    <dgm:pt modelId="{E7959565-8247-484A-90E8-C8D53B454696}">
      <dgm:prSet custT="1"/>
      <dgm:spPr>
        <a:solidFill>
          <a:srgbClr val="ED6E2E">
            <a:alpha val="90000"/>
          </a:srgbClr>
        </a:solidFill>
        <a:ln>
          <a:solidFill>
            <a:schemeClr val="bg1"/>
          </a:solidFill>
        </a:ln>
      </dgm:spPr>
      <dgm:t>
        <a:bodyPr/>
        <a:lstStyle/>
        <a:p>
          <a:r>
            <a:rPr lang="en-US" sz="2000" b="1" dirty="0"/>
            <a:t>Data</a:t>
          </a:r>
        </a:p>
      </dgm:t>
    </dgm:pt>
    <dgm:pt modelId="{B35D34C3-46F0-49E0-9391-53C1EA747C97}" type="parTrans" cxnId="{76A7BEEA-E6A3-4143-B175-C04549CD6CDB}">
      <dgm:prSet/>
      <dgm:spPr/>
      <dgm:t>
        <a:bodyPr/>
        <a:lstStyle/>
        <a:p>
          <a:endParaRPr lang="en-US"/>
        </a:p>
      </dgm:t>
    </dgm:pt>
    <dgm:pt modelId="{2B046A0D-465C-4B00-BF91-DFD479C390BC}" type="sibTrans" cxnId="{76A7BEEA-E6A3-4143-B175-C04549CD6CDB}">
      <dgm:prSet/>
      <dgm:spPr/>
      <dgm:t>
        <a:bodyPr/>
        <a:lstStyle/>
        <a:p>
          <a:endParaRPr lang="en-US"/>
        </a:p>
      </dgm:t>
    </dgm:pt>
    <dgm:pt modelId="{903FFA1A-A957-4B05-B0C7-83DB6E5FB5A0}" type="pres">
      <dgm:prSet presAssocID="{4D3BB74B-8E86-4A2A-A543-294D85B6795A}" presName="Name0" presStyleCnt="0">
        <dgm:presLayoutVars>
          <dgm:chMax val="3"/>
          <dgm:chPref val="1"/>
          <dgm:dir/>
          <dgm:animLvl val="lvl"/>
          <dgm:resizeHandles/>
        </dgm:presLayoutVars>
      </dgm:prSet>
      <dgm:spPr/>
    </dgm:pt>
    <dgm:pt modelId="{3377B5D1-C4A2-48D4-A701-4D246567DA23}" type="pres">
      <dgm:prSet presAssocID="{4D3BB74B-8E86-4A2A-A543-294D85B6795A}" presName="outerBox" presStyleCnt="0"/>
      <dgm:spPr/>
    </dgm:pt>
    <dgm:pt modelId="{D3E42B6D-965C-4565-BE04-A87CCBD4A60A}" type="pres">
      <dgm:prSet presAssocID="{4D3BB74B-8E86-4A2A-A543-294D85B6795A}" presName="outerBoxParent" presStyleLbl="node1" presStyleIdx="0" presStyleCnt="3" custLinFactNeighborY="-301"/>
      <dgm:spPr/>
    </dgm:pt>
    <dgm:pt modelId="{7757C2AD-D92B-4889-9BA7-50E97E99C228}" type="pres">
      <dgm:prSet presAssocID="{4D3BB74B-8E86-4A2A-A543-294D85B6795A}" presName="outerBoxChildren" presStyleCnt="0"/>
      <dgm:spPr/>
    </dgm:pt>
    <dgm:pt modelId="{227B0B3F-DBB2-4BBC-ABC7-BF830994416C}" type="pres">
      <dgm:prSet presAssocID="{2FC0D4A2-2B55-4947-8EA0-2375EC24ADF8}" presName="oChild" presStyleLbl="fgAcc1" presStyleIdx="0" presStyleCnt="7">
        <dgm:presLayoutVars>
          <dgm:bulletEnabled val="1"/>
        </dgm:presLayoutVars>
      </dgm:prSet>
      <dgm:spPr/>
    </dgm:pt>
    <dgm:pt modelId="{E00DF7FE-003D-4E3F-BD69-F877ED64DBEA}" type="pres">
      <dgm:prSet presAssocID="{4A996C8A-3BEA-4056-B55F-878DC5228C93}" presName="outerSibTrans" presStyleCnt="0"/>
      <dgm:spPr/>
    </dgm:pt>
    <dgm:pt modelId="{B4B0C353-E704-4B10-AA0A-9AA099690D1A}" type="pres">
      <dgm:prSet presAssocID="{A138F0A9-F034-4BEE-9DB6-3C8367EB9AD0}" presName="oChild" presStyleLbl="fgAcc1" presStyleIdx="1" presStyleCnt="7">
        <dgm:presLayoutVars>
          <dgm:bulletEnabled val="1"/>
        </dgm:presLayoutVars>
      </dgm:prSet>
      <dgm:spPr/>
    </dgm:pt>
    <dgm:pt modelId="{07446B32-9591-4419-98B4-E6216A2DD96E}" type="pres">
      <dgm:prSet presAssocID="{4D3BB74B-8E86-4A2A-A543-294D85B6795A}" presName="middleBox" presStyleCnt="0"/>
      <dgm:spPr/>
    </dgm:pt>
    <dgm:pt modelId="{7287DF12-4F0C-452C-86B3-CA50856EBA25}" type="pres">
      <dgm:prSet presAssocID="{4D3BB74B-8E86-4A2A-A543-294D85B6795A}" presName="middleBoxParent" presStyleLbl="node1" presStyleIdx="1" presStyleCnt="3"/>
      <dgm:spPr/>
    </dgm:pt>
    <dgm:pt modelId="{0EE2207E-388A-4F13-B950-D569F20F7B6A}" type="pres">
      <dgm:prSet presAssocID="{4D3BB74B-8E86-4A2A-A543-294D85B6795A}" presName="middleBoxChildren" presStyleCnt="0"/>
      <dgm:spPr/>
    </dgm:pt>
    <dgm:pt modelId="{8CED674A-2984-475F-9607-02C2B042CEB6}" type="pres">
      <dgm:prSet presAssocID="{579C7A22-A955-4150-A21D-877E8B6381A0}" presName="mChild" presStyleLbl="fgAcc1" presStyleIdx="2" presStyleCnt="7">
        <dgm:presLayoutVars>
          <dgm:bulletEnabled val="1"/>
        </dgm:presLayoutVars>
      </dgm:prSet>
      <dgm:spPr/>
    </dgm:pt>
    <dgm:pt modelId="{EF6C15B8-8A9B-440E-A26C-3916F8DA8F96}" type="pres">
      <dgm:prSet presAssocID="{01352885-8D44-41EC-ACDC-C0AD9CF0B573}" presName="middleSibTrans" presStyleCnt="0"/>
      <dgm:spPr/>
    </dgm:pt>
    <dgm:pt modelId="{9DB58232-9035-4FDD-9261-4D45A53724DA}" type="pres">
      <dgm:prSet presAssocID="{78A18A4D-C89C-4419-97F5-AFDBCA6A438A}" presName="mChild" presStyleLbl="fgAcc1" presStyleIdx="3" presStyleCnt="7">
        <dgm:presLayoutVars>
          <dgm:bulletEnabled val="1"/>
        </dgm:presLayoutVars>
      </dgm:prSet>
      <dgm:spPr/>
    </dgm:pt>
    <dgm:pt modelId="{40E050CD-56A9-4243-AC89-298FA8C4F99C}" type="pres">
      <dgm:prSet presAssocID="{4D3BB74B-8E86-4A2A-A543-294D85B6795A}" presName="centerBox" presStyleCnt="0"/>
      <dgm:spPr/>
    </dgm:pt>
    <dgm:pt modelId="{9FA19B86-BEFC-446C-8132-338A7E490D3B}" type="pres">
      <dgm:prSet presAssocID="{4D3BB74B-8E86-4A2A-A543-294D85B6795A}" presName="centerBoxParent" presStyleLbl="node1" presStyleIdx="2" presStyleCnt="3"/>
      <dgm:spPr/>
    </dgm:pt>
    <dgm:pt modelId="{9A6535BF-D154-4528-98B7-61018C930ADD}" type="pres">
      <dgm:prSet presAssocID="{4D3BB74B-8E86-4A2A-A543-294D85B6795A}" presName="centerBoxChildren" presStyleCnt="0"/>
      <dgm:spPr/>
    </dgm:pt>
    <dgm:pt modelId="{A544EF46-3041-4377-9E7B-A9D3B1E5788E}" type="pres">
      <dgm:prSet presAssocID="{22E2E267-C3B9-489B-BDB7-712D395DA043}" presName="cChild" presStyleLbl="fgAcc1" presStyleIdx="4" presStyleCnt="7">
        <dgm:presLayoutVars>
          <dgm:bulletEnabled val="1"/>
        </dgm:presLayoutVars>
      </dgm:prSet>
      <dgm:spPr/>
    </dgm:pt>
    <dgm:pt modelId="{62CE04A7-537E-47FE-8AC1-EC0DDBABFA68}" type="pres">
      <dgm:prSet presAssocID="{9A4E09F9-2898-4671-A687-66637A005875}" presName="centerSibTrans" presStyleCnt="0"/>
      <dgm:spPr/>
    </dgm:pt>
    <dgm:pt modelId="{C2EBA0A7-6267-45D0-B34A-20BC0B49A1D7}" type="pres">
      <dgm:prSet presAssocID="{3E7EAD4A-4929-492D-B80F-A48BA5BECEA0}" presName="cChild" presStyleLbl="fgAcc1" presStyleIdx="5" presStyleCnt="7">
        <dgm:presLayoutVars>
          <dgm:bulletEnabled val="1"/>
        </dgm:presLayoutVars>
      </dgm:prSet>
      <dgm:spPr/>
    </dgm:pt>
    <dgm:pt modelId="{D0B678AA-751A-43A8-BC9E-F7F019ED7B50}" type="pres">
      <dgm:prSet presAssocID="{DB327B3C-7759-4362-913D-2B4829D8EFEC}" presName="centerSibTrans" presStyleCnt="0"/>
      <dgm:spPr/>
    </dgm:pt>
    <dgm:pt modelId="{36A3AB96-8CE9-4C31-A5F7-1D01CA5F4137}" type="pres">
      <dgm:prSet presAssocID="{E7959565-8247-484A-90E8-C8D53B454696}" presName="cChild" presStyleLbl="fgAcc1" presStyleIdx="6" presStyleCnt="7">
        <dgm:presLayoutVars>
          <dgm:bulletEnabled val="1"/>
        </dgm:presLayoutVars>
      </dgm:prSet>
      <dgm:spPr/>
    </dgm:pt>
  </dgm:ptLst>
  <dgm:cxnLst>
    <dgm:cxn modelId="{C30C2F01-7F84-47D2-8F6C-AA8696ECB655}" type="presOf" srcId="{54FB1625-C400-42B3-A26E-8088F2A4C327}" destId="{7287DF12-4F0C-452C-86B3-CA50856EBA25}" srcOrd="0" destOrd="0" presId="urn:microsoft.com/office/officeart/2005/8/layout/target2"/>
    <dgm:cxn modelId="{438D1806-1D62-4954-8092-7AA6405A529F}" type="presOf" srcId="{A138F0A9-F034-4BEE-9DB6-3C8367EB9AD0}" destId="{B4B0C353-E704-4B10-AA0A-9AA099690D1A}" srcOrd="0" destOrd="0" presId="urn:microsoft.com/office/officeart/2005/8/layout/target2"/>
    <dgm:cxn modelId="{7A0D8D06-AF34-4669-A1DE-0A4728D522EF}" srcId="{4D3BB74B-8E86-4A2A-A543-294D85B6795A}" destId="{9F173703-3177-49E6-A338-0DD08463D0B8}" srcOrd="2" destOrd="0" parTransId="{D5F52291-E3BD-410B-A0B1-F51450D37AF3}" sibTransId="{587061FA-85DB-4B5C-A899-5A3DB4311254}"/>
    <dgm:cxn modelId="{06AD060B-DBEA-4C9E-B2D5-8A0F16256D33}" srcId="{4D3BB74B-8E86-4A2A-A543-294D85B6795A}" destId="{54FB1625-C400-42B3-A26E-8088F2A4C327}" srcOrd="1" destOrd="0" parTransId="{C4EC06DF-81E1-4C0A-A230-E87F2A645FF1}" sibTransId="{E08FAE1D-057A-4792-86A2-7E535BAA2DDB}"/>
    <dgm:cxn modelId="{2E5A340B-C80A-48FC-9EA5-01BA5AA27D7E}" srcId="{9F173703-3177-49E6-A338-0DD08463D0B8}" destId="{3E7EAD4A-4929-492D-B80F-A48BA5BECEA0}" srcOrd="1" destOrd="0" parTransId="{B64A73D1-7BAF-4B74-B941-2CF409579E48}" sibTransId="{DB327B3C-7759-4362-913D-2B4829D8EFEC}"/>
    <dgm:cxn modelId="{0BAAF310-7001-4ECD-A468-27D9AC049CDB}" type="presOf" srcId="{78A18A4D-C89C-4419-97F5-AFDBCA6A438A}" destId="{9DB58232-9035-4FDD-9261-4D45A53724DA}" srcOrd="0" destOrd="0" presId="urn:microsoft.com/office/officeart/2005/8/layout/target2"/>
    <dgm:cxn modelId="{72B14461-5B3B-46B3-A6BE-84033A0CA40A}" srcId="{9F173703-3177-49E6-A338-0DD08463D0B8}" destId="{22E2E267-C3B9-489B-BDB7-712D395DA043}" srcOrd="0" destOrd="0" parTransId="{40FE8814-A327-47FF-8B77-842860A246CC}" sibTransId="{9A4E09F9-2898-4671-A687-66637A005875}"/>
    <dgm:cxn modelId="{850FFB6F-6F45-4DFB-9E39-A1535637BBB4}" type="presOf" srcId="{3E7EAD4A-4929-492D-B80F-A48BA5BECEA0}" destId="{C2EBA0A7-6267-45D0-B34A-20BC0B49A1D7}" srcOrd="0" destOrd="0" presId="urn:microsoft.com/office/officeart/2005/8/layout/target2"/>
    <dgm:cxn modelId="{72C23876-773E-4A8D-B478-408971B69D71}" srcId="{5EAF0AE8-14E5-4A78-99D8-F70EB051D645}" destId="{A138F0A9-F034-4BEE-9DB6-3C8367EB9AD0}" srcOrd="1" destOrd="0" parTransId="{7889066D-0EEE-492B-8E41-BBF07049762C}" sibTransId="{8538B414-0238-4E10-B304-057131E8634D}"/>
    <dgm:cxn modelId="{12CF7176-57FD-4A96-9936-55454C3DF6E8}" type="presOf" srcId="{5EAF0AE8-14E5-4A78-99D8-F70EB051D645}" destId="{D3E42B6D-965C-4565-BE04-A87CCBD4A60A}" srcOrd="0" destOrd="0" presId="urn:microsoft.com/office/officeart/2005/8/layout/target2"/>
    <dgm:cxn modelId="{36777181-FE23-4F25-92A1-E2E49DB276A7}" type="presOf" srcId="{9F173703-3177-49E6-A338-0DD08463D0B8}" destId="{9FA19B86-BEFC-446C-8132-338A7E490D3B}" srcOrd="0" destOrd="0" presId="urn:microsoft.com/office/officeart/2005/8/layout/target2"/>
    <dgm:cxn modelId="{2E3DD491-85F3-420A-A872-D9159614772C}" type="presOf" srcId="{4D3BB74B-8E86-4A2A-A543-294D85B6795A}" destId="{903FFA1A-A957-4B05-B0C7-83DB6E5FB5A0}" srcOrd="0" destOrd="0" presId="urn:microsoft.com/office/officeart/2005/8/layout/target2"/>
    <dgm:cxn modelId="{41413BB8-C9DB-4086-B80E-676AC3AD9CBD}" srcId="{54FB1625-C400-42B3-A26E-8088F2A4C327}" destId="{78A18A4D-C89C-4419-97F5-AFDBCA6A438A}" srcOrd="1" destOrd="0" parTransId="{8EC203C8-696E-4064-8A49-F558A8C8A5DD}" sibTransId="{34571398-90ED-4631-8B42-C914EE84D1EE}"/>
    <dgm:cxn modelId="{44873BB9-68A8-43ED-BFB0-67E85BDB3ABC}" type="presOf" srcId="{22E2E267-C3B9-489B-BDB7-712D395DA043}" destId="{A544EF46-3041-4377-9E7B-A9D3B1E5788E}" srcOrd="0" destOrd="0" presId="urn:microsoft.com/office/officeart/2005/8/layout/target2"/>
    <dgm:cxn modelId="{35BE9FB9-06B7-4781-B8CC-B9951850BD68}" srcId="{54FB1625-C400-42B3-A26E-8088F2A4C327}" destId="{579C7A22-A955-4150-A21D-877E8B6381A0}" srcOrd="0" destOrd="0" parTransId="{0671C5D0-65DF-4C70-8948-DB9D76C66086}" sibTransId="{01352885-8D44-41EC-ACDC-C0AD9CF0B573}"/>
    <dgm:cxn modelId="{A7C067D6-813B-45CF-BEF4-EE0EB282592C}" srcId="{4D3BB74B-8E86-4A2A-A543-294D85B6795A}" destId="{5EAF0AE8-14E5-4A78-99D8-F70EB051D645}" srcOrd="0" destOrd="0" parTransId="{B6BD91AF-1F2A-4600-95AC-135A5E074C5C}" sibTransId="{A0D7E36C-2A8A-410E-8341-14101D082203}"/>
    <dgm:cxn modelId="{B60311D9-0B5D-4191-988E-958AB32D5FC4}" type="presOf" srcId="{2FC0D4A2-2B55-4947-8EA0-2375EC24ADF8}" destId="{227B0B3F-DBB2-4BBC-ABC7-BF830994416C}" srcOrd="0" destOrd="0" presId="urn:microsoft.com/office/officeart/2005/8/layout/target2"/>
    <dgm:cxn modelId="{809A1CD9-B7C5-4524-ADA8-D851F3FE62A7}" type="presOf" srcId="{E7959565-8247-484A-90E8-C8D53B454696}" destId="{36A3AB96-8CE9-4C31-A5F7-1D01CA5F4137}" srcOrd="0" destOrd="0" presId="urn:microsoft.com/office/officeart/2005/8/layout/target2"/>
    <dgm:cxn modelId="{1B7B79E7-91D5-4FC7-9D3F-3A18F22C5CD1}" type="presOf" srcId="{579C7A22-A955-4150-A21D-877E8B6381A0}" destId="{8CED674A-2984-475F-9607-02C2B042CEB6}" srcOrd="0" destOrd="0" presId="urn:microsoft.com/office/officeart/2005/8/layout/target2"/>
    <dgm:cxn modelId="{76A7BEEA-E6A3-4143-B175-C04549CD6CDB}" srcId="{9F173703-3177-49E6-A338-0DD08463D0B8}" destId="{E7959565-8247-484A-90E8-C8D53B454696}" srcOrd="2" destOrd="0" parTransId="{B35D34C3-46F0-49E0-9391-53C1EA747C97}" sibTransId="{2B046A0D-465C-4B00-BF91-DFD479C390BC}"/>
    <dgm:cxn modelId="{7776AEEF-27BB-41AB-97C3-03418B17D520}" srcId="{5EAF0AE8-14E5-4A78-99D8-F70EB051D645}" destId="{2FC0D4A2-2B55-4947-8EA0-2375EC24ADF8}" srcOrd="0" destOrd="0" parTransId="{E1D827B7-F098-4C6B-A622-CBEB475FBB3F}" sibTransId="{4A996C8A-3BEA-4056-B55F-878DC5228C93}"/>
    <dgm:cxn modelId="{A2DF8317-1F93-4CC0-AC38-4F45685E52A2}" type="presParOf" srcId="{903FFA1A-A957-4B05-B0C7-83DB6E5FB5A0}" destId="{3377B5D1-C4A2-48D4-A701-4D246567DA23}" srcOrd="0" destOrd="0" presId="urn:microsoft.com/office/officeart/2005/8/layout/target2"/>
    <dgm:cxn modelId="{9C049137-EE7D-4AF7-BD3F-A5231DB84A7D}" type="presParOf" srcId="{3377B5D1-C4A2-48D4-A701-4D246567DA23}" destId="{D3E42B6D-965C-4565-BE04-A87CCBD4A60A}" srcOrd="0" destOrd="0" presId="urn:microsoft.com/office/officeart/2005/8/layout/target2"/>
    <dgm:cxn modelId="{B08E0A3C-46BA-45F8-923F-52F52B96269F}" type="presParOf" srcId="{3377B5D1-C4A2-48D4-A701-4D246567DA23}" destId="{7757C2AD-D92B-4889-9BA7-50E97E99C228}" srcOrd="1" destOrd="0" presId="urn:microsoft.com/office/officeart/2005/8/layout/target2"/>
    <dgm:cxn modelId="{FBB13C93-2459-43E2-BAC5-628F4783162B}" type="presParOf" srcId="{7757C2AD-D92B-4889-9BA7-50E97E99C228}" destId="{227B0B3F-DBB2-4BBC-ABC7-BF830994416C}" srcOrd="0" destOrd="0" presId="urn:microsoft.com/office/officeart/2005/8/layout/target2"/>
    <dgm:cxn modelId="{DEADACF6-90D0-4B6E-8D55-927E4340714B}" type="presParOf" srcId="{7757C2AD-D92B-4889-9BA7-50E97E99C228}" destId="{E00DF7FE-003D-4E3F-BD69-F877ED64DBEA}" srcOrd="1" destOrd="0" presId="urn:microsoft.com/office/officeart/2005/8/layout/target2"/>
    <dgm:cxn modelId="{E03904D0-6067-496F-905F-485D840CF4D5}" type="presParOf" srcId="{7757C2AD-D92B-4889-9BA7-50E97E99C228}" destId="{B4B0C353-E704-4B10-AA0A-9AA099690D1A}" srcOrd="2" destOrd="0" presId="urn:microsoft.com/office/officeart/2005/8/layout/target2"/>
    <dgm:cxn modelId="{406C2DC3-9021-44B6-B8E9-07950F22EAF7}" type="presParOf" srcId="{903FFA1A-A957-4B05-B0C7-83DB6E5FB5A0}" destId="{07446B32-9591-4419-98B4-E6216A2DD96E}" srcOrd="1" destOrd="0" presId="urn:microsoft.com/office/officeart/2005/8/layout/target2"/>
    <dgm:cxn modelId="{B24E52F9-5C1E-4370-9AE5-8D81F5FE127A}" type="presParOf" srcId="{07446B32-9591-4419-98B4-E6216A2DD96E}" destId="{7287DF12-4F0C-452C-86B3-CA50856EBA25}" srcOrd="0" destOrd="0" presId="urn:microsoft.com/office/officeart/2005/8/layout/target2"/>
    <dgm:cxn modelId="{E5CF1B52-3604-463F-AB6D-0BF33E6E260D}" type="presParOf" srcId="{07446B32-9591-4419-98B4-E6216A2DD96E}" destId="{0EE2207E-388A-4F13-B950-D569F20F7B6A}" srcOrd="1" destOrd="0" presId="urn:microsoft.com/office/officeart/2005/8/layout/target2"/>
    <dgm:cxn modelId="{7170093E-D5AC-4C8F-A3B4-1F85874641F0}" type="presParOf" srcId="{0EE2207E-388A-4F13-B950-D569F20F7B6A}" destId="{8CED674A-2984-475F-9607-02C2B042CEB6}" srcOrd="0" destOrd="0" presId="urn:microsoft.com/office/officeart/2005/8/layout/target2"/>
    <dgm:cxn modelId="{FECA4778-0BE3-434A-86C6-BB9B595D558F}" type="presParOf" srcId="{0EE2207E-388A-4F13-B950-D569F20F7B6A}" destId="{EF6C15B8-8A9B-440E-A26C-3916F8DA8F96}" srcOrd="1" destOrd="0" presId="urn:microsoft.com/office/officeart/2005/8/layout/target2"/>
    <dgm:cxn modelId="{47572F3A-683E-45BF-AD41-6DF25EA67D2B}" type="presParOf" srcId="{0EE2207E-388A-4F13-B950-D569F20F7B6A}" destId="{9DB58232-9035-4FDD-9261-4D45A53724DA}" srcOrd="2" destOrd="0" presId="urn:microsoft.com/office/officeart/2005/8/layout/target2"/>
    <dgm:cxn modelId="{38659AD4-9AA5-4FDC-A676-FE61B6BEA30E}" type="presParOf" srcId="{903FFA1A-A957-4B05-B0C7-83DB6E5FB5A0}" destId="{40E050CD-56A9-4243-AC89-298FA8C4F99C}" srcOrd="2" destOrd="0" presId="urn:microsoft.com/office/officeart/2005/8/layout/target2"/>
    <dgm:cxn modelId="{B0C37882-A484-431E-8672-48836C2CA6F0}" type="presParOf" srcId="{40E050CD-56A9-4243-AC89-298FA8C4F99C}" destId="{9FA19B86-BEFC-446C-8132-338A7E490D3B}" srcOrd="0" destOrd="0" presId="urn:microsoft.com/office/officeart/2005/8/layout/target2"/>
    <dgm:cxn modelId="{69F8D514-E662-48BF-8C96-7CE989F2AA52}" type="presParOf" srcId="{40E050CD-56A9-4243-AC89-298FA8C4F99C}" destId="{9A6535BF-D154-4528-98B7-61018C930ADD}" srcOrd="1" destOrd="0" presId="urn:microsoft.com/office/officeart/2005/8/layout/target2"/>
    <dgm:cxn modelId="{DC849F69-5078-49FA-BF54-4192BB751D26}" type="presParOf" srcId="{9A6535BF-D154-4528-98B7-61018C930ADD}" destId="{A544EF46-3041-4377-9E7B-A9D3B1E5788E}" srcOrd="0" destOrd="0" presId="urn:microsoft.com/office/officeart/2005/8/layout/target2"/>
    <dgm:cxn modelId="{134E63D5-6161-4DEF-8617-4C2314F719E8}" type="presParOf" srcId="{9A6535BF-D154-4528-98B7-61018C930ADD}" destId="{62CE04A7-537E-47FE-8AC1-EC0DDBABFA68}" srcOrd="1" destOrd="0" presId="urn:microsoft.com/office/officeart/2005/8/layout/target2"/>
    <dgm:cxn modelId="{9007D931-B9D4-46DE-A264-95D2F123F8FE}" type="presParOf" srcId="{9A6535BF-D154-4528-98B7-61018C930ADD}" destId="{C2EBA0A7-6267-45D0-B34A-20BC0B49A1D7}" srcOrd="2" destOrd="0" presId="urn:microsoft.com/office/officeart/2005/8/layout/target2"/>
    <dgm:cxn modelId="{23AB774F-3488-414A-8359-02157C04AC1A}" type="presParOf" srcId="{9A6535BF-D154-4528-98B7-61018C930ADD}" destId="{D0B678AA-751A-43A8-BC9E-F7F019ED7B50}" srcOrd="3" destOrd="0" presId="urn:microsoft.com/office/officeart/2005/8/layout/target2"/>
    <dgm:cxn modelId="{0571324A-ED2B-45A5-800B-A2E77A412563}" type="presParOf" srcId="{9A6535BF-D154-4528-98B7-61018C930ADD}" destId="{36A3AB96-8CE9-4C31-A5F7-1D01CA5F4137}"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9F65AB-7415-4EC4-B9A8-3269D716305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85B9C03-8088-4AB0-B780-B9EBCB83FFB6}">
      <dgm:prSet phldrT="[Text]" custT="1"/>
      <dgm:spPr/>
      <dgm:t>
        <a:bodyPr/>
        <a:lstStyle/>
        <a:p>
          <a:r>
            <a:rPr lang="en-US" sz="3600" dirty="0"/>
            <a:t>URG</a:t>
          </a:r>
        </a:p>
      </dgm:t>
    </dgm:pt>
    <dgm:pt modelId="{B60B3260-57B7-4DC0-A343-2F454C5FCA47}" type="parTrans" cxnId="{B786EC0C-46F0-44FF-AE76-B57DA2720DC3}">
      <dgm:prSet/>
      <dgm:spPr/>
      <dgm:t>
        <a:bodyPr/>
        <a:lstStyle/>
        <a:p>
          <a:endParaRPr lang="en-US"/>
        </a:p>
      </dgm:t>
    </dgm:pt>
    <dgm:pt modelId="{271552B7-8E4C-4EFF-90B5-128D2401231E}" type="sibTrans" cxnId="{B786EC0C-46F0-44FF-AE76-B57DA2720DC3}">
      <dgm:prSet/>
      <dgm:spPr/>
      <dgm:t>
        <a:bodyPr/>
        <a:lstStyle/>
        <a:p>
          <a:endParaRPr lang="en-US"/>
        </a:p>
      </dgm:t>
    </dgm:pt>
    <dgm:pt modelId="{4F254B57-0361-4ED2-98BF-8ED685F18BC1}">
      <dgm:prSet phldrT="[Text]"/>
      <dgm:spPr/>
      <dgm:t>
        <a:bodyPr/>
        <a:lstStyle/>
        <a:p>
          <a:r>
            <a:rPr lang="en-US" dirty="0"/>
            <a:t>Traffic marked as urgent</a:t>
          </a:r>
        </a:p>
      </dgm:t>
    </dgm:pt>
    <dgm:pt modelId="{475D92C3-5D69-4825-85F4-8576371203F3}" type="parTrans" cxnId="{DB675EBE-4DA6-4897-8677-C27A8EF0D109}">
      <dgm:prSet/>
      <dgm:spPr/>
      <dgm:t>
        <a:bodyPr/>
        <a:lstStyle/>
        <a:p>
          <a:endParaRPr lang="en-US"/>
        </a:p>
      </dgm:t>
    </dgm:pt>
    <dgm:pt modelId="{13A11576-FF02-404F-8D50-21A4539A361F}" type="sibTrans" cxnId="{DB675EBE-4DA6-4897-8677-C27A8EF0D109}">
      <dgm:prSet/>
      <dgm:spPr/>
      <dgm:t>
        <a:bodyPr/>
        <a:lstStyle/>
        <a:p>
          <a:endParaRPr lang="en-US"/>
        </a:p>
      </dgm:t>
    </dgm:pt>
    <dgm:pt modelId="{89AA6F02-1A6B-49C8-9038-4722B127723A}">
      <dgm:prSet phldrT="[Text]" custT="1"/>
      <dgm:spPr/>
      <dgm:t>
        <a:bodyPr/>
        <a:lstStyle/>
        <a:p>
          <a:r>
            <a:rPr lang="en-US" sz="3600" dirty="0"/>
            <a:t>ACK</a:t>
          </a:r>
        </a:p>
      </dgm:t>
    </dgm:pt>
    <dgm:pt modelId="{4CB48795-BA35-4A9F-BC98-86532BAA5189}" type="parTrans" cxnId="{E74F0013-82F0-46C1-B306-213CE2497138}">
      <dgm:prSet/>
      <dgm:spPr/>
      <dgm:t>
        <a:bodyPr/>
        <a:lstStyle/>
        <a:p>
          <a:endParaRPr lang="en-US"/>
        </a:p>
      </dgm:t>
    </dgm:pt>
    <dgm:pt modelId="{608C2BCB-5C95-4C5B-801E-7E9BE818779E}" type="sibTrans" cxnId="{E74F0013-82F0-46C1-B306-213CE2497138}">
      <dgm:prSet/>
      <dgm:spPr/>
      <dgm:t>
        <a:bodyPr/>
        <a:lstStyle/>
        <a:p>
          <a:endParaRPr lang="en-US"/>
        </a:p>
      </dgm:t>
    </dgm:pt>
    <dgm:pt modelId="{47515825-738D-468E-AB58-1900CD8A0D58}">
      <dgm:prSet phldrT="[Text]"/>
      <dgm:spPr/>
      <dgm:t>
        <a:bodyPr/>
        <a:lstStyle/>
        <a:p>
          <a:r>
            <a:rPr lang="en-US" dirty="0"/>
            <a:t>Acknowledges the attempt to synchronize communications</a:t>
          </a:r>
        </a:p>
      </dgm:t>
    </dgm:pt>
    <dgm:pt modelId="{BE176D70-0CDC-4B35-ACF4-AD8D59A32A3D}" type="parTrans" cxnId="{121AFFC7-F5AA-4BD2-A8F3-ACCE07038952}">
      <dgm:prSet/>
      <dgm:spPr/>
      <dgm:t>
        <a:bodyPr/>
        <a:lstStyle/>
        <a:p>
          <a:endParaRPr lang="en-US"/>
        </a:p>
      </dgm:t>
    </dgm:pt>
    <dgm:pt modelId="{1A008667-3A7E-493C-BB8E-1B5DCA3B0150}" type="sibTrans" cxnId="{121AFFC7-F5AA-4BD2-A8F3-ACCE07038952}">
      <dgm:prSet/>
      <dgm:spPr/>
      <dgm:t>
        <a:bodyPr/>
        <a:lstStyle/>
        <a:p>
          <a:endParaRPr lang="en-US"/>
        </a:p>
      </dgm:t>
    </dgm:pt>
    <dgm:pt modelId="{48956828-1A20-4DAE-A948-4CD9B8532C8E}">
      <dgm:prSet phldrT="[Text]" custT="1"/>
      <dgm:spPr/>
      <dgm:t>
        <a:bodyPr/>
        <a:lstStyle/>
        <a:p>
          <a:r>
            <a:rPr lang="en-US" sz="3600" dirty="0"/>
            <a:t>RST</a:t>
          </a:r>
        </a:p>
      </dgm:t>
    </dgm:pt>
    <dgm:pt modelId="{2FA8C317-0AE7-4D3F-AF75-D9965AFB4AEE}" type="parTrans" cxnId="{E759B6E2-A553-49F8-B1F5-5052C8DFB013}">
      <dgm:prSet/>
      <dgm:spPr/>
      <dgm:t>
        <a:bodyPr/>
        <a:lstStyle/>
        <a:p>
          <a:endParaRPr lang="en-US"/>
        </a:p>
      </dgm:t>
    </dgm:pt>
    <dgm:pt modelId="{5BE0C938-E8CC-42A2-914A-A43733097677}" type="sibTrans" cxnId="{E759B6E2-A553-49F8-B1F5-5052C8DFB013}">
      <dgm:prSet/>
      <dgm:spPr/>
      <dgm:t>
        <a:bodyPr/>
        <a:lstStyle/>
        <a:p>
          <a:endParaRPr lang="en-US"/>
        </a:p>
      </dgm:t>
    </dgm:pt>
    <dgm:pt modelId="{379A583A-17E3-4E10-BA4F-3AD7A919D99A}">
      <dgm:prSet phldrT="[Text]"/>
      <dgm:spPr/>
      <dgm:t>
        <a:bodyPr/>
        <a:lstStyle/>
        <a:p>
          <a:r>
            <a:rPr lang="en-US" dirty="0"/>
            <a:t>Resets the connection</a:t>
          </a:r>
        </a:p>
      </dgm:t>
    </dgm:pt>
    <dgm:pt modelId="{6CA7C125-D0BA-4BB5-B2F6-1596A288C6A9}" type="parTrans" cxnId="{969DF073-7683-4E29-98FF-DD932733592E}">
      <dgm:prSet/>
      <dgm:spPr/>
      <dgm:t>
        <a:bodyPr/>
        <a:lstStyle/>
        <a:p>
          <a:endParaRPr lang="en-US"/>
        </a:p>
      </dgm:t>
    </dgm:pt>
    <dgm:pt modelId="{B54B9349-2CE9-4773-9478-01F97E418104}" type="sibTrans" cxnId="{969DF073-7683-4E29-98FF-DD932733592E}">
      <dgm:prSet/>
      <dgm:spPr/>
      <dgm:t>
        <a:bodyPr/>
        <a:lstStyle/>
        <a:p>
          <a:endParaRPr lang="en-US"/>
        </a:p>
      </dgm:t>
    </dgm:pt>
    <dgm:pt modelId="{41A5D63A-73DD-4B56-9B3B-9F466327F5D6}">
      <dgm:prSet custT="1"/>
      <dgm:spPr/>
      <dgm:t>
        <a:bodyPr/>
        <a:lstStyle/>
        <a:p>
          <a:r>
            <a:rPr lang="en-US" sz="3600" dirty="0"/>
            <a:t>SYN</a:t>
          </a:r>
        </a:p>
      </dgm:t>
    </dgm:pt>
    <dgm:pt modelId="{7D4F338E-D744-4398-BCD2-0CF536C6B49A}" type="parTrans" cxnId="{854056DA-3051-4DFD-8451-FB6B5FB8FA9D}">
      <dgm:prSet/>
      <dgm:spPr/>
      <dgm:t>
        <a:bodyPr/>
        <a:lstStyle/>
        <a:p>
          <a:endParaRPr lang="en-US"/>
        </a:p>
      </dgm:t>
    </dgm:pt>
    <dgm:pt modelId="{87B31A08-F186-4287-B024-2E991E316C54}" type="sibTrans" cxnId="{854056DA-3051-4DFD-8451-FB6B5FB8FA9D}">
      <dgm:prSet/>
      <dgm:spPr/>
      <dgm:t>
        <a:bodyPr/>
        <a:lstStyle/>
        <a:p>
          <a:endParaRPr lang="en-US"/>
        </a:p>
      </dgm:t>
    </dgm:pt>
    <dgm:pt modelId="{24B99034-C627-4998-9873-4DD0E92EBDFA}">
      <dgm:prSet custT="1"/>
      <dgm:spPr/>
      <dgm:t>
        <a:bodyPr/>
        <a:lstStyle/>
        <a:p>
          <a:r>
            <a:rPr lang="en-US" sz="3600" dirty="0"/>
            <a:t>FIN</a:t>
          </a:r>
        </a:p>
      </dgm:t>
    </dgm:pt>
    <dgm:pt modelId="{CE157DDE-17E0-42F9-ADDA-541664D19304}" type="parTrans" cxnId="{B803D52D-D24C-43C6-861D-B4922EC56EB8}">
      <dgm:prSet/>
      <dgm:spPr/>
      <dgm:t>
        <a:bodyPr/>
        <a:lstStyle/>
        <a:p>
          <a:endParaRPr lang="en-US"/>
        </a:p>
      </dgm:t>
    </dgm:pt>
    <dgm:pt modelId="{7D157481-3E29-49BA-A79E-5923A96FFBDC}" type="sibTrans" cxnId="{B803D52D-D24C-43C6-861D-B4922EC56EB8}">
      <dgm:prSet/>
      <dgm:spPr/>
      <dgm:t>
        <a:bodyPr/>
        <a:lstStyle/>
        <a:p>
          <a:endParaRPr lang="en-US"/>
        </a:p>
      </dgm:t>
    </dgm:pt>
    <dgm:pt modelId="{A32677F5-ED7C-4F21-8345-282E43EE6346}">
      <dgm:prSet/>
      <dgm:spPr/>
      <dgm:t>
        <a:bodyPr/>
        <a:lstStyle/>
        <a:p>
          <a:r>
            <a:rPr lang="en-US" dirty="0"/>
            <a:t>Synchronizes sequence numbers</a:t>
          </a:r>
        </a:p>
      </dgm:t>
    </dgm:pt>
    <dgm:pt modelId="{207DFA60-BE8E-4FE7-9484-3F3BBD07D63D}" type="parTrans" cxnId="{02A0A3AF-2062-472F-AC60-E8896346C02B}">
      <dgm:prSet/>
      <dgm:spPr/>
      <dgm:t>
        <a:bodyPr/>
        <a:lstStyle/>
        <a:p>
          <a:endParaRPr lang="en-US"/>
        </a:p>
      </dgm:t>
    </dgm:pt>
    <dgm:pt modelId="{70782F58-00AE-4706-AB91-8F0D015D0AC6}" type="sibTrans" cxnId="{02A0A3AF-2062-472F-AC60-E8896346C02B}">
      <dgm:prSet/>
      <dgm:spPr/>
      <dgm:t>
        <a:bodyPr/>
        <a:lstStyle/>
        <a:p>
          <a:endParaRPr lang="en-US"/>
        </a:p>
      </dgm:t>
    </dgm:pt>
    <dgm:pt modelId="{3F9463FE-5131-45BC-ABDD-DCA17BCCCE02}">
      <dgm:prSet/>
      <dgm:spPr/>
      <dgm:t>
        <a:bodyPr/>
        <a:lstStyle/>
        <a:p>
          <a:r>
            <a:rPr lang="en-US" dirty="0"/>
            <a:t>Indicates there is no more data from the sender</a:t>
          </a:r>
        </a:p>
      </dgm:t>
    </dgm:pt>
    <dgm:pt modelId="{63FE5F39-7E2A-4B43-A995-B00BF8732B92}" type="parTrans" cxnId="{A12192C6-5AD4-4758-BDBD-4C54972EE9F8}">
      <dgm:prSet/>
      <dgm:spPr/>
      <dgm:t>
        <a:bodyPr/>
        <a:lstStyle/>
        <a:p>
          <a:endParaRPr lang="en-US"/>
        </a:p>
      </dgm:t>
    </dgm:pt>
    <dgm:pt modelId="{5E6BD197-9CB7-415D-A895-B2FD25DC08BA}" type="sibTrans" cxnId="{A12192C6-5AD4-4758-BDBD-4C54972EE9F8}">
      <dgm:prSet/>
      <dgm:spPr/>
      <dgm:t>
        <a:bodyPr/>
        <a:lstStyle/>
        <a:p>
          <a:endParaRPr lang="en-US"/>
        </a:p>
      </dgm:t>
    </dgm:pt>
    <dgm:pt modelId="{7EB02D83-2781-4D6C-BCA4-14A23F0C53F1}">
      <dgm:prSet phldrT="[Text]"/>
      <dgm:spPr/>
      <dgm:t>
        <a:bodyPr/>
        <a:lstStyle/>
        <a:p>
          <a:r>
            <a:rPr lang="en-US" dirty="0"/>
            <a:t>Bit is rarely used</a:t>
          </a:r>
        </a:p>
      </dgm:t>
    </dgm:pt>
    <dgm:pt modelId="{384D361E-70EB-4456-AE3A-4ACCE587D592}" type="parTrans" cxnId="{70B5214D-9C53-49B4-9942-6712ED84FEB7}">
      <dgm:prSet/>
      <dgm:spPr/>
      <dgm:t>
        <a:bodyPr/>
        <a:lstStyle/>
        <a:p>
          <a:endParaRPr lang="en-US"/>
        </a:p>
      </dgm:t>
    </dgm:pt>
    <dgm:pt modelId="{5BD25BD2-9FBF-4506-A7D1-A08F2EFE47AD}" type="sibTrans" cxnId="{70B5214D-9C53-49B4-9942-6712ED84FEB7}">
      <dgm:prSet/>
      <dgm:spPr/>
      <dgm:t>
        <a:bodyPr/>
        <a:lstStyle/>
        <a:p>
          <a:endParaRPr lang="en-US"/>
        </a:p>
      </dgm:t>
    </dgm:pt>
    <dgm:pt modelId="{88E9F1DD-5E1D-41E5-A2BE-FC1D43B101AA}" type="pres">
      <dgm:prSet presAssocID="{059F65AB-7415-4EC4-B9A8-3269D7163055}" presName="Name0" presStyleCnt="0">
        <dgm:presLayoutVars>
          <dgm:dir/>
          <dgm:animLvl val="lvl"/>
          <dgm:resizeHandles val="exact"/>
        </dgm:presLayoutVars>
      </dgm:prSet>
      <dgm:spPr/>
    </dgm:pt>
    <dgm:pt modelId="{EB2B27F1-BDD4-49B5-8E2A-1E4517505B34}" type="pres">
      <dgm:prSet presAssocID="{985B9C03-8088-4AB0-B780-B9EBCB83FFB6}" presName="linNode" presStyleCnt="0"/>
      <dgm:spPr/>
    </dgm:pt>
    <dgm:pt modelId="{0726EDD7-BF68-4791-A98D-E6E0AC53DCB2}" type="pres">
      <dgm:prSet presAssocID="{985B9C03-8088-4AB0-B780-B9EBCB83FFB6}" presName="parentText" presStyleLbl="node1" presStyleIdx="0" presStyleCnt="5">
        <dgm:presLayoutVars>
          <dgm:chMax val="1"/>
          <dgm:bulletEnabled val="1"/>
        </dgm:presLayoutVars>
      </dgm:prSet>
      <dgm:spPr/>
    </dgm:pt>
    <dgm:pt modelId="{A795BA60-D843-40EB-B36D-303B182FC36A}" type="pres">
      <dgm:prSet presAssocID="{985B9C03-8088-4AB0-B780-B9EBCB83FFB6}" presName="descendantText" presStyleLbl="alignAccFollowNode1" presStyleIdx="0" presStyleCnt="5">
        <dgm:presLayoutVars>
          <dgm:bulletEnabled val="1"/>
        </dgm:presLayoutVars>
      </dgm:prSet>
      <dgm:spPr/>
    </dgm:pt>
    <dgm:pt modelId="{675755F3-7CE9-4C7B-B8FA-BAAF1A05CE2F}" type="pres">
      <dgm:prSet presAssocID="{271552B7-8E4C-4EFF-90B5-128D2401231E}" presName="sp" presStyleCnt="0"/>
      <dgm:spPr/>
    </dgm:pt>
    <dgm:pt modelId="{0DC801EC-C7E1-4C44-A0C0-11C33291EACE}" type="pres">
      <dgm:prSet presAssocID="{89AA6F02-1A6B-49C8-9038-4722B127723A}" presName="linNode" presStyleCnt="0"/>
      <dgm:spPr/>
    </dgm:pt>
    <dgm:pt modelId="{13F6C3E7-31B6-442B-8D8C-F34514AFA897}" type="pres">
      <dgm:prSet presAssocID="{89AA6F02-1A6B-49C8-9038-4722B127723A}" presName="parentText" presStyleLbl="node1" presStyleIdx="1" presStyleCnt="5">
        <dgm:presLayoutVars>
          <dgm:chMax val="1"/>
          <dgm:bulletEnabled val="1"/>
        </dgm:presLayoutVars>
      </dgm:prSet>
      <dgm:spPr/>
    </dgm:pt>
    <dgm:pt modelId="{46F47575-0EA1-4F08-B65A-D43E9AE4667D}" type="pres">
      <dgm:prSet presAssocID="{89AA6F02-1A6B-49C8-9038-4722B127723A}" presName="descendantText" presStyleLbl="alignAccFollowNode1" presStyleIdx="1" presStyleCnt="5">
        <dgm:presLayoutVars>
          <dgm:bulletEnabled val="1"/>
        </dgm:presLayoutVars>
      </dgm:prSet>
      <dgm:spPr/>
    </dgm:pt>
    <dgm:pt modelId="{2190CEA9-B2CB-4CA9-B956-A2C2EC74B899}" type="pres">
      <dgm:prSet presAssocID="{608C2BCB-5C95-4C5B-801E-7E9BE818779E}" presName="sp" presStyleCnt="0"/>
      <dgm:spPr/>
    </dgm:pt>
    <dgm:pt modelId="{FB19740F-D9A7-471F-BCB2-52C238293E23}" type="pres">
      <dgm:prSet presAssocID="{48956828-1A20-4DAE-A948-4CD9B8532C8E}" presName="linNode" presStyleCnt="0"/>
      <dgm:spPr/>
    </dgm:pt>
    <dgm:pt modelId="{7B1DC578-2752-48B9-B39C-09D9439BC9A6}" type="pres">
      <dgm:prSet presAssocID="{48956828-1A20-4DAE-A948-4CD9B8532C8E}" presName="parentText" presStyleLbl="node1" presStyleIdx="2" presStyleCnt="5">
        <dgm:presLayoutVars>
          <dgm:chMax val="1"/>
          <dgm:bulletEnabled val="1"/>
        </dgm:presLayoutVars>
      </dgm:prSet>
      <dgm:spPr/>
    </dgm:pt>
    <dgm:pt modelId="{E7D5D7F7-F5A8-445E-9ECF-ADA9FC1940C2}" type="pres">
      <dgm:prSet presAssocID="{48956828-1A20-4DAE-A948-4CD9B8532C8E}" presName="descendantText" presStyleLbl="alignAccFollowNode1" presStyleIdx="2" presStyleCnt="5">
        <dgm:presLayoutVars>
          <dgm:bulletEnabled val="1"/>
        </dgm:presLayoutVars>
      </dgm:prSet>
      <dgm:spPr/>
    </dgm:pt>
    <dgm:pt modelId="{F5D982B9-4B0A-47CD-AA3A-9DAD4B2FC6A5}" type="pres">
      <dgm:prSet presAssocID="{5BE0C938-E8CC-42A2-914A-A43733097677}" presName="sp" presStyleCnt="0"/>
      <dgm:spPr/>
    </dgm:pt>
    <dgm:pt modelId="{A445BFFD-19D6-49EE-AA70-FE48DBB8A94D}" type="pres">
      <dgm:prSet presAssocID="{41A5D63A-73DD-4B56-9B3B-9F466327F5D6}" presName="linNode" presStyleCnt="0"/>
      <dgm:spPr/>
    </dgm:pt>
    <dgm:pt modelId="{E62E6BA5-AB95-4A40-9FF4-D72C7474CE95}" type="pres">
      <dgm:prSet presAssocID="{41A5D63A-73DD-4B56-9B3B-9F466327F5D6}" presName="parentText" presStyleLbl="node1" presStyleIdx="3" presStyleCnt="5">
        <dgm:presLayoutVars>
          <dgm:chMax val="1"/>
          <dgm:bulletEnabled val="1"/>
        </dgm:presLayoutVars>
      </dgm:prSet>
      <dgm:spPr/>
    </dgm:pt>
    <dgm:pt modelId="{A476C648-68EE-4B84-95A8-E717FFF59ADB}" type="pres">
      <dgm:prSet presAssocID="{41A5D63A-73DD-4B56-9B3B-9F466327F5D6}" presName="descendantText" presStyleLbl="alignAccFollowNode1" presStyleIdx="3" presStyleCnt="5">
        <dgm:presLayoutVars>
          <dgm:bulletEnabled val="1"/>
        </dgm:presLayoutVars>
      </dgm:prSet>
      <dgm:spPr/>
    </dgm:pt>
    <dgm:pt modelId="{62612AD6-EB3B-40ED-9731-E9FA521738B9}" type="pres">
      <dgm:prSet presAssocID="{87B31A08-F186-4287-B024-2E991E316C54}" presName="sp" presStyleCnt="0"/>
      <dgm:spPr/>
    </dgm:pt>
    <dgm:pt modelId="{7813EF54-7B68-442A-A38B-B4C63F82695D}" type="pres">
      <dgm:prSet presAssocID="{24B99034-C627-4998-9873-4DD0E92EBDFA}" presName="linNode" presStyleCnt="0"/>
      <dgm:spPr/>
    </dgm:pt>
    <dgm:pt modelId="{00E07EA9-4CCE-4583-9FBC-68D68E701FE8}" type="pres">
      <dgm:prSet presAssocID="{24B99034-C627-4998-9873-4DD0E92EBDFA}" presName="parentText" presStyleLbl="node1" presStyleIdx="4" presStyleCnt="5">
        <dgm:presLayoutVars>
          <dgm:chMax val="1"/>
          <dgm:bulletEnabled val="1"/>
        </dgm:presLayoutVars>
      </dgm:prSet>
      <dgm:spPr/>
    </dgm:pt>
    <dgm:pt modelId="{6BE64E56-8348-4BFB-BEF6-2E007AD66ED0}" type="pres">
      <dgm:prSet presAssocID="{24B99034-C627-4998-9873-4DD0E92EBDFA}" presName="descendantText" presStyleLbl="alignAccFollowNode1" presStyleIdx="4" presStyleCnt="5">
        <dgm:presLayoutVars>
          <dgm:bulletEnabled val="1"/>
        </dgm:presLayoutVars>
      </dgm:prSet>
      <dgm:spPr/>
    </dgm:pt>
  </dgm:ptLst>
  <dgm:cxnLst>
    <dgm:cxn modelId="{372B7B0A-742E-4E72-9E8F-9B635C78B72C}" type="presOf" srcId="{379A583A-17E3-4E10-BA4F-3AD7A919D99A}" destId="{E7D5D7F7-F5A8-445E-9ECF-ADA9FC1940C2}" srcOrd="0" destOrd="0" presId="urn:microsoft.com/office/officeart/2005/8/layout/vList5"/>
    <dgm:cxn modelId="{B786EC0C-46F0-44FF-AE76-B57DA2720DC3}" srcId="{059F65AB-7415-4EC4-B9A8-3269D7163055}" destId="{985B9C03-8088-4AB0-B780-B9EBCB83FFB6}" srcOrd="0" destOrd="0" parTransId="{B60B3260-57B7-4DC0-A343-2F454C5FCA47}" sibTransId="{271552B7-8E4C-4EFF-90B5-128D2401231E}"/>
    <dgm:cxn modelId="{E74F0013-82F0-46C1-B306-213CE2497138}" srcId="{059F65AB-7415-4EC4-B9A8-3269D7163055}" destId="{89AA6F02-1A6B-49C8-9038-4722B127723A}" srcOrd="1" destOrd="0" parTransId="{4CB48795-BA35-4A9F-BC98-86532BAA5189}" sibTransId="{608C2BCB-5C95-4C5B-801E-7E9BE818779E}"/>
    <dgm:cxn modelId="{B803D52D-D24C-43C6-861D-B4922EC56EB8}" srcId="{059F65AB-7415-4EC4-B9A8-3269D7163055}" destId="{24B99034-C627-4998-9873-4DD0E92EBDFA}" srcOrd="4" destOrd="0" parTransId="{CE157DDE-17E0-42F9-ADDA-541664D19304}" sibTransId="{7D157481-3E29-49BA-A79E-5923A96FFBDC}"/>
    <dgm:cxn modelId="{F9E8CB48-79BF-461E-8312-FF934970F06B}" type="presOf" srcId="{059F65AB-7415-4EC4-B9A8-3269D7163055}" destId="{88E9F1DD-5E1D-41E5-A2BE-FC1D43B101AA}" srcOrd="0" destOrd="0" presId="urn:microsoft.com/office/officeart/2005/8/layout/vList5"/>
    <dgm:cxn modelId="{70B5214D-9C53-49B4-9942-6712ED84FEB7}" srcId="{985B9C03-8088-4AB0-B780-B9EBCB83FFB6}" destId="{7EB02D83-2781-4D6C-BCA4-14A23F0C53F1}" srcOrd="1" destOrd="0" parTransId="{384D361E-70EB-4456-AE3A-4ACCE587D592}" sibTransId="{5BD25BD2-9FBF-4506-A7D1-A08F2EFE47AD}"/>
    <dgm:cxn modelId="{969DF073-7683-4E29-98FF-DD932733592E}" srcId="{48956828-1A20-4DAE-A948-4CD9B8532C8E}" destId="{379A583A-17E3-4E10-BA4F-3AD7A919D99A}" srcOrd="0" destOrd="0" parTransId="{6CA7C125-D0BA-4BB5-B2F6-1596A288C6A9}" sibTransId="{B54B9349-2CE9-4773-9478-01F97E418104}"/>
    <dgm:cxn modelId="{ADFEA45A-4FB0-4862-86AB-29649BB65795}" type="presOf" srcId="{89AA6F02-1A6B-49C8-9038-4722B127723A}" destId="{13F6C3E7-31B6-442B-8D8C-F34514AFA897}" srcOrd="0" destOrd="0" presId="urn:microsoft.com/office/officeart/2005/8/layout/vList5"/>
    <dgm:cxn modelId="{DAE9F08F-33A2-465D-B1D9-A1DC33DB22A8}" type="presOf" srcId="{48956828-1A20-4DAE-A948-4CD9B8532C8E}" destId="{7B1DC578-2752-48B9-B39C-09D9439BC9A6}" srcOrd="0" destOrd="0" presId="urn:microsoft.com/office/officeart/2005/8/layout/vList5"/>
    <dgm:cxn modelId="{9BFE5BA3-6248-4180-953E-CE66EA088059}" type="presOf" srcId="{A32677F5-ED7C-4F21-8345-282E43EE6346}" destId="{A476C648-68EE-4B84-95A8-E717FFF59ADB}" srcOrd="0" destOrd="0" presId="urn:microsoft.com/office/officeart/2005/8/layout/vList5"/>
    <dgm:cxn modelId="{02A0A3AF-2062-472F-AC60-E8896346C02B}" srcId="{41A5D63A-73DD-4B56-9B3B-9F466327F5D6}" destId="{A32677F5-ED7C-4F21-8345-282E43EE6346}" srcOrd="0" destOrd="0" parTransId="{207DFA60-BE8E-4FE7-9484-3F3BBD07D63D}" sibTransId="{70782F58-00AE-4706-AB91-8F0D015D0AC6}"/>
    <dgm:cxn modelId="{DB675EBE-4DA6-4897-8677-C27A8EF0D109}" srcId="{985B9C03-8088-4AB0-B780-B9EBCB83FFB6}" destId="{4F254B57-0361-4ED2-98BF-8ED685F18BC1}" srcOrd="0" destOrd="0" parTransId="{475D92C3-5D69-4825-85F4-8576371203F3}" sibTransId="{13A11576-FF02-404F-8D50-21A4539A361F}"/>
    <dgm:cxn modelId="{1F1982C0-92FA-4E0C-8E50-B3ED619B444D}" type="presOf" srcId="{47515825-738D-468E-AB58-1900CD8A0D58}" destId="{46F47575-0EA1-4F08-B65A-D43E9AE4667D}" srcOrd="0" destOrd="0" presId="urn:microsoft.com/office/officeart/2005/8/layout/vList5"/>
    <dgm:cxn modelId="{C027D6C2-03D3-4C07-9AA4-2B4421DDCBCE}" type="presOf" srcId="{7EB02D83-2781-4D6C-BCA4-14A23F0C53F1}" destId="{A795BA60-D843-40EB-B36D-303B182FC36A}" srcOrd="0" destOrd="1" presId="urn:microsoft.com/office/officeart/2005/8/layout/vList5"/>
    <dgm:cxn modelId="{A12192C6-5AD4-4758-BDBD-4C54972EE9F8}" srcId="{24B99034-C627-4998-9873-4DD0E92EBDFA}" destId="{3F9463FE-5131-45BC-ABDD-DCA17BCCCE02}" srcOrd="0" destOrd="0" parTransId="{63FE5F39-7E2A-4B43-A995-B00BF8732B92}" sibTransId="{5E6BD197-9CB7-415D-A895-B2FD25DC08BA}"/>
    <dgm:cxn modelId="{121AFFC7-F5AA-4BD2-A8F3-ACCE07038952}" srcId="{89AA6F02-1A6B-49C8-9038-4722B127723A}" destId="{47515825-738D-468E-AB58-1900CD8A0D58}" srcOrd="0" destOrd="0" parTransId="{BE176D70-0CDC-4B35-ACF4-AD8D59A32A3D}" sibTransId="{1A008667-3A7E-493C-BB8E-1B5DCA3B0150}"/>
    <dgm:cxn modelId="{CE817CD2-448C-472D-8045-206C86ABDE2B}" type="presOf" srcId="{4F254B57-0361-4ED2-98BF-8ED685F18BC1}" destId="{A795BA60-D843-40EB-B36D-303B182FC36A}" srcOrd="0" destOrd="0" presId="urn:microsoft.com/office/officeart/2005/8/layout/vList5"/>
    <dgm:cxn modelId="{48105BD3-9E60-4071-A339-680FB4CC5E5D}" type="presOf" srcId="{3F9463FE-5131-45BC-ABDD-DCA17BCCCE02}" destId="{6BE64E56-8348-4BFB-BEF6-2E007AD66ED0}" srcOrd="0" destOrd="0" presId="urn:microsoft.com/office/officeart/2005/8/layout/vList5"/>
    <dgm:cxn modelId="{B545BED3-EB02-4F4E-A502-1168E518AF6A}" type="presOf" srcId="{41A5D63A-73DD-4B56-9B3B-9F466327F5D6}" destId="{E62E6BA5-AB95-4A40-9FF4-D72C7474CE95}" srcOrd="0" destOrd="0" presId="urn:microsoft.com/office/officeart/2005/8/layout/vList5"/>
    <dgm:cxn modelId="{854056DA-3051-4DFD-8451-FB6B5FB8FA9D}" srcId="{059F65AB-7415-4EC4-B9A8-3269D7163055}" destId="{41A5D63A-73DD-4B56-9B3B-9F466327F5D6}" srcOrd="3" destOrd="0" parTransId="{7D4F338E-D744-4398-BCD2-0CF536C6B49A}" sibTransId="{87B31A08-F186-4287-B024-2E991E316C54}"/>
    <dgm:cxn modelId="{E759B6E2-A553-49F8-B1F5-5052C8DFB013}" srcId="{059F65AB-7415-4EC4-B9A8-3269D7163055}" destId="{48956828-1A20-4DAE-A948-4CD9B8532C8E}" srcOrd="2" destOrd="0" parTransId="{2FA8C317-0AE7-4D3F-AF75-D9965AFB4AEE}" sibTransId="{5BE0C938-E8CC-42A2-914A-A43733097677}"/>
    <dgm:cxn modelId="{D273DEEA-7133-4FC5-B00E-529B0DCA164B}" type="presOf" srcId="{24B99034-C627-4998-9873-4DD0E92EBDFA}" destId="{00E07EA9-4CCE-4583-9FBC-68D68E701FE8}" srcOrd="0" destOrd="0" presId="urn:microsoft.com/office/officeart/2005/8/layout/vList5"/>
    <dgm:cxn modelId="{EDA5C7F7-8039-4285-93B4-246D02BA6D95}" type="presOf" srcId="{985B9C03-8088-4AB0-B780-B9EBCB83FFB6}" destId="{0726EDD7-BF68-4791-A98D-E6E0AC53DCB2}" srcOrd="0" destOrd="0" presId="urn:microsoft.com/office/officeart/2005/8/layout/vList5"/>
    <dgm:cxn modelId="{F4F8D729-C04C-446E-871A-69B8C2CE10AB}" type="presParOf" srcId="{88E9F1DD-5E1D-41E5-A2BE-FC1D43B101AA}" destId="{EB2B27F1-BDD4-49B5-8E2A-1E4517505B34}" srcOrd="0" destOrd="0" presId="urn:microsoft.com/office/officeart/2005/8/layout/vList5"/>
    <dgm:cxn modelId="{DD574CCC-6FF2-4BF6-978A-2064EBE64335}" type="presParOf" srcId="{EB2B27F1-BDD4-49B5-8E2A-1E4517505B34}" destId="{0726EDD7-BF68-4791-A98D-E6E0AC53DCB2}" srcOrd="0" destOrd="0" presId="urn:microsoft.com/office/officeart/2005/8/layout/vList5"/>
    <dgm:cxn modelId="{9E7C0971-1F1B-433A-94F9-B0A6EDC292B1}" type="presParOf" srcId="{EB2B27F1-BDD4-49B5-8E2A-1E4517505B34}" destId="{A795BA60-D843-40EB-B36D-303B182FC36A}" srcOrd="1" destOrd="0" presId="urn:microsoft.com/office/officeart/2005/8/layout/vList5"/>
    <dgm:cxn modelId="{4D21C574-DC5B-4BE5-A2D1-9D262820ED0D}" type="presParOf" srcId="{88E9F1DD-5E1D-41E5-A2BE-FC1D43B101AA}" destId="{675755F3-7CE9-4C7B-B8FA-BAAF1A05CE2F}" srcOrd="1" destOrd="0" presId="urn:microsoft.com/office/officeart/2005/8/layout/vList5"/>
    <dgm:cxn modelId="{CBC17994-36B9-4D96-AFF8-FE3220AABA1F}" type="presParOf" srcId="{88E9F1DD-5E1D-41E5-A2BE-FC1D43B101AA}" destId="{0DC801EC-C7E1-4C44-A0C0-11C33291EACE}" srcOrd="2" destOrd="0" presId="urn:microsoft.com/office/officeart/2005/8/layout/vList5"/>
    <dgm:cxn modelId="{0365A519-4D5E-4E18-A101-FE2EBDD6894A}" type="presParOf" srcId="{0DC801EC-C7E1-4C44-A0C0-11C33291EACE}" destId="{13F6C3E7-31B6-442B-8D8C-F34514AFA897}" srcOrd="0" destOrd="0" presId="urn:microsoft.com/office/officeart/2005/8/layout/vList5"/>
    <dgm:cxn modelId="{5678DDD1-B04D-4770-AEA2-1625FCDA0483}" type="presParOf" srcId="{0DC801EC-C7E1-4C44-A0C0-11C33291EACE}" destId="{46F47575-0EA1-4F08-B65A-D43E9AE4667D}" srcOrd="1" destOrd="0" presId="urn:microsoft.com/office/officeart/2005/8/layout/vList5"/>
    <dgm:cxn modelId="{41DCD812-2B30-4D23-A5C8-E729B641D904}" type="presParOf" srcId="{88E9F1DD-5E1D-41E5-A2BE-FC1D43B101AA}" destId="{2190CEA9-B2CB-4CA9-B956-A2C2EC74B899}" srcOrd="3" destOrd="0" presId="urn:microsoft.com/office/officeart/2005/8/layout/vList5"/>
    <dgm:cxn modelId="{93AEC553-3758-4E68-8098-65741720B495}" type="presParOf" srcId="{88E9F1DD-5E1D-41E5-A2BE-FC1D43B101AA}" destId="{FB19740F-D9A7-471F-BCB2-52C238293E23}" srcOrd="4" destOrd="0" presId="urn:microsoft.com/office/officeart/2005/8/layout/vList5"/>
    <dgm:cxn modelId="{EC7C5A1E-0F9C-424D-91B0-12ABBC233D41}" type="presParOf" srcId="{FB19740F-D9A7-471F-BCB2-52C238293E23}" destId="{7B1DC578-2752-48B9-B39C-09D9439BC9A6}" srcOrd="0" destOrd="0" presId="urn:microsoft.com/office/officeart/2005/8/layout/vList5"/>
    <dgm:cxn modelId="{C2834DA7-3315-47D5-82F6-BBF19D06902B}" type="presParOf" srcId="{FB19740F-D9A7-471F-BCB2-52C238293E23}" destId="{E7D5D7F7-F5A8-445E-9ECF-ADA9FC1940C2}" srcOrd="1" destOrd="0" presId="urn:microsoft.com/office/officeart/2005/8/layout/vList5"/>
    <dgm:cxn modelId="{BAA38F1F-B005-4490-86A8-9ACD54B9D509}" type="presParOf" srcId="{88E9F1DD-5E1D-41E5-A2BE-FC1D43B101AA}" destId="{F5D982B9-4B0A-47CD-AA3A-9DAD4B2FC6A5}" srcOrd="5" destOrd="0" presId="urn:microsoft.com/office/officeart/2005/8/layout/vList5"/>
    <dgm:cxn modelId="{757FF9DB-99FE-4953-8ABA-4E3D53D87BDB}" type="presParOf" srcId="{88E9F1DD-5E1D-41E5-A2BE-FC1D43B101AA}" destId="{A445BFFD-19D6-49EE-AA70-FE48DBB8A94D}" srcOrd="6" destOrd="0" presId="urn:microsoft.com/office/officeart/2005/8/layout/vList5"/>
    <dgm:cxn modelId="{169DAC76-E995-4212-8553-9C55C175960D}" type="presParOf" srcId="{A445BFFD-19D6-49EE-AA70-FE48DBB8A94D}" destId="{E62E6BA5-AB95-4A40-9FF4-D72C7474CE95}" srcOrd="0" destOrd="0" presId="urn:microsoft.com/office/officeart/2005/8/layout/vList5"/>
    <dgm:cxn modelId="{AA69C2AD-47B5-43C8-B923-604C88F0A1BE}" type="presParOf" srcId="{A445BFFD-19D6-49EE-AA70-FE48DBB8A94D}" destId="{A476C648-68EE-4B84-95A8-E717FFF59ADB}" srcOrd="1" destOrd="0" presId="urn:microsoft.com/office/officeart/2005/8/layout/vList5"/>
    <dgm:cxn modelId="{B3B4E4BE-E49A-4B30-A215-837E0FDBED72}" type="presParOf" srcId="{88E9F1DD-5E1D-41E5-A2BE-FC1D43B101AA}" destId="{62612AD6-EB3B-40ED-9731-E9FA521738B9}" srcOrd="7" destOrd="0" presId="urn:microsoft.com/office/officeart/2005/8/layout/vList5"/>
    <dgm:cxn modelId="{A6E3BDD4-1FDF-499A-AAFC-B5FD9B99FCCB}" type="presParOf" srcId="{88E9F1DD-5E1D-41E5-A2BE-FC1D43B101AA}" destId="{7813EF54-7B68-442A-A38B-B4C63F82695D}" srcOrd="8" destOrd="0" presId="urn:microsoft.com/office/officeart/2005/8/layout/vList5"/>
    <dgm:cxn modelId="{5FCA7756-8353-4B46-8A09-B0F1792F7662}" type="presParOf" srcId="{7813EF54-7B68-442A-A38B-B4C63F82695D}" destId="{00E07EA9-4CCE-4583-9FBC-68D68E701FE8}" srcOrd="0" destOrd="0" presId="urn:microsoft.com/office/officeart/2005/8/layout/vList5"/>
    <dgm:cxn modelId="{BD199CF2-B05C-48FA-918B-620B0648C699}" type="presParOf" srcId="{7813EF54-7B68-442A-A38B-B4C63F82695D}" destId="{6BE64E56-8348-4BFB-BEF6-2E007AD66ED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0096CF-9FFA-4658-A501-D98612ACE2F7}" type="doc">
      <dgm:prSet loTypeId="urn:microsoft.com/office/officeart/2009/3/layout/OpposingIdeas" loCatId="relationship" qsTypeId="urn:microsoft.com/office/officeart/2005/8/quickstyle/simple1" qsCatId="simple" csTypeId="urn:microsoft.com/office/officeart/2005/8/colors/accent1_2" csCatId="accent1" phldr="1"/>
      <dgm:spPr/>
      <dgm:t>
        <a:bodyPr/>
        <a:lstStyle/>
        <a:p>
          <a:endParaRPr lang="en-US"/>
        </a:p>
      </dgm:t>
    </dgm:pt>
    <dgm:pt modelId="{50670E11-48B7-4D95-AD43-7C1D7903FC0B}">
      <dgm:prSet phldrT="[Text]" custT="1"/>
      <dgm:spPr/>
      <dgm:t>
        <a:bodyPr/>
        <a:lstStyle/>
        <a:p>
          <a:r>
            <a:rPr lang="en-US" sz="3200" b="1" dirty="0"/>
            <a:t>Big Picture</a:t>
          </a:r>
        </a:p>
      </dgm:t>
    </dgm:pt>
    <dgm:pt modelId="{585D1AAD-3C28-43B5-BB19-C9612EEDF947}" type="parTrans" cxnId="{8BA800C8-2E9D-4C83-9515-87BA82E7F631}">
      <dgm:prSet/>
      <dgm:spPr/>
      <dgm:t>
        <a:bodyPr/>
        <a:lstStyle/>
        <a:p>
          <a:endParaRPr lang="en-US"/>
        </a:p>
      </dgm:t>
    </dgm:pt>
    <dgm:pt modelId="{1E7F08A0-B0F5-4D46-8DD7-317883BC433C}" type="sibTrans" cxnId="{8BA800C8-2E9D-4C83-9515-87BA82E7F631}">
      <dgm:prSet/>
      <dgm:spPr/>
      <dgm:t>
        <a:bodyPr/>
        <a:lstStyle/>
        <a:p>
          <a:endParaRPr lang="en-US"/>
        </a:p>
      </dgm:t>
    </dgm:pt>
    <dgm:pt modelId="{518581D3-04E3-441C-8366-8FDFB56AAC2D}">
      <dgm:prSet phldrT="[Text]" custT="1"/>
      <dgm:spPr/>
      <dgm:t>
        <a:bodyPr/>
        <a:lstStyle/>
        <a:p>
          <a:r>
            <a:rPr lang="en-US" sz="3200" dirty="0">
              <a:solidFill>
                <a:schemeClr val="bg1"/>
              </a:solidFill>
            </a:rPr>
            <a:t>Network Monitoring</a:t>
          </a:r>
        </a:p>
      </dgm:t>
    </dgm:pt>
    <dgm:pt modelId="{714B1380-72C2-4C62-8C52-EC26E61AF2C0}" type="parTrans" cxnId="{59162F6A-B849-4A2A-8267-943F0A7CADDD}">
      <dgm:prSet/>
      <dgm:spPr/>
      <dgm:t>
        <a:bodyPr/>
        <a:lstStyle/>
        <a:p>
          <a:endParaRPr lang="en-US"/>
        </a:p>
      </dgm:t>
    </dgm:pt>
    <dgm:pt modelId="{4D96B52D-1AA0-43E7-B0EB-ECA156D9FC2A}" type="sibTrans" cxnId="{59162F6A-B849-4A2A-8267-943F0A7CADDD}">
      <dgm:prSet/>
      <dgm:spPr/>
      <dgm:t>
        <a:bodyPr/>
        <a:lstStyle/>
        <a:p>
          <a:endParaRPr lang="en-US"/>
        </a:p>
      </dgm:t>
    </dgm:pt>
    <dgm:pt modelId="{B8A29F9E-73BB-415A-90DA-C5C074998C12}">
      <dgm:prSet phldrT="[Text]" custT="1"/>
      <dgm:spPr/>
      <dgm:t>
        <a:bodyPr/>
        <a:lstStyle/>
        <a:p>
          <a:r>
            <a:rPr lang="en-US" sz="3200" b="1" dirty="0"/>
            <a:t>Details</a:t>
          </a:r>
        </a:p>
      </dgm:t>
    </dgm:pt>
    <dgm:pt modelId="{D75156C9-7586-4708-AD7F-DBB501354F6E}" type="parTrans" cxnId="{3B9910BD-C47F-4E62-9129-9EF61AA1EA02}">
      <dgm:prSet/>
      <dgm:spPr/>
      <dgm:t>
        <a:bodyPr/>
        <a:lstStyle/>
        <a:p>
          <a:endParaRPr lang="en-US"/>
        </a:p>
      </dgm:t>
    </dgm:pt>
    <dgm:pt modelId="{AF327E2E-0A52-426A-BA84-9140A85304C9}" type="sibTrans" cxnId="{3B9910BD-C47F-4E62-9129-9EF61AA1EA02}">
      <dgm:prSet/>
      <dgm:spPr/>
      <dgm:t>
        <a:bodyPr/>
        <a:lstStyle/>
        <a:p>
          <a:endParaRPr lang="en-US"/>
        </a:p>
      </dgm:t>
    </dgm:pt>
    <dgm:pt modelId="{29FFE34B-9342-48E3-8B88-F6248B1FE08A}">
      <dgm:prSet phldrT="[Text]" custT="1"/>
      <dgm:spPr/>
      <dgm:t>
        <a:bodyPr/>
        <a:lstStyle/>
        <a:p>
          <a:r>
            <a:rPr lang="en-US" sz="3200" dirty="0">
              <a:solidFill>
                <a:schemeClr val="bg1"/>
              </a:solidFill>
            </a:rPr>
            <a:t>Network Analysis</a:t>
          </a:r>
        </a:p>
      </dgm:t>
    </dgm:pt>
    <dgm:pt modelId="{ADB34584-B27F-467B-8CFF-FD31340B435B}" type="parTrans" cxnId="{703F443A-D54E-4F1B-8B84-1BEB49FA787C}">
      <dgm:prSet/>
      <dgm:spPr/>
      <dgm:t>
        <a:bodyPr/>
        <a:lstStyle/>
        <a:p>
          <a:endParaRPr lang="en-US"/>
        </a:p>
      </dgm:t>
    </dgm:pt>
    <dgm:pt modelId="{52E9F0AA-BC94-4BD9-A779-FF753785AFC8}" type="sibTrans" cxnId="{703F443A-D54E-4F1B-8B84-1BEB49FA787C}">
      <dgm:prSet/>
      <dgm:spPr/>
      <dgm:t>
        <a:bodyPr/>
        <a:lstStyle/>
        <a:p>
          <a:endParaRPr lang="en-US"/>
        </a:p>
      </dgm:t>
    </dgm:pt>
    <dgm:pt modelId="{D0E4C052-4F1A-44DF-A0CA-4864864451B7}" type="pres">
      <dgm:prSet presAssocID="{A40096CF-9FFA-4658-A501-D98612ACE2F7}" presName="Name0" presStyleCnt="0">
        <dgm:presLayoutVars>
          <dgm:chMax val="2"/>
          <dgm:dir/>
          <dgm:animOne val="branch"/>
          <dgm:animLvl val="lvl"/>
          <dgm:resizeHandles val="exact"/>
        </dgm:presLayoutVars>
      </dgm:prSet>
      <dgm:spPr/>
    </dgm:pt>
    <dgm:pt modelId="{BE04DAA5-2108-4AB1-8963-9D979B006B10}" type="pres">
      <dgm:prSet presAssocID="{A40096CF-9FFA-4658-A501-D98612ACE2F7}" presName="Background" presStyleLbl="node1" presStyleIdx="0" presStyleCnt="1"/>
      <dgm:spPr/>
    </dgm:pt>
    <dgm:pt modelId="{29603F91-CE5E-4C66-A348-D9617449E214}" type="pres">
      <dgm:prSet presAssocID="{A40096CF-9FFA-4658-A501-D98612ACE2F7}" presName="Divider" presStyleLbl="callout" presStyleIdx="0" presStyleCnt="1"/>
      <dgm:spPr/>
    </dgm:pt>
    <dgm:pt modelId="{DB43CEB1-7720-41A8-8209-18D9DEE356BB}" type="pres">
      <dgm:prSet presAssocID="{A40096CF-9FFA-4658-A501-D98612ACE2F7}" presName="ChildText1" presStyleLbl="revTx" presStyleIdx="0" presStyleCnt="0">
        <dgm:presLayoutVars>
          <dgm:chMax val="0"/>
          <dgm:chPref val="0"/>
          <dgm:bulletEnabled val="1"/>
        </dgm:presLayoutVars>
      </dgm:prSet>
      <dgm:spPr/>
    </dgm:pt>
    <dgm:pt modelId="{8D52085C-58D1-4002-B6A5-F1CC50CE5EB2}" type="pres">
      <dgm:prSet presAssocID="{A40096CF-9FFA-4658-A501-D98612ACE2F7}" presName="ChildText2" presStyleLbl="revTx" presStyleIdx="0" presStyleCnt="0">
        <dgm:presLayoutVars>
          <dgm:chMax val="0"/>
          <dgm:chPref val="0"/>
          <dgm:bulletEnabled val="1"/>
        </dgm:presLayoutVars>
      </dgm:prSet>
      <dgm:spPr/>
    </dgm:pt>
    <dgm:pt modelId="{8C63546E-3CFE-495D-8E20-F51BB8D1EEA8}" type="pres">
      <dgm:prSet presAssocID="{A40096CF-9FFA-4658-A501-D98612ACE2F7}" presName="ParentText1" presStyleLbl="revTx" presStyleIdx="0" presStyleCnt="0">
        <dgm:presLayoutVars>
          <dgm:chMax val="1"/>
          <dgm:chPref val="1"/>
        </dgm:presLayoutVars>
      </dgm:prSet>
      <dgm:spPr/>
    </dgm:pt>
    <dgm:pt modelId="{E427F017-13B4-44D0-B8D8-9920A5F973CD}" type="pres">
      <dgm:prSet presAssocID="{A40096CF-9FFA-4658-A501-D98612ACE2F7}" presName="ParentShape1" presStyleLbl="alignImgPlace1" presStyleIdx="0" presStyleCnt="2">
        <dgm:presLayoutVars/>
      </dgm:prSet>
      <dgm:spPr/>
    </dgm:pt>
    <dgm:pt modelId="{A08F415E-F1DF-4C4E-A0A0-6FADFF136E2E}" type="pres">
      <dgm:prSet presAssocID="{A40096CF-9FFA-4658-A501-D98612ACE2F7}" presName="ParentText2" presStyleLbl="revTx" presStyleIdx="0" presStyleCnt="0">
        <dgm:presLayoutVars>
          <dgm:chMax val="1"/>
          <dgm:chPref val="1"/>
        </dgm:presLayoutVars>
      </dgm:prSet>
      <dgm:spPr/>
    </dgm:pt>
    <dgm:pt modelId="{91ADB196-7819-4DD8-AD9D-337B0A463D91}" type="pres">
      <dgm:prSet presAssocID="{A40096CF-9FFA-4658-A501-D98612ACE2F7}" presName="ParentShape2" presStyleLbl="alignImgPlace1" presStyleIdx="1" presStyleCnt="2">
        <dgm:presLayoutVars/>
      </dgm:prSet>
      <dgm:spPr/>
    </dgm:pt>
  </dgm:ptLst>
  <dgm:cxnLst>
    <dgm:cxn modelId="{8D9D5802-0AD7-4CAC-9212-E9EEFDAF8F2B}" type="presOf" srcId="{50670E11-48B7-4D95-AD43-7C1D7903FC0B}" destId="{E427F017-13B4-44D0-B8D8-9920A5F973CD}" srcOrd="1" destOrd="0" presId="urn:microsoft.com/office/officeart/2009/3/layout/OpposingIdeas"/>
    <dgm:cxn modelId="{8EA14D0F-D810-4905-B064-E8B9D52B8FDE}" type="presOf" srcId="{518581D3-04E3-441C-8366-8FDFB56AAC2D}" destId="{DB43CEB1-7720-41A8-8209-18D9DEE356BB}" srcOrd="0" destOrd="0" presId="urn:microsoft.com/office/officeart/2009/3/layout/OpposingIdeas"/>
    <dgm:cxn modelId="{63B1D317-DEEA-4AEB-88FA-01CA0A1200F7}" type="presOf" srcId="{50670E11-48B7-4D95-AD43-7C1D7903FC0B}" destId="{8C63546E-3CFE-495D-8E20-F51BB8D1EEA8}" srcOrd="0" destOrd="0" presId="urn:microsoft.com/office/officeart/2009/3/layout/OpposingIdeas"/>
    <dgm:cxn modelId="{703F443A-D54E-4F1B-8B84-1BEB49FA787C}" srcId="{B8A29F9E-73BB-415A-90DA-C5C074998C12}" destId="{29FFE34B-9342-48E3-8B88-F6248B1FE08A}" srcOrd="0" destOrd="0" parTransId="{ADB34584-B27F-467B-8CFF-FD31340B435B}" sibTransId="{52E9F0AA-BC94-4BD9-A779-FF753785AFC8}"/>
    <dgm:cxn modelId="{E6839E63-7AB3-4E77-B8D5-AFB89EA11322}" type="presOf" srcId="{B8A29F9E-73BB-415A-90DA-C5C074998C12}" destId="{91ADB196-7819-4DD8-AD9D-337B0A463D91}" srcOrd="1" destOrd="0" presId="urn:microsoft.com/office/officeart/2009/3/layout/OpposingIdeas"/>
    <dgm:cxn modelId="{59162F6A-B849-4A2A-8267-943F0A7CADDD}" srcId="{50670E11-48B7-4D95-AD43-7C1D7903FC0B}" destId="{518581D3-04E3-441C-8366-8FDFB56AAC2D}" srcOrd="0" destOrd="0" parTransId="{714B1380-72C2-4C62-8C52-EC26E61AF2C0}" sibTransId="{4D96B52D-1AA0-43E7-B0EB-ECA156D9FC2A}"/>
    <dgm:cxn modelId="{40BB5CAB-4D6A-42DE-A0F4-1B886D193692}" type="presOf" srcId="{A40096CF-9FFA-4658-A501-D98612ACE2F7}" destId="{D0E4C052-4F1A-44DF-A0CA-4864864451B7}" srcOrd="0" destOrd="0" presId="urn:microsoft.com/office/officeart/2009/3/layout/OpposingIdeas"/>
    <dgm:cxn modelId="{3B9910BD-C47F-4E62-9129-9EF61AA1EA02}" srcId="{A40096CF-9FFA-4658-A501-D98612ACE2F7}" destId="{B8A29F9E-73BB-415A-90DA-C5C074998C12}" srcOrd="1" destOrd="0" parTransId="{D75156C9-7586-4708-AD7F-DBB501354F6E}" sibTransId="{AF327E2E-0A52-426A-BA84-9140A85304C9}"/>
    <dgm:cxn modelId="{8BA800C8-2E9D-4C83-9515-87BA82E7F631}" srcId="{A40096CF-9FFA-4658-A501-D98612ACE2F7}" destId="{50670E11-48B7-4D95-AD43-7C1D7903FC0B}" srcOrd="0" destOrd="0" parTransId="{585D1AAD-3C28-43B5-BB19-C9612EEDF947}" sibTransId="{1E7F08A0-B0F5-4D46-8DD7-317883BC433C}"/>
    <dgm:cxn modelId="{DD8CE9D7-79A6-452D-8852-7D79AF9B6483}" type="presOf" srcId="{B8A29F9E-73BB-415A-90DA-C5C074998C12}" destId="{A08F415E-F1DF-4C4E-A0A0-6FADFF136E2E}" srcOrd="0" destOrd="0" presId="urn:microsoft.com/office/officeart/2009/3/layout/OpposingIdeas"/>
    <dgm:cxn modelId="{304DF5FD-03DE-4FA0-8E3D-A541D4449DFB}" type="presOf" srcId="{29FFE34B-9342-48E3-8B88-F6248B1FE08A}" destId="{8D52085C-58D1-4002-B6A5-F1CC50CE5EB2}" srcOrd="0" destOrd="0" presId="urn:microsoft.com/office/officeart/2009/3/layout/OpposingIdeas"/>
    <dgm:cxn modelId="{B34C74AA-F146-4C32-B5B6-0D2570835B24}" type="presParOf" srcId="{D0E4C052-4F1A-44DF-A0CA-4864864451B7}" destId="{BE04DAA5-2108-4AB1-8963-9D979B006B10}" srcOrd="0" destOrd="0" presId="urn:microsoft.com/office/officeart/2009/3/layout/OpposingIdeas"/>
    <dgm:cxn modelId="{62AC493B-1D18-4407-98A4-86ECAA429C43}" type="presParOf" srcId="{D0E4C052-4F1A-44DF-A0CA-4864864451B7}" destId="{29603F91-CE5E-4C66-A348-D9617449E214}" srcOrd="1" destOrd="0" presId="urn:microsoft.com/office/officeart/2009/3/layout/OpposingIdeas"/>
    <dgm:cxn modelId="{809C054B-D5E0-4A03-9D1C-737D7E1725D0}" type="presParOf" srcId="{D0E4C052-4F1A-44DF-A0CA-4864864451B7}" destId="{DB43CEB1-7720-41A8-8209-18D9DEE356BB}" srcOrd="2" destOrd="0" presId="urn:microsoft.com/office/officeart/2009/3/layout/OpposingIdeas"/>
    <dgm:cxn modelId="{1E744726-1D83-4641-AC71-4E4123B32C54}" type="presParOf" srcId="{D0E4C052-4F1A-44DF-A0CA-4864864451B7}" destId="{8D52085C-58D1-4002-B6A5-F1CC50CE5EB2}" srcOrd="3" destOrd="0" presId="urn:microsoft.com/office/officeart/2009/3/layout/OpposingIdeas"/>
    <dgm:cxn modelId="{8F183DCD-7919-4254-8076-4E4AC99833B9}" type="presParOf" srcId="{D0E4C052-4F1A-44DF-A0CA-4864864451B7}" destId="{8C63546E-3CFE-495D-8E20-F51BB8D1EEA8}" srcOrd="4" destOrd="0" presId="urn:microsoft.com/office/officeart/2009/3/layout/OpposingIdeas"/>
    <dgm:cxn modelId="{CA61B0BC-0E4E-457C-BFED-9546BFC113C0}" type="presParOf" srcId="{D0E4C052-4F1A-44DF-A0CA-4864864451B7}" destId="{E427F017-13B4-44D0-B8D8-9920A5F973CD}" srcOrd="5" destOrd="0" presId="urn:microsoft.com/office/officeart/2009/3/layout/OpposingIdeas"/>
    <dgm:cxn modelId="{8E070AF8-7DF2-44F5-9039-D05EAA0C7F73}" type="presParOf" srcId="{D0E4C052-4F1A-44DF-A0CA-4864864451B7}" destId="{A08F415E-F1DF-4C4E-A0A0-6FADFF136E2E}" srcOrd="6" destOrd="0" presId="urn:microsoft.com/office/officeart/2009/3/layout/OpposingIdeas"/>
    <dgm:cxn modelId="{538D1483-890D-4395-8141-0F2C11BB7361}" type="presParOf" srcId="{D0E4C052-4F1A-44DF-A0CA-4864864451B7}" destId="{91ADB196-7819-4DD8-AD9D-337B0A463D91}" srcOrd="7" destOrd="0" presId="urn:microsoft.com/office/officeart/2009/3/layout/OpposingIdea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45FECAE-9793-4C8E-8B81-279FB2EFD2D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206560F-FB8C-40D8-9F3E-D473B46F83E4}">
      <dgm:prSet phldrT="[Text]"/>
      <dgm:spPr/>
      <dgm:t>
        <a:bodyPr/>
        <a:lstStyle/>
        <a:p>
          <a:r>
            <a:rPr lang="en-US" dirty="0"/>
            <a:t>Authentication</a:t>
          </a:r>
        </a:p>
      </dgm:t>
    </dgm:pt>
    <dgm:pt modelId="{497E6446-58BC-495A-A062-3E223B4CD448}" type="parTrans" cxnId="{0A2AC0DE-BADB-469F-8089-24DC2F5FA32F}">
      <dgm:prSet/>
      <dgm:spPr/>
      <dgm:t>
        <a:bodyPr/>
        <a:lstStyle/>
        <a:p>
          <a:endParaRPr lang="en-US"/>
        </a:p>
      </dgm:t>
    </dgm:pt>
    <dgm:pt modelId="{7D8AF206-AC7D-4C9A-8422-6BBD4EC988C1}" type="sibTrans" cxnId="{0A2AC0DE-BADB-469F-8089-24DC2F5FA32F}">
      <dgm:prSet/>
      <dgm:spPr/>
      <dgm:t>
        <a:bodyPr/>
        <a:lstStyle/>
        <a:p>
          <a:endParaRPr lang="en-US"/>
        </a:p>
      </dgm:t>
    </dgm:pt>
    <dgm:pt modelId="{31A7DF20-2C49-46B3-9140-608501C66CCF}">
      <dgm:prSet phldrT="[Text]"/>
      <dgm:spPr/>
      <dgm:t>
        <a:bodyPr/>
        <a:lstStyle/>
        <a:p>
          <a:r>
            <a:rPr lang="en-US" dirty="0"/>
            <a:t>Application</a:t>
          </a:r>
        </a:p>
      </dgm:t>
    </dgm:pt>
    <dgm:pt modelId="{F94491F9-EF2D-4993-AC48-7486426B85CC}" type="parTrans" cxnId="{FE20CC69-EFC6-4AF0-8BD4-E965149907B8}">
      <dgm:prSet/>
      <dgm:spPr/>
      <dgm:t>
        <a:bodyPr/>
        <a:lstStyle/>
        <a:p>
          <a:endParaRPr lang="en-US"/>
        </a:p>
      </dgm:t>
    </dgm:pt>
    <dgm:pt modelId="{56427FDF-7C0A-4AA2-BA72-2E005B098CA6}" type="sibTrans" cxnId="{FE20CC69-EFC6-4AF0-8BD4-E965149907B8}">
      <dgm:prSet/>
      <dgm:spPr/>
      <dgm:t>
        <a:bodyPr/>
        <a:lstStyle/>
        <a:p>
          <a:endParaRPr lang="en-US"/>
        </a:p>
      </dgm:t>
    </dgm:pt>
    <dgm:pt modelId="{E878137C-5FCB-4DBF-939A-31574A2A5FDF}">
      <dgm:prSet phldrT="[Text]"/>
      <dgm:spPr/>
      <dgm:t>
        <a:bodyPr/>
        <a:lstStyle/>
        <a:p>
          <a:r>
            <a:rPr lang="en-US" dirty="0"/>
            <a:t>Operating system event</a:t>
          </a:r>
        </a:p>
      </dgm:t>
    </dgm:pt>
    <dgm:pt modelId="{68C76D88-75EF-4F3F-A1C3-441ECE0C78F5}" type="parTrans" cxnId="{CA2A627D-52DE-438D-8D7C-4269DCB31465}">
      <dgm:prSet/>
      <dgm:spPr/>
      <dgm:t>
        <a:bodyPr/>
        <a:lstStyle/>
        <a:p>
          <a:endParaRPr lang="en-US"/>
        </a:p>
      </dgm:t>
    </dgm:pt>
    <dgm:pt modelId="{A6081074-9308-4192-A635-A63A44B91B62}" type="sibTrans" cxnId="{CA2A627D-52DE-438D-8D7C-4269DCB31465}">
      <dgm:prSet/>
      <dgm:spPr/>
      <dgm:t>
        <a:bodyPr/>
        <a:lstStyle/>
        <a:p>
          <a:endParaRPr lang="en-US"/>
        </a:p>
      </dgm:t>
    </dgm:pt>
    <dgm:pt modelId="{79A48C34-2608-44EC-A10E-95878D5ABA66}">
      <dgm:prSet/>
      <dgm:spPr/>
      <dgm:t>
        <a:bodyPr/>
        <a:lstStyle/>
        <a:p>
          <a:r>
            <a:rPr lang="en-US" dirty="0"/>
            <a:t>Network device</a:t>
          </a:r>
        </a:p>
      </dgm:t>
    </dgm:pt>
    <dgm:pt modelId="{48631794-600B-4D7E-8E07-3C009015CF39}" type="parTrans" cxnId="{8D1DA730-E51F-4184-97AD-C01DB3D04D63}">
      <dgm:prSet/>
      <dgm:spPr/>
      <dgm:t>
        <a:bodyPr/>
        <a:lstStyle/>
        <a:p>
          <a:endParaRPr lang="en-US"/>
        </a:p>
      </dgm:t>
    </dgm:pt>
    <dgm:pt modelId="{26CB962A-9C55-4CEE-A8B2-FC0B86BB5D53}" type="sibTrans" cxnId="{8D1DA730-E51F-4184-97AD-C01DB3D04D63}">
      <dgm:prSet/>
      <dgm:spPr/>
      <dgm:t>
        <a:bodyPr/>
        <a:lstStyle/>
        <a:p>
          <a:endParaRPr lang="en-US"/>
        </a:p>
      </dgm:t>
    </dgm:pt>
    <dgm:pt modelId="{9FAB6E56-3D50-49CB-B9C9-DDA77F4A86D1}">
      <dgm:prSet/>
      <dgm:spPr/>
      <dgm:t>
        <a:bodyPr/>
        <a:lstStyle/>
        <a:p>
          <a:r>
            <a:rPr lang="en-US" dirty="0"/>
            <a:t>Security event</a:t>
          </a:r>
        </a:p>
      </dgm:t>
    </dgm:pt>
    <dgm:pt modelId="{E93CDE1F-BD72-4D27-8156-E331CABC9C90}" type="parTrans" cxnId="{5222F83A-8CB2-432E-BCA0-52DE560378D0}">
      <dgm:prSet/>
      <dgm:spPr/>
      <dgm:t>
        <a:bodyPr/>
        <a:lstStyle/>
        <a:p>
          <a:endParaRPr lang="en-US"/>
        </a:p>
      </dgm:t>
    </dgm:pt>
    <dgm:pt modelId="{9B67B9D1-7017-4B6F-9841-E0B42CC701DE}" type="sibTrans" cxnId="{5222F83A-8CB2-432E-BCA0-52DE560378D0}">
      <dgm:prSet/>
      <dgm:spPr/>
      <dgm:t>
        <a:bodyPr/>
        <a:lstStyle/>
        <a:p>
          <a:endParaRPr lang="en-US"/>
        </a:p>
      </dgm:t>
    </dgm:pt>
    <dgm:pt modelId="{75BCB4BF-2292-45C5-9328-DDCD0B1BFF5F}" type="pres">
      <dgm:prSet presAssocID="{445FECAE-9793-4C8E-8B81-279FB2EFD2D6}" presName="linear" presStyleCnt="0">
        <dgm:presLayoutVars>
          <dgm:dir/>
          <dgm:animLvl val="lvl"/>
          <dgm:resizeHandles val="exact"/>
        </dgm:presLayoutVars>
      </dgm:prSet>
      <dgm:spPr/>
    </dgm:pt>
    <dgm:pt modelId="{84CE4E55-782F-48A6-AD5A-CA865605BCD2}" type="pres">
      <dgm:prSet presAssocID="{D206560F-FB8C-40D8-9F3E-D473B46F83E4}" presName="parentLin" presStyleCnt="0"/>
      <dgm:spPr/>
    </dgm:pt>
    <dgm:pt modelId="{74E95CBA-6AFB-41EA-AEB5-40B51E21E906}" type="pres">
      <dgm:prSet presAssocID="{D206560F-FB8C-40D8-9F3E-D473B46F83E4}" presName="parentLeftMargin" presStyleLbl="node1" presStyleIdx="0" presStyleCnt="5"/>
      <dgm:spPr/>
    </dgm:pt>
    <dgm:pt modelId="{8BFF10F8-706E-4ED9-BB9B-D4DBCB39271D}" type="pres">
      <dgm:prSet presAssocID="{D206560F-FB8C-40D8-9F3E-D473B46F83E4}" presName="parentText" presStyleLbl="node1" presStyleIdx="0" presStyleCnt="5">
        <dgm:presLayoutVars>
          <dgm:chMax val="0"/>
          <dgm:bulletEnabled val="1"/>
        </dgm:presLayoutVars>
      </dgm:prSet>
      <dgm:spPr/>
    </dgm:pt>
    <dgm:pt modelId="{72CD2A4A-B77A-4E14-AD74-6447E3BCC985}" type="pres">
      <dgm:prSet presAssocID="{D206560F-FB8C-40D8-9F3E-D473B46F83E4}" presName="negativeSpace" presStyleCnt="0"/>
      <dgm:spPr/>
    </dgm:pt>
    <dgm:pt modelId="{CF2C187E-4065-46D3-9C9B-E31DE2DAFAD1}" type="pres">
      <dgm:prSet presAssocID="{D206560F-FB8C-40D8-9F3E-D473B46F83E4}" presName="childText" presStyleLbl="conFgAcc1" presStyleIdx="0" presStyleCnt="5">
        <dgm:presLayoutVars>
          <dgm:bulletEnabled val="1"/>
        </dgm:presLayoutVars>
      </dgm:prSet>
      <dgm:spPr/>
    </dgm:pt>
    <dgm:pt modelId="{C19B4FB9-FC3E-4F9F-9BEF-CE1D2B981271}" type="pres">
      <dgm:prSet presAssocID="{7D8AF206-AC7D-4C9A-8422-6BBD4EC988C1}" presName="spaceBetweenRectangles" presStyleCnt="0"/>
      <dgm:spPr/>
    </dgm:pt>
    <dgm:pt modelId="{287B5602-C27F-4A68-A16B-6C53655D5225}" type="pres">
      <dgm:prSet presAssocID="{31A7DF20-2C49-46B3-9140-608501C66CCF}" presName="parentLin" presStyleCnt="0"/>
      <dgm:spPr/>
    </dgm:pt>
    <dgm:pt modelId="{9E78A4E8-7B78-4E00-8794-D10E2374B933}" type="pres">
      <dgm:prSet presAssocID="{31A7DF20-2C49-46B3-9140-608501C66CCF}" presName="parentLeftMargin" presStyleLbl="node1" presStyleIdx="0" presStyleCnt="5"/>
      <dgm:spPr/>
    </dgm:pt>
    <dgm:pt modelId="{C76DE224-6824-4438-8A14-08F9CF4842D5}" type="pres">
      <dgm:prSet presAssocID="{31A7DF20-2C49-46B3-9140-608501C66CCF}" presName="parentText" presStyleLbl="node1" presStyleIdx="1" presStyleCnt="5">
        <dgm:presLayoutVars>
          <dgm:chMax val="0"/>
          <dgm:bulletEnabled val="1"/>
        </dgm:presLayoutVars>
      </dgm:prSet>
      <dgm:spPr/>
    </dgm:pt>
    <dgm:pt modelId="{053E11BF-8FBC-4202-8196-EDBCCCB008D2}" type="pres">
      <dgm:prSet presAssocID="{31A7DF20-2C49-46B3-9140-608501C66CCF}" presName="negativeSpace" presStyleCnt="0"/>
      <dgm:spPr/>
    </dgm:pt>
    <dgm:pt modelId="{66C0CBC8-92E7-455B-9548-52AA6F15ED88}" type="pres">
      <dgm:prSet presAssocID="{31A7DF20-2C49-46B3-9140-608501C66CCF}" presName="childText" presStyleLbl="conFgAcc1" presStyleIdx="1" presStyleCnt="5">
        <dgm:presLayoutVars>
          <dgm:bulletEnabled val="1"/>
        </dgm:presLayoutVars>
      </dgm:prSet>
      <dgm:spPr/>
    </dgm:pt>
    <dgm:pt modelId="{6693FCC7-7DA8-488C-AE9D-095315925B89}" type="pres">
      <dgm:prSet presAssocID="{56427FDF-7C0A-4AA2-BA72-2E005B098CA6}" presName="spaceBetweenRectangles" presStyleCnt="0"/>
      <dgm:spPr/>
    </dgm:pt>
    <dgm:pt modelId="{C3D057DB-FE74-4C93-AC29-6597F93AEE69}" type="pres">
      <dgm:prSet presAssocID="{E878137C-5FCB-4DBF-939A-31574A2A5FDF}" presName="parentLin" presStyleCnt="0"/>
      <dgm:spPr/>
    </dgm:pt>
    <dgm:pt modelId="{68674CF3-C709-4885-9393-B0A5FF3119F0}" type="pres">
      <dgm:prSet presAssocID="{E878137C-5FCB-4DBF-939A-31574A2A5FDF}" presName="parentLeftMargin" presStyleLbl="node1" presStyleIdx="1" presStyleCnt="5"/>
      <dgm:spPr/>
    </dgm:pt>
    <dgm:pt modelId="{A82128E8-123A-48FB-A6C6-9110549F3879}" type="pres">
      <dgm:prSet presAssocID="{E878137C-5FCB-4DBF-939A-31574A2A5FDF}" presName="parentText" presStyleLbl="node1" presStyleIdx="2" presStyleCnt="5">
        <dgm:presLayoutVars>
          <dgm:chMax val="0"/>
          <dgm:bulletEnabled val="1"/>
        </dgm:presLayoutVars>
      </dgm:prSet>
      <dgm:spPr/>
    </dgm:pt>
    <dgm:pt modelId="{AD76E37D-CC4A-4E2C-AB81-378462CE7C02}" type="pres">
      <dgm:prSet presAssocID="{E878137C-5FCB-4DBF-939A-31574A2A5FDF}" presName="negativeSpace" presStyleCnt="0"/>
      <dgm:spPr/>
    </dgm:pt>
    <dgm:pt modelId="{05F1F569-377D-4514-B448-191496BEDF22}" type="pres">
      <dgm:prSet presAssocID="{E878137C-5FCB-4DBF-939A-31574A2A5FDF}" presName="childText" presStyleLbl="conFgAcc1" presStyleIdx="2" presStyleCnt="5">
        <dgm:presLayoutVars>
          <dgm:bulletEnabled val="1"/>
        </dgm:presLayoutVars>
      </dgm:prSet>
      <dgm:spPr/>
    </dgm:pt>
    <dgm:pt modelId="{4802A277-8FF8-42E2-B157-2FD6ACDFF4AB}" type="pres">
      <dgm:prSet presAssocID="{A6081074-9308-4192-A635-A63A44B91B62}" presName="spaceBetweenRectangles" presStyleCnt="0"/>
      <dgm:spPr/>
    </dgm:pt>
    <dgm:pt modelId="{4B9F4B7D-457A-44DA-931A-9472951B10C4}" type="pres">
      <dgm:prSet presAssocID="{79A48C34-2608-44EC-A10E-95878D5ABA66}" presName="parentLin" presStyleCnt="0"/>
      <dgm:spPr/>
    </dgm:pt>
    <dgm:pt modelId="{500CA57E-E212-4093-95F6-685919E8A076}" type="pres">
      <dgm:prSet presAssocID="{79A48C34-2608-44EC-A10E-95878D5ABA66}" presName="parentLeftMargin" presStyleLbl="node1" presStyleIdx="2" presStyleCnt="5"/>
      <dgm:spPr/>
    </dgm:pt>
    <dgm:pt modelId="{AAF7AD73-ECE1-40A4-A3BA-A253F720B581}" type="pres">
      <dgm:prSet presAssocID="{79A48C34-2608-44EC-A10E-95878D5ABA66}" presName="parentText" presStyleLbl="node1" presStyleIdx="3" presStyleCnt="5">
        <dgm:presLayoutVars>
          <dgm:chMax val="0"/>
          <dgm:bulletEnabled val="1"/>
        </dgm:presLayoutVars>
      </dgm:prSet>
      <dgm:spPr/>
    </dgm:pt>
    <dgm:pt modelId="{A7F2888B-CEB3-4AD8-A612-841B82BAD483}" type="pres">
      <dgm:prSet presAssocID="{79A48C34-2608-44EC-A10E-95878D5ABA66}" presName="negativeSpace" presStyleCnt="0"/>
      <dgm:spPr/>
    </dgm:pt>
    <dgm:pt modelId="{35FCFC3D-CE5C-42E6-B9BC-769B2605AB25}" type="pres">
      <dgm:prSet presAssocID="{79A48C34-2608-44EC-A10E-95878D5ABA66}" presName="childText" presStyleLbl="conFgAcc1" presStyleIdx="3" presStyleCnt="5">
        <dgm:presLayoutVars>
          <dgm:bulletEnabled val="1"/>
        </dgm:presLayoutVars>
      </dgm:prSet>
      <dgm:spPr/>
    </dgm:pt>
    <dgm:pt modelId="{07D03C5A-DE8F-4828-9101-4A84A6A9EE26}" type="pres">
      <dgm:prSet presAssocID="{26CB962A-9C55-4CEE-A8B2-FC0B86BB5D53}" presName="spaceBetweenRectangles" presStyleCnt="0"/>
      <dgm:spPr/>
    </dgm:pt>
    <dgm:pt modelId="{51B7A383-D30F-4CB2-A0FF-4D672FFC4149}" type="pres">
      <dgm:prSet presAssocID="{9FAB6E56-3D50-49CB-B9C9-DDA77F4A86D1}" presName="parentLin" presStyleCnt="0"/>
      <dgm:spPr/>
    </dgm:pt>
    <dgm:pt modelId="{A4FDCD18-EA13-4846-B5A8-94F6104D9817}" type="pres">
      <dgm:prSet presAssocID="{9FAB6E56-3D50-49CB-B9C9-DDA77F4A86D1}" presName="parentLeftMargin" presStyleLbl="node1" presStyleIdx="3" presStyleCnt="5"/>
      <dgm:spPr/>
    </dgm:pt>
    <dgm:pt modelId="{347B92AA-E149-426A-9B0E-46B83C3E8CB1}" type="pres">
      <dgm:prSet presAssocID="{9FAB6E56-3D50-49CB-B9C9-DDA77F4A86D1}" presName="parentText" presStyleLbl="node1" presStyleIdx="4" presStyleCnt="5">
        <dgm:presLayoutVars>
          <dgm:chMax val="0"/>
          <dgm:bulletEnabled val="1"/>
        </dgm:presLayoutVars>
      </dgm:prSet>
      <dgm:spPr/>
    </dgm:pt>
    <dgm:pt modelId="{99E5366E-1971-4CFF-B7C1-978DFD524E90}" type="pres">
      <dgm:prSet presAssocID="{9FAB6E56-3D50-49CB-B9C9-DDA77F4A86D1}" presName="negativeSpace" presStyleCnt="0"/>
      <dgm:spPr/>
    </dgm:pt>
    <dgm:pt modelId="{89D819BD-81C4-44F6-ABB1-1ECD35BE4F74}" type="pres">
      <dgm:prSet presAssocID="{9FAB6E56-3D50-49CB-B9C9-DDA77F4A86D1}" presName="childText" presStyleLbl="conFgAcc1" presStyleIdx="4" presStyleCnt="5">
        <dgm:presLayoutVars>
          <dgm:bulletEnabled val="1"/>
        </dgm:presLayoutVars>
      </dgm:prSet>
      <dgm:spPr/>
    </dgm:pt>
  </dgm:ptLst>
  <dgm:cxnLst>
    <dgm:cxn modelId="{0485720C-A88E-4E36-9208-5A581FBFCDA7}" type="presOf" srcId="{31A7DF20-2C49-46B3-9140-608501C66CCF}" destId="{9E78A4E8-7B78-4E00-8794-D10E2374B933}" srcOrd="0" destOrd="0" presId="urn:microsoft.com/office/officeart/2005/8/layout/list1"/>
    <dgm:cxn modelId="{05B63315-22AB-4913-85D6-F98F9BE1F299}" type="presOf" srcId="{E878137C-5FCB-4DBF-939A-31574A2A5FDF}" destId="{68674CF3-C709-4885-9393-B0A5FF3119F0}" srcOrd="0" destOrd="0" presId="urn:microsoft.com/office/officeart/2005/8/layout/list1"/>
    <dgm:cxn modelId="{8D1DA730-E51F-4184-97AD-C01DB3D04D63}" srcId="{445FECAE-9793-4C8E-8B81-279FB2EFD2D6}" destId="{79A48C34-2608-44EC-A10E-95878D5ABA66}" srcOrd="3" destOrd="0" parTransId="{48631794-600B-4D7E-8E07-3C009015CF39}" sibTransId="{26CB962A-9C55-4CEE-A8B2-FC0B86BB5D53}"/>
    <dgm:cxn modelId="{5222F83A-8CB2-432E-BCA0-52DE560378D0}" srcId="{445FECAE-9793-4C8E-8B81-279FB2EFD2D6}" destId="{9FAB6E56-3D50-49CB-B9C9-DDA77F4A86D1}" srcOrd="4" destOrd="0" parTransId="{E93CDE1F-BD72-4D27-8156-E331CABC9C90}" sibTransId="{9B67B9D1-7017-4B6F-9841-E0B42CC701DE}"/>
    <dgm:cxn modelId="{FE20CC69-EFC6-4AF0-8BD4-E965149907B8}" srcId="{445FECAE-9793-4C8E-8B81-279FB2EFD2D6}" destId="{31A7DF20-2C49-46B3-9140-608501C66CCF}" srcOrd="1" destOrd="0" parTransId="{F94491F9-EF2D-4993-AC48-7486426B85CC}" sibTransId="{56427FDF-7C0A-4AA2-BA72-2E005B098CA6}"/>
    <dgm:cxn modelId="{17921A4A-1984-4BDD-846B-461DB9CBFA63}" type="presOf" srcId="{9FAB6E56-3D50-49CB-B9C9-DDA77F4A86D1}" destId="{347B92AA-E149-426A-9B0E-46B83C3E8CB1}" srcOrd="1" destOrd="0" presId="urn:microsoft.com/office/officeart/2005/8/layout/list1"/>
    <dgm:cxn modelId="{564EA76E-4FC9-4E8D-B0F1-80943B3109F8}" type="presOf" srcId="{445FECAE-9793-4C8E-8B81-279FB2EFD2D6}" destId="{75BCB4BF-2292-45C5-9328-DDCD0B1BFF5F}" srcOrd="0" destOrd="0" presId="urn:microsoft.com/office/officeart/2005/8/layout/list1"/>
    <dgm:cxn modelId="{CA2A627D-52DE-438D-8D7C-4269DCB31465}" srcId="{445FECAE-9793-4C8E-8B81-279FB2EFD2D6}" destId="{E878137C-5FCB-4DBF-939A-31574A2A5FDF}" srcOrd="2" destOrd="0" parTransId="{68C76D88-75EF-4F3F-A1C3-441ECE0C78F5}" sibTransId="{A6081074-9308-4192-A635-A63A44B91B62}"/>
    <dgm:cxn modelId="{37BF2481-82C3-4441-89DE-D22635361C42}" type="presOf" srcId="{9FAB6E56-3D50-49CB-B9C9-DDA77F4A86D1}" destId="{A4FDCD18-EA13-4846-B5A8-94F6104D9817}" srcOrd="0" destOrd="0" presId="urn:microsoft.com/office/officeart/2005/8/layout/list1"/>
    <dgm:cxn modelId="{5384A384-A2B9-4D08-985D-BA98D653AB8A}" type="presOf" srcId="{79A48C34-2608-44EC-A10E-95878D5ABA66}" destId="{AAF7AD73-ECE1-40A4-A3BA-A253F720B581}" srcOrd="1" destOrd="0" presId="urn:microsoft.com/office/officeart/2005/8/layout/list1"/>
    <dgm:cxn modelId="{3726D68D-8091-4550-A68E-0A0F8874C540}" type="presOf" srcId="{D206560F-FB8C-40D8-9F3E-D473B46F83E4}" destId="{8BFF10F8-706E-4ED9-BB9B-D4DBCB39271D}" srcOrd="1" destOrd="0" presId="urn:microsoft.com/office/officeart/2005/8/layout/list1"/>
    <dgm:cxn modelId="{2E495095-2AD9-4A22-B4C6-A175D98217DB}" type="presOf" srcId="{E878137C-5FCB-4DBF-939A-31574A2A5FDF}" destId="{A82128E8-123A-48FB-A6C6-9110549F3879}" srcOrd="1" destOrd="0" presId="urn:microsoft.com/office/officeart/2005/8/layout/list1"/>
    <dgm:cxn modelId="{115719C0-F21C-4E3B-A3D2-3186C6E75393}" type="presOf" srcId="{D206560F-FB8C-40D8-9F3E-D473B46F83E4}" destId="{74E95CBA-6AFB-41EA-AEB5-40B51E21E906}" srcOrd="0" destOrd="0" presId="urn:microsoft.com/office/officeart/2005/8/layout/list1"/>
    <dgm:cxn modelId="{1132FCCC-4C30-4E09-A002-9241F9239CFB}" type="presOf" srcId="{79A48C34-2608-44EC-A10E-95878D5ABA66}" destId="{500CA57E-E212-4093-95F6-685919E8A076}" srcOrd="0" destOrd="0" presId="urn:microsoft.com/office/officeart/2005/8/layout/list1"/>
    <dgm:cxn modelId="{0A2AC0DE-BADB-469F-8089-24DC2F5FA32F}" srcId="{445FECAE-9793-4C8E-8B81-279FB2EFD2D6}" destId="{D206560F-FB8C-40D8-9F3E-D473B46F83E4}" srcOrd="0" destOrd="0" parTransId="{497E6446-58BC-495A-A062-3E223B4CD448}" sibTransId="{7D8AF206-AC7D-4C9A-8422-6BBD4EC988C1}"/>
    <dgm:cxn modelId="{009DEEFB-E29E-45BC-97C8-8F14B3049536}" type="presOf" srcId="{31A7DF20-2C49-46B3-9140-608501C66CCF}" destId="{C76DE224-6824-4438-8A14-08F9CF4842D5}" srcOrd="1" destOrd="0" presId="urn:microsoft.com/office/officeart/2005/8/layout/list1"/>
    <dgm:cxn modelId="{AD1F3606-F4D5-49CA-9F31-DF57EE636CB2}" type="presParOf" srcId="{75BCB4BF-2292-45C5-9328-DDCD0B1BFF5F}" destId="{84CE4E55-782F-48A6-AD5A-CA865605BCD2}" srcOrd="0" destOrd="0" presId="urn:microsoft.com/office/officeart/2005/8/layout/list1"/>
    <dgm:cxn modelId="{3D837EF3-49FC-4B1E-A783-6BAEF00AD295}" type="presParOf" srcId="{84CE4E55-782F-48A6-AD5A-CA865605BCD2}" destId="{74E95CBA-6AFB-41EA-AEB5-40B51E21E906}" srcOrd="0" destOrd="0" presId="urn:microsoft.com/office/officeart/2005/8/layout/list1"/>
    <dgm:cxn modelId="{F8FFB3B6-33FC-48D0-AA6E-1416B402111E}" type="presParOf" srcId="{84CE4E55-782F-48A6-AD5A-CA865605BCD2}" destId="{8BFF10F8-706E-4ED9-BB9B-D4DBCB39271D}" srcOrd="1" destOrd="0" presId="urn:microsoft.com/office/officeart/2005/8/layout/list1"/>
    <dgm:cxn modelId="{18680A95-AABD-4B64-A649-42DFA9873E2D}" type="presParOf" srcId="{75BCB4BF-2292-45C5-9328-DDCD0B1BFF5F}" destId="{72CD2A4A-B77A-4E14-AD74-6447E3BCC985}" srcOrd="1" destOrd="0" presId="urn:microsoft.com/office/officeart/2005/8/layout/list1"/>
    <dgm:cxn modelId="{22035475-DCAF-47BA-9BB2-F14B4FE781E5}" type="presParOf" srcId="{75BCB4BF-2292-45C5-9328-DDCD0B1BFF5F}" destId="{CF2C187E-4065-46D3-9C9B-E31DE2DAFAD1}" srcOrd="2" destOrd="0" presId="urn:microsoft.com/office/officeart/2005/8/layout/list1"/>
    <dgm:cxn modelId="{C4A04CF2-7ED1-427E-87BA-DBC885BB910A}" type="presParOf" srcId="{75BCB4BF-2292-45C5-9328-DDCD0B1BFF5F}" destId="{C19B4FB9-FC3E-4F9F-9BEF-CE1D2B981271}" srcOrd="3" destOrd="0" presId="urn:microsoft.com/office/officeart/2005/8/layout/list1"/>
    <dgm:cxn modelId="{8D7923AF-8BAC-4562-99C3-BE46B611FF8F}" type="presParOf" srcId="{75BCB4BF-2292-45C5-9328-DDCD0B1BFF5F}" destId="{287B5602-C27F-4A68-A16B-6C53655D5225}" srcOrd="4" destOrd="0" presId="urn:microsoft.com/office/officeart/2005/8/layout/list1"/>
    <dgm:cxn modelId="{0BCD8E2A-8035-4451-A9B1-74151F6456C3}" type="presParOf" srcId="{287B5602-C27F-4A68-A16B-6C53655D5225}" destId="{9E78A4E8-7B78-4E00-8794-D10E2374B933}" srcOrd="0" destOrd="0" presId="urn:microsoft.com/office/officeart/2005/8/layout/list1"/>
    <dgm:cxn modelId="{6975063D-E42A-45D4-B010-CE50007E057A}" type="presParOf" srcId="{287B5602-C27F-4A68-A16B-6C53655D5225}" destId="{C76DE224-6824-4438-8A14-08F9CF4842D5}" srcOrd="1" destOrd="0" presId="urn:microsoft.com/office/officeart/2005/8/layout/list1"/>
    <dgm:cxn modelId="{57F44269-55B8-4A3A-AAE8-57309C7063AC}" type="presParOf" srcId="{75BCB4BF-2292-45C5-9328-DDCD0B1BFF5F}" destId="{053E11BF-8FBC-4202-8196-EDBCCCB008D2}" srcOrd="5" destOrd="0" presId="urn:microsoft.com/office/officeart/2005/8/layout/list1"/>
    <dgm:cxn modelId="{4B08449F-0982-49E1-88C5-56E164A58543}" type="presParOf" srcId="{75BCB4BF-2292-45C5-9328-DDCD0B1BFF5F}" destId="{66C0CBC8-92E7-455B-9548-52AA6F15ED88}" srcOrd="6" destOrd="0" presId="urn:microsoft.com/office/officeart/2005/8/layout/list1"/>
    <dgm:cxn modelId="{1F984D64-FDF1-40D7-9F8C-FFC4A1334107}" type="presParOf" srcId="{75BCB4BF-2292-45C5-9328-DDCD0B1BFF5F}" destId="{6693FCC7-7DA8-488C-AE9D-095315925B89}" srcOrd="7" destOrd="0" presId="urn:microsoft.com/office/officeart/2005/8/layout/list1"/>
    <dgm:cxn modelId="{BB7DF953-8180-4F53-8338-D2C980F06CC5}" type="presParOf" srcId="{75BCB4BF-2292-45C5-9328-DDCD0B1BFF5F}" destId="{C3D057DB-FE74-4C93-AC29-6597F93AEE69}" srcOrd="8" destOrd="0" presId="urn:microsoft.com/office/officeart/2005/8/layout/list1"/>
    <dgm:cxn modelId="{92FA49ED-ADB6-441C-A700-0CD55EA084A3}" type="presParOf" srcId="{C3D057DB-FE74-4C93-AC29-6597F93AEE69}" destId="{68674CF3-C709-4885-9393-B0A5FF3119F0}" srcOrd="0" destOrd="0" presId="urn:microsoft.com/office/officeart/2005/8/layout/list1"/>
    <dgm:cxn modelId="{59344B2E-FD09-426B-89A2-149C5A0A32D1}" type="presParOf" srcId="{C3D057DB-FE74-4C93-AC29-6597F93AEE69}" destId="{A82128E8-123A-48FB-A6C6-9110549F3879}" srcOrd="1" destOrd="0" presId="urn:microsoft.com/office/officeart/2005/8/layout/list1"/>
    <dgm:cxn modelId="{3B4F594F-A378-44B6-9669-8C8F6897B83B}" type="presParOf" srcId="{75BCB4BF-2292-45C5-9328-DDCD0B1BFF5F}" destId="{AD76E37D-CC4A-4E2C-AB81-378462CE7C02}" srcOrd="9" destOrd="0" presId="urn:microsoft.com/office/officeart/2005/8/layout/list1"/>
    <dgm:cxn modelId="{E9C2F74E-7A16-4D95-A2DE-E14DD7F46193}" type="presParOf" srcId="{75BCB4BF-2292-45C5-9328-DDCD0B1BFF5F}" destId="{05F1F569-377D-4514-B448-191496BEDF22}" srcOrd="10" destOrd="0" presId="urn:microsoft.com/office/officeart/2005/8/layout/list1"/>
    <dgm:cxn modelId="{97C2887D-A2C6-42D6-9E5B-13B1D30F7A17}" type="presParOf" srcId="{75BCB4BF-2292-45C5-9328-DDCD0B1BFF5F}" destId="{4802A277-8FF8-42E2-B157-2FD6ACDFF4AB}" srcOrd="11" destOrd="0" presId="urn:microsoft.com/office/officeart/2005/8/layout/list1"/>
    <dgm:cxn modelId="{B9746FF9-A700-4BA4-946F-086C96ABF872}" type="presParOf" srcId="{75BCB4BF-2292-45C5-9328-DDCD0B1BFF5F}" destId="{4B9F4B7D-457A-44DA-931A-9472951B10C4}" srcOrd="12" destOrd="0" presId="urn:microsoft.com/office/officeart/2005/8/layout/list1"/>
    <dgm:cxn modelId="{1A1BDFC6-5100-42F4-914B-702EBA34636A}" type="presParOf" srcId="{4B9F4B7D-457A-44DA-931A-9472951B10C4}" destId="{500CA57E-E212-4093-95F6-685919E8A076}" srcOrd="0" destOrd="0" presId="urn:microsoft.com/office/officeart/2005/8/layout/list1"/>
    <dgm:cxn modelId="{CF29B9E4-B5B4-4905-B24F-0BF779883FA1}" type="presParOf" srcId="{4B9F4B7D-457A-44DA-931A-9472951B10C4}" destId="{AAF7AD73-ECE1-40A4-A3BA-A253F720B581}" srcOrd="1" destOrd="0" presId="urn:microsoft.com/office/officeart/2005/8/layout/list1"/>
    <dgm:cxn modelId="{1CD154C7-F7C8-468F-BF0E-8F67E100CEA1}" type="presParOf" srcId="{75BCB4BF-2292-45C5-9328-DDCD0B1BFF5F}" destId="{A7F2888B-CEB3-4AD8-A612-841B82BAD483}" srcOrd="13" destOrd="0" presId="urn:microsoft.com/office/officeart/2005/8/layout/list1"/>
    <dgm:cxn modelId="{253094CA-AB0C-457C-AED1-D4D6E4076F01}" type="presParOf" srcId="{75BCB4BF-2292-45C5-9328-DDCD0B1BFF5F}" destId="{35FCFC3D-CE5C-42E6-B9BC-769B2605AB25}" srcOrd="14" destOrd="0" presId="urn:microsoft.com/office/officeart/2005/8/layout/list1"/>
    <dgm:cxn modelId="{619146D1-4F14-407E-9C1C-AD023C1B79FB}" type="presParOf" srcId="{75BCB4BF-2292-45C5-9328-DDCD0B1BFF5F}" destId="{07D03C5A-DE8F-4828-9101-4A84A6A9EE26}" srcOrd="15" destOrd="0" presId="urn:microsoft.com/office/officeart/2005/8/layout/list1"/>
    <dgm:cxn modelId="{12C37567-B832-4F89-BCB6-D19391E437DE}" type="presParOf" srcId="{75BCB4BF-2292-45C5-9328-DDCD0B1BFF5F}" destId="{51B7A383-D30F-4CB2-A0FF-4D672FFC4149}" srcOrd="16" destOrd="0" presId="urn:microsoft.com/office/officeart/2005/8/layout/list1"/>
    <dgm:cxn modelId="{B0B15EE4-0AA9-464A-824E-2707B8F2880F}" type="presParOf" srcId="{51B7A383-D30F-4CB2-A0FF-4D672FFC4149}" destId="{A4FDCD18-EA13-4846-B5A8-94F6104D9817}" srcOrd="0" destOrd="0" presId="urn:microsoft.com/office/officeart/2005/8/layout/list1"/>
    <dgm:cxn modelId="{DEDE5977-E2ED-4AFF-AF83-A11127223C7F}" type="presParOf" srcId="{51B7A383-D30F-4CB2-A0FF-4D672FFC4149}" destId="{347B92AA-E149-426A-9B0E-46B83C3E8CB1}" srcOrd="1" destOrd="0" presId="urn:microsoft.com/office/officeart/2005/8/layout/list1"/>
    <dgm:cxn modelId="{F3EDDAF6-30F4-4DCE-BF36-8274E711D6C7}" type="presParOf" srcId="{75BCB4BF-2292-45C5-9328-DDCD0B1BFF5F}" destId="{99E5366E-1971-4CFF-B7C1-978DFD524E90}" srcOrd="17" destOrd="0" presId="urn:microsoft.com/office/officeart/2005/8/layout/list1"/>
    <dgm:cxn modelId="{0407EF74-AD6B-4F49-909B-6E45149AA09A}" type="presParOf" srcId="{75BCB4BF-2292-45C5-9328-DDCD0B1BFF5F}" destId="{89D819BD-81C4-44F6-ABB1-1ECD35BE4F74}"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FC61874-C6C4-48E1-A9E7-42CBD67B8AF4}"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F389CE8C-3F62-4DF6-BEDC-9E0FE8BC299C}">
      <dgm:prSet phldrT="[Text]"/>
      <dgm:spPr/>
      <dgm:t>
        <a:bodyPr/>
        <a:lstStyle/>
        <a:p>
          <a:r>
            <a:rPr lang="en-US" dirty="0"/>
            <a:t>NetStumbler</a:t>
          </a:r>
        </a:p>
      </dgm:t>
    </dgm:pt>
    <dgm:pt modelId="{ABE5B7D6-349A-498D-AFD8-2A9832B14EC0}" type="parTrans" cxnId="{6FF23077-8C89-40A1-8E73-301736997FE3}">
      <dgm:prSet/>
      <dgm:spPr/>
      <dgm:t>
        <a:bodyPr/>
        <a:lstStyle/>
        <a:p>
          <a:endParaRPr lang="en-US"/>
        </a:p>
      </dgm:t>
    </dgm:pt>
    <dgm:pt modelId="{D752F2DA-E7DF-422B-8B54-F95489AE1400}" type="sibTrans" cxnId="{6FF23077-8C89-40A1-8E73-301736997FE3}">
      <dgm:prSet/>
      <dgm:spPr/>
      <dgm:t>
        <a:bodyPr/>
        <a:lstStyle/>
        <a:p>
          <a:endParaRPr lang="en-US"/>
        </a:p>
      </dgm:t>
    </dgm:pt>
    <dgm:pt modelId="{87C029E4-5D48-4709-8748-811BDD6F327A}">
      <dgm:prSet phldrT="[Text]"/>
      <dgm:spPr/>
      <dgm:t>
        <a:bodyPr/>
        <a:lstStyle/>
        <a:p>
          <a:r>
            <a:rPr lang="en-US" dirty="0"/>
            <a:t>MacStumbler</a:t>
          </a:r>
        </a:p>
      </dgm:t>
    </dgm:pt>
    <dgm:pt modelId="{4BB254E2-7D92-4422-8C83-DA3C8B49DDC4}" type="parTrans" cxnId="{DDEE16EE-3F33-4E4E-AE04-7A4721C63E22}">
      <dgm:prSet/>
      <dgm:spPr/>
      <dgm:t>
        <a:bodyPr/>
        <a:lstStyle/>
        <a:p>
          <a:endParaRPr lang="en-US"/>
        </a:p>
      </dgm:t>
    </dgm:pt>
    <dgm:pt modelId="{8F503858-9A0B-4DBA-BA1A-1B8F0EF94499}" type="sibTrans" cxnId="{DDEE16EE-3F33-4E4E-AE04-7A4721C63E22}">
      <dgm:prSet/>
      <dgm:spPr/>
      <dgm:t>
        <a:bodyPr/>
        <a:lstStyle/>
        <a:p>
          <a:endParaRPr lang="en-US"/>
        </a:p>
      </dgm:t>
    </dgm:pt>
    <dgm:pt modelId="{857006C4-147E-4D78-9120-C0E55357C92D}">
      <dgm:prSet phldrT="[Text]"/>
      <dgm:spPr/>
      <dgm:t>
        <a:bodyPr/>
        <a:lstStyle/>
        <a:p>
          <a:r>
            <a:rPr lang="en-US" dirty="0"/>
            <a:t>iStumbler</a:t>
          </a:r>
        </a:p>
      </dgm:t>
    </dgm:pt>
    <dgm:pt modelId="{767BC6C2-8D9D-49DA-9804-9FA42B9DF42D}" type="parTrans" cxnId="{E51AAE91-FF72-44DC-B533-76709ECA92A8}">
      <dgm:prSet/>
      <dgm:spPr/>
      <dgm:t>
        <a:bodyPr/>
        <a:lstStyle/>
        <a:p>
          <a:endParaRPr lang="en-US"/>
        </a:p>
      </dgm:t>
    </dgm:pt>
    <dgm:pt modelId="{161482D4-1427-4191-B6D0-0B33C7C1F69C}" type="sibTrans" cxnId="{E51AAE91-FF72-44DC-B533-76709ECA92A8}">
      <dgm:prSet/>
      <dgm:spPr/>
      <dgm:t>
        <a:bodyPr/>
        <a:lstStyle/>
        <a:p>
          <a:endParaRPr lang="en-US"/>
        </a:p>
      </dgm:t>
    </dgm:pt>
    <dgm:pt modelId="{1C2F1D06-C214-4AFC-8EA6-EADFEB54C52C}" type="pres">
      <dgm:prSet presAssocID="{9FC61874-C6C4-48E1-A9E7-42CBD67B8AF4}" presName="Name0" presStyleCnt="0">
        <dgm:presLayoutVars>
          <dgm:chMax val="7"/>
          <dgm:chPref val="7"/>
          <dgm:dir/>
        </dgm:presLayoutVars>
      </dgm:prSet>
      <dgm:spPr/>
    </dgm:pt>
    <dgm:pt modelId="{56F2BDAB-A150-4555-8D3A-9BE9C61E092F}" type="pres">
      <dgm:prSet presAssocID="{9FC61874-C6C4-48E1-A9E7-42CBD67B8AF4}" presName="Name1" presStyleCnt="0"/>
      <dgm:spPr/>
    </dgm:pt>
    <dgm:pt modelId="{D56D13EB-16B5-4D4E-AAC6-49AC7011EBF5}" type="pres">
      <dgm:prSet presAssocID="{9FC61874-C6C4-48E1-A9E7-42CBD67B8AF4}" presName="cycle" presStyleCnt="0"/>
      <dgm:spPr/>
    </dgm:pt>
    <dgm:pt modelId="{DB5631EA-5BEC-42D3-B2F6-867CCD1C4745}" type="pres">
      <dgm:prSet presAssocID="{9FC61874-C6C4-48E1-A9E7-42CBD67B8AF4}" presName="srcNode" presStyleLbl="node1" presStyleIdx="0" presStyleCnt="3"/>
      <dgm:spPr/>
    </dgm:pt>
    <dgm:pt modelId="{00F22A40-41F5-4BD0-A648-CF9EA5A24846}" type="pres">
      <dgm:prSet presAssocID="{9FC61874-C6C4-48E1-A9E7-42CBD67B8AF4}" presName="conn" presStyleLbl="parChTrans1D2" presStyleIdx="0" presStyleCnt="1"/>
      <dgm:spPr/>
    </dgm:pt>
    <dgm:pt modelId="{EA48D52E-5B13-484C-B943-0D352CEA5827}" type="pres">
      <dgm:prSet presAssocID="{9FC61874-C6C4-48E1-A9E7-42CBD67B8AF4}" presName="extraNode" presStyleLbl="node1" presStyleIdx="0" presStyleCnt="3"/>
      <dgm:spPr/>
    </dgm:pt>
    <dgm:pt modelId="{66991FDD-5199-4E8F-AF2C-46FDD7352D89}" type="pres">
      <dgm:prSet presAssocID="{9FC61874-C6C4-48E1-A9E7-42CBD67B8AF4}" presName="dstNode" presStyleLbl="node1" presStyleIdx="0" presStyleCnt="3"/>
      <dgm:spPr/>
    </dgm:pt>
    <dgm:pt modelId="{38BF9CC5-FDC1-4846-81E4-F84E6D4B48BF}" type="pres">
      <dgm:prSet presAssocID="{F389CE8C-3F62-4DF6-BEDC-9E0FE8BC299C}" presName="text_1" presStyleLbl="node1" presStyleIdx="0" presStyleCnt="3">
        <dgm:presLayoutVars>
          <dgm:bulletEnabled val="1"/>
        </dgm:presLayoutVars>
      </dgm:prSet>
      <dgm:spPr/>
    </dgm:pt>
    <dgm:pt modelId="{4F965D7A-CDB1-4399-BAE8-B700ADAFCF71}" type="pres">
      <dgm:prSet presAssocID="{F389CE8C-3F62-4DF6-BEDC-9E0FE8BC299C}" presName="accent_1" presStyleCnt="0"/>
      <dgm:spPr/>
    </dgm:pt>
    <dgm:pt modelId="{F90F9275-0B28-44C0-AE4F-03973BF7FA74}" type="pres">
      <dgm:prSet presAssocID="{F389CE8C-3F62-4DF6-BEDC-9E0FE8BC299C}" presName="accentRepeatNode" presStyleLbl="solidFgAcc1" presStyleIdx="0" presStyleCnt="3"/>
      <dgm:spPr/>
    </dgm:pt>
    <dgm:pt modelId="{C900B3B2-5328-4B34-A9AC-690DE7D79A5C}" type="pres">
      <dgm:prSet presAssocID="{87C029E4-5D48-4709-8748-811BDD6F327A}" presName="text_2" presStyleLbl="node1" presStyleIdx="1" presStyleCnt="3">
        <dgm:presLayoutVars>
          <dgm:bulletEnabled val="1"/>
        </dgm:presLayoutVars>
      </dgm:prSet>
      <dgm:spPr/>
    </dgm:pt>
    <dgm:pt modelId="{8BBCAFB7-3482-40D3-B05F-20555D15566B}" type="pres">
      <dgm:prSet presAssocID="{87C029E4-5D48-4709-8748-811BDD6F327A}" presName="accent_2" presStyleCnt="0"/>
      <dgm:spPr/>
    </dgm:pt>
    <dgm:pt modelId="{B83D1149-B8DF-4329-B17A-3EF2FECAAB2B}" type="pres">
      <dgm:prSet presAssocID="{87C029E4-5D48-4709-8748-811BDD6F327A}" presName="accentRepeatNode" presStyleLbl="solidFgAcc1" presStyleIdx="1" presStyleCnt="3"/>
      <dgm:spPr/>
    </dgm:pt>
    <dgm:pt modelId="{8B0E1A5B-5E7C-426E-8EF3-BF84FD898257}" type="pres">
      <dgm:prSet presAssocID="{857006C4-147E-4D78-9120-C0E55357C92D}" presName="text_3" presStyleLbl="node1" presStyleIdx="2" presStyleCnt="3">
        <dgm:presLayoutVars>
          <dgm:bulletEnabled val="1"/>
        </dgm:presLayoutVars>
      </dgm:prSet>
      <dgm:spPr/>
    </dgm:pt>
    <dgm:pt modelId="{F666BD32-6B03-419C-AF5D-2F3427229601}" type="pres">
      <dgm:prSet presAssocID="{857006C4-147E-4D78-9120-C0E55357C92D}" presName="accent_3" presStyleCnt="0"/>
      <dgm:spPr/>
    </dgm:pt>
    <dgm:pt modelId="{ABDD2B84-2C48-44F7-A489-052D25AD3375}" type="pres">
      <dgm:prSet presAssocID="{857006C4-147E-4D78-9120-C0E55357C92D}" presName="accentRepeatNode" presStyleLbl="solidFgAcc1" presStyleIdx="2" presStyleCnt="3"/>
      <dgm:spPr/>
    </dgm:pt>
  </dgm:ptLst>
  <dgm:cxnLst>
    <dgm:cxn modelId="{96794620-D6D3-4218-9641-84E6784C446F}" type="presOf" srcId="{87C029E4-5D48-4709-8748-811BDD6F327A}" destId="{C900B3B2-5328-4B34-A9AC-690DE7D79A5C}" srcOrd="0" destOrd="0" presId="urn:microsoft.com/office/officeart/2008/layout/VerticalCurvedList"/>
    <dgm:cxn modelId="{EE2CBA2C-442F-4491-8B84-91040AA0A6A7}" type="presOf" srcId="{D752F2DA-E7DF-422B-8B54-F95489AE1400}" destId="{00F22A40-41F5-4BD0-A648-CF9EA5A24846}" srcOrd="0" destOrd="0" presId="urn:microsoft.com/office/officeart/2008/layout/VerticalCurvedList"/>
    <dgm:cxn modelId="{1A624337-E212-49D0-BFAF-522681F4AF81}" type="presOf" srcId="{9FC61874-C6C4-48E1-A9E7-42CBD67B8AF4}" destId="{1C2F1D06-C214-4AFC-8EA6-EADFEB54C52C}" srcOrd="0" destOrd="0" presId="urn:microsoft.com/office/officeart/2008/layout/VerticalCurvedList"/>
    <dgm:cxn modelId="{1B4E1B38-148B-4A19-AE86-54EDE100882D}" type="presOf" srcId="{F389CE8C-3F62-4DF6-BEDC-9E0FE8BC299C}" destId="{38BF9CC5-FDC1-4846-81E4-F84E6D4B48BF}" srcOrd="0" destOrd="0" presId="urn:microsoft.com/office/officeart/2008/layout/VerticalCurvedList"/>
    <dgm:cxn modelId="{6FF23077-8C89-40A1-8E73-301736997FE3}" srcId="{9FC61874-C6C4-48E1-A9E7-42CBD67B8AF4}" destId="{F389CE8C-3F62-4DF6-BEDC-9E0FE8BC299C}" srcOrd="0" destOrd="0" parTransId="{ABE5B7D6-349A-498D-AFD8-2A9832B14EC0}" sibTransId="{D752F2DA-E7DF-422B-8B54-F95489AE1400}"/>
    <dgm:cxn modelId="{8AB8877B-9FF3-4BC5-AA41-20AA728EEE93}" type="presOf" srcId="{857006C4-147E-4D78-9120-C0E55357C92D}" destId="{8B0E1A5B-5E7C-426E-8EF3-BF84FD898257}" srcOrd="0" destOrd="0" presId="urn:microsoft.com/office/officeart/2008/layout/VerticalCurvedList"/>
    <dgm:cxn modelId="{E51AAE91-FF72-44DC-B533-76709ECA92A8}" srcId="{9FC61874-C6C4-48E1-A9E7-42CBD67B8AF4}" destId="{857006C4-147E-4D78-9120-C0E55357C92D}" srcOrd="2" destOrd="0" parTransId="{767BC6C2-8D9D-49DA-9804-9FA42B9DF42D}" sibTransId="{161482D4-1427-4191-B6D0-0B33C7C1F69C}"/>
    <dgm:cxn modelId="{DDEE16EE-3F33-4E4E-AE04-7A4721C63E22}" srcId="{9FC61874-C6C4-48E1-A9E7-42CBD67B8AF4}" destId="{87C029E4-5D48-4709-8748-811BDD6F327A}" srcOrd="1" destOrd="0" parTransId="{4BB254E2-7D92-4422-8C83-DA3C8B49DDC4}" sibTransId="{8F503858-9A0B-4DBA-BA1A-1B8F0EF94499}"/>
    <dgm:cxn modelId="{301E959B-4489-40EA-A851-186114ACF965}" type="presParOf" srcId="{1C2F1D06-C214-4AFC-8EA6-EADFEB54C52C}" destId="{56F2BDAB-A150-4555-8D3A-9BE9C61E092F}" srcOrd="0" destOrd="0" presId="urn:microsoft.com/office/officeart/2008/layout/VerticalCurvedList"/>
    <dgm:cxn modelId="{80FF7AFB-F43E-4C8E-9D22-FDDEAA8D73D6}" type="presParOf" srcId="{56F2BDAB-A150-4555-8D3A-9BE9C61E092F}" destId="{D56D13EB-16B5-4D4E-AAC6-49AC7011EBF5}" srcOrd="0" destOrd="0" presId="urn:microsoft.com/office/officeart/2008/layout/VerticalCurvedList"/>
    <dgm:cxn modelId="{0F637C13-6E30-4B01-91EB-90BBD34FFA73}" type="presParOf" srcId="{D56D13EB-16B5-4D4E-AAC6-49AC7011EBF5}" destId="{DB5631EA-5BEC-42D3-B2F6-867CCD1C4745}" srcOrd="0" destOrd="0" presId="urn:microsoft.com/office/officeart/2008/layout/VerticalCurvedList"/>
    <dgm:cxn modelId="{23C3EC45-31A1-4A87-8B03-AD8E0594FA2B}" type="presParOf" srcId="{D56D13EB-16B5-4D4E-AAC6-49AC7011EBF5}" destId="{00F22A40-41F5-4BD0-A648-CF9EA5A24846}" srcOrd="1" destOrd="0" presId="urn:microsoft.com/office/officeart/2008/layout/VerticalCurvedList"/>
    <dgm:cxn modelId="{0E9BD46D-6445-4665-A56B-B5CD50AA1432}" type="presParOf" srcId="{D56D13EB-16B5-4D4E-AAC6-49AC7011EBF5}" destId="{EA48D52E-5B13-484C-B943-0D352CEA5827}" srcOrd="2" destOrd="0" presId="urn:microsoft.com/office/officeart/2008/layout/VerticalCurvedList"/>
    <dgm:cxn modelId="{F1230A32-046D-4199-8401-2B3CDA2A665A}" type="presParOf" srcId="{D56D13EB-16B5-4D4E-AAC6-49AC7011EBF5}" destId="{66991FDD-5199-4E8F-AF2C-46FDD7352D89}" srcOrd="3" destOrd="0" presId="urn:microsoft.com/office/officeart/2008/layout/VerticalCurvedList"/>
    <dgm:cxn modelId="{C141766A-CC22-4EDB-985F-E01924B2B2B6}" type="presParOf" srcId="{56F2BDAB-A150-4555-8D3A-9BE9C61E092F}" destId="{38BF9CC5-FDC1-4846-81E4-F84E6D4B48BF}" srcOrd="1" destOrd="0" presId="urn:microsoft.com/office/officeart/2008/layout/VerticalCurvedList"/>
    <dgm:cxn modelId="{DFBE1B80-FABF-4894-B298-E276FE105B03}" type="presParOf" srcId="{56F2BDAB-A150-4555-8D3A-9BE9C61E092F}" destId="{4F965D7A-CDB1-4399-BAE8-B700ADAFCF71}" srcOrd="2" destOrd="0" presId="urn:microsoft.com/office/officeart/2008/layout/VerticalCurvedList"/>
    <dgm:cxn modelId="{639026C9-ABBC-4EC4-87C9-5D34758123C7}" type="presParOf" srcId="{4F965D7A-CDB1-4399-BAE8-B700ADAFCF71}" destId="{F90F9275-0B28-44C0-AE4F-03973BF7FA74}" srcOrd="0" destOrd="0" presId="urn:microsoft.com/office/officeart/2008/layout/VerticalCurvedList"/>
    <dgm:cxn modelId="{ED444D6B-14BD-45B0-8DFB-59D52CF58C34}" type="presParOf" srcId="{56F2BDAB-A150-4555-8D3A-9BE9C61E092F}" destId="{C900B3B2-5328-4B34-A9AC-690DE7D79A5C}" srcOrd="3" destOrd="0" presId="urn:microsoft.com/office/officeart/2008/layout/VerticalCurvedList"/>
    <dgm:cxn modelId="{8AF3FAA5-5D80-40C3-BC52-471D53A2E937}" type="presParOf" srcId="{56F2BDAB-A150-4555-8D3A-9BE9C61E092F}" destId="{8BBCAFB7-3482-40D3-B05F-20555D15566B}" srcOrd="4" destOrd="0" presId="urn:microsoft.com/office/officeart/2008/layout/VerticalCurvedList"/>
    <dgm:cxn modelId="{8B123CA7-62F2-486A-A2DE-52BC88666FEA}" type="presParOf" srcId="{8BBCAFB7-3482-40D3-B05F-20555D15566B}" destId="{B83D1149-B8DF-4329-B17A-3EF2FECAAB2B}" srcOrd="0" destOrd="0" presId="urn:microsoft.com/office/officeart/2008/layout/VerticalCurvedList"/>
    <dgm:cxn modelId="{C1DF2DFD-53BD-4AC8-BB77-81E2391785D5}" type="presParOf" srcId="{56F2BDAB-A150-4555-8D3A-9BE9C61E092F}" destId="{8B0E1A5B-5E7C-426E-8EF3-BF84FD898257}" srcOrd="5" destOrd="0" presId="urn:microsoft.com/office/officeart/2008/layout/VerticalCurvedList"/>
    <dgm:cxn modelId="{C53C66BB-8ACB-4857-9A36-D819D9F86ED3}" type="presParOf" srcId="{56F2BDAB-A150-4555-8D3A-9BE9C61E092F}" destId="{F666BD32-6B03-419C-AF5D-2F3427229601}" srcOrd="6" destOrd="0" presId="urn:microsoft.com/office/officeart/2008/layout/VerticalCurvedList"/>
    <dgm:cxn modelId="{8319EB7E-4A38-4602-A5E3-1C9AECE593B2}" type="presParOf" srcId="{F666BD32-6B03-419C-AF5D-2F3427229601}" destId="{ABDD2B84-2C48-44F7-A489-052D25AD3375}"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270A331-5935-4925-A78E-B21A771084F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17AB7DA-E1F1-43CD-83E5-348417817673}">
      <dgm:prSet phldrT="[Text]"/>
      <dgm:spPr/>
      <dgm:t>
        <a:bodyPr/>
        <a:lstStyle/>
        <a:p>
          <a:r>
            <a:rPr lang="en-US" dirty="0"/>
            <a:t>Network card</a:t>
          </a:r>
        </a:p>
      </dgm:t>
    </dgm:pt>
    <dgm:pt modelId="{3130047B-2725-489E-A74D-F71FABD1DEA8}" type="parTrans" cxnId="{D48BDF6E-D8F0-49C5-A67B-A5355FD3187C}">
      <dgm:prSet/>
      <dgm:spPr/>
      <dgm:t>
        <a:bodyPr/>
        <a:lstStyle/>
        <a:p>
          <a:endParaRPr lang="en-US"/>
        </a:p>
      </dgm:t>
    </dgm:pt>
    <dgm:pt modelId="{228D0703-3D86-428F-9337-04F93ECB02CA}" type="sibTrans" cxnId="{D48BDF6E-D8F0-49C5-A67B-A5355FD3187C}">
      <dgm:prSet/>
      <dgm:spPr/>
      <dgm:t>
        <a:bodyPr/>
        <a:lstStyle/>
        <a:p>
          <a:endParaRPr lang="en-US"/>
        </a:p>
      </dgm:t>
    </dgm:pt>
    <dgm:pt modelId="{F757A033-7793-45BC-BE71-CA83EE4F22EE}">
      <dgm:prSet phldrT="[Text]"/>
      <dgm:spPr/>
      <dgm:t>
        <a:bodyPr/>
        <a:lstStyle/>
        <a:p>
          <a:r>
            <a:rPr lang="en-US" dirty="0"/>
            <a:t>Enables computer to be connected to a network</a:t>
          </a:r>
        </a:p>
      </dgm:t>
    </dgm:pt>
    <dgm:pt modelId="{354E5045-962E-4B47-95BC-304AAFAED3B8}" type="parTrans" cxnId="{23B780F8-9B97-4E5F-BAE8-C02483C73EF1}">
      <dgm:prSet/>
      <dgm:spPr/>
      <dgm:t>
        <a:bodyPr/>
        <a:lstStyle/>
        <a:p>
          <a:endParaRPr lang="en-US"/>
        </a:p>
      </dgm:t>
    </dgm:pt>
    <dgm:pt modelId="{228CCEEB-2CBB-46F2-AF39-748FC916B389}" type="sibTrans" cxnId="{23B780F8-9B97-4E5F-BAE8-C02483C73EF1}">
      <dgm:prSet/>
      <dgm:spPr/>
      <dgm:t>
        <a:bodyPr/>
        <a:lstStyle/>
        <a:p>
          <a:endParaRPr lang="en-US"/>
        </a:p>
      </dgm:t>
    </dgm:pt>
    <dgm:pt modelId="{CCC0D61E-8548-4173-82F4-C42F08E31DEE}">
      <dgm:prSet phldrT="[Text]"/>
      <dgm:spPr/>
      <dgm:t>
        <a:bodyPr/>
        <a:lstStyle/>
        <a:p>
          <a:r>
            <a:rPr lang="en-US" dirty="0"/>
            <a:t>Hub</a:t>
          </a:r>
        </a:p>
      </dgm:t>
    </dgm:pt>
    <dgm:pt modelId="{3B67FE65-E411-4E63-B852-B39325D6DC1A}" type="parTrans" cxnId="{3F70C835-D5D7-4EFB-8D54-1FC1E97C7608}">
      <dgm:prSet/>
      <dgm:spPr/>
      <dgm:t>
        <a:bodyPr/>
        <a:lstStyle/>
        <a:p>
          <a:endParaRPr lang="en-US"/>
        </a:p>
      </dgm:t>
    </dgm:pt>
    <dgm:pt modelId="{A7752F34-40D3-43A2-9165-A072AAD7DC7A}" type="sibTrans" cxnId="{3F70C835-D5D7-4EFB-8D54-1FC1E97C7608}">
      <dgm:prSet/>
      <dgm:spPr/>
      <dgm:t>
        <a:bodyPr/>
        <a:lstStyle/>
        <a:p>
          <a:endParaRPr lang="en-US"/>
        </a:p>
      </dgm:t>
    </dgm:pt>
    <dgm:pt modelId="{8E1ECB21-3BFE-4F30-9FCC-83E091BD0AC3}">
      <dgm:prSet phldrT="[Text]"/>
      <dgm:spPr/>
      <dgm:t>
        <a:bodyPr/>
        <a:lstStyle/>
        <a:p>
          <a:r>
            <a:rPr lang="en-US" dirty="0"/>
            <a:t>Connects computers on an Ethernet local area network (LAN)</a:t>
          </a:r>
        </a:p>
      </dgm:t>
    </dgm:pt>
    <dgm:pt modelId="{B88A1BB1-13A9-4040-AF23-A747683A8271}" type="parTrans" cxnId="{7812425E-C06D-4340-A6D5-039017175DFF}">
      <dgm:prSet/>
      <dgm:spPr/>
      <dgm:t>
        <a:bodyPr/>
        <a:lstStyle/>
        <a:p>
          <a:endParaRPr lang="en-US"/>
        </a:p>
      </dgm:t>
    </dgm:pt>
    <dgm:pt modelId="{39B7041F-D7EE-48A6-A27D-8F6A191EEF59}" type="sibTrans" cxnId="{7812425E-C06D-4340-A6D5-039017175DFF}">
      <dgm:prSet/>
      <dgm:spPr/>
      <dgm:t>
        <a:bodyPr/>
        <a:lstStyle/>
        <a:p>
          <a:endParaRPr lang="en-US"/>
        </a:p>
      </dgm:t>
    </dgm:pt>
    <dgm:pt modelId="{B67E8959-2B47-4EB3-B6D2-C9CB645E6875}">
      <dgm:prSet phldrT="[Text]"/>
      <dgm:spPr/>
      <dgm:t>
        <a:bodyPr/>
        <a:lstStyle/>
        <a:p>
          <a:r>
            <a:rPr lang="en-US" dirty="0"/>
            <a:t>Switch</a:t>
          </a:r>
        </a:p>
      </dgm:t>
    </dgm:pt>
    <dgm:pt modelId="{0267D63F-BC20-46F8-89E1-066FF0E1E69C}" type="parTrans" cxnId="{BE8A612E-6102-4BF5-B34B-A2E2E976276D}">
      <dgm:prSet/>
      <dgm:spPr/>
      <dgm:t>
        <a:bodyPr/>
        <a:lstStyle/>
        <a:p>
          <a:endParaRPr lang="en-US"/>
        </a:p>
      </dgm:t>
    </dgm:pt>
    <dgm:pt modelId="{DF7F60EF-71DC-4832-BC21-BA7BA2A19705}" type="sibTrans" cxnId="{BE8A612E-6102-4BF5-B34B-A2E2E976276D}">
      <dgm:prSet/>
      <dgm:spPr/>
      <dgm:t>
        <a:bodyPr/>
        <a:lstStyle/>
        <a:p>
          <a:endParaRPr lang="en-US"/>
        </a:p>
      </dgm:t>
    </dgm:pt>
    <dgm:pt modelId="{E9BA6A86-8AE9-4C8A-B4D9-B46B36A573E6}">
      <dgm:prSet phldrT="[Text]"/>
      <dgm:spPr/>
      <dgm:t>
        <a:bodyPr/>
        <a:lstStyle/>
        <a:p>
          <a:r>
            <a:rPr lang="en-US" dirty="0"/>
            <a:t>Prevents traffic jams by ensuring that data goes straight from its origin to its proper destination</a:t>
          </a:r>
        </a:p>
      </dgm:t>
    </dgm:pt>
    <dgm:pt modelId="{A9DD9827-D0E5-4D8A-9C5E-505146350F6E}" type="parTrans" cxnId="{2001B1AC-58FF-4BC5-8290-43C87899D9C9}">
      <dgm:prSet/>
      <dgm:spPr/>
      <dgm:t>
        <a:bodyPr/>
        <a:lstStyle/>
        <a:p>
          <a:endParaRPr lang="en-US"/>
        </a:p>
      </dgm:t>
    </dgm:pt>
    <dgm:pt modelId="{D4E3C33B-292F-4972-A6C8-72298DAA5044}" type="sibTrans" cxnId="{2001B1AC-58FF-4BC5-8290-43C87899D9C9}">
      <dgm:prSet/>
      <dgm:spPr/>
      <dgm:t>
        <a:bodyPr/>
        <a:lstStyle/>
        <a:p>
          <a:endParaRPr lang="en-US"/>
        </a:p>
      </dgm:t>
    </dgm:pt>
    <dgm:pt modelId="{B3AB6DA7-8F84-4096-9935-F90D246B3DDA}">
      <dgm:prSet/>
      <dgm:spPr/>
      <dgm:t>
        <a:bodyPr/>
        <a:lstStyle/>
        <a:p>
          <a:r>
            <a:rPr lang="en-US" dirty="0"/>
            <a:t>Router</a:t>
          </a:r>
        </a:p>
      </dgm:t>
    </dgm:pt>
    <dgm:pt modelId="{F79A8F16-0E01-4067-B5CB-AE63E75E3A2B}" type="parTrans" cxnId="{1793189F-3772-42AF-AE3F-A5744DC4A9D8}">
      <dgm:prSet/>
      <dgm:spPr/>
      <dgm:t>
        <a:bodyPr/>
        <a:lstStyle/>
        <a:p>
          <a:endParaRPr lang="en-US"/>
        </a:p>
      </dgm:t>
    </dgm:pt>
    <dgm:pt modelId="{846A29F8-5D7B-41DF-A70E-43B7E9FDC63D}" type="sibTrans" cxnId="{1793189F-3772-42AF-AE3F-A5744DC4A9D8}">
      <dgm:prSet/>
      <dgm:spPr/>
      <dgm:t>
        <a:bodyPr/>
        <a:lstStyle/>
        <a:p>
          <a:endParaRPr lang="en-US"/>
        </a:p>
      </dgm:t>
    </dgm:pt>
    <dgm:pt modelId="{869897F0-2745-47C4-9C18-91CF56FCC119}">
      <dgm:prSet/>
      <dgm:spPr/>
      <dgm:t>
        <a:bodyPr/>
        <a:lstStyle/>
        <a:p>
          <a:r>
            <a:rPr lang="en-US" dirty="0"/>
            <a:t>Can connect different logical networks or subnets and enable traffic destined for the networks on the other side of the router to pass through</a:t>
          </a:r>
        </a:p>
      </dgm:t>
    </dgm:pt>
    <dgm:pt modelId="{F2639913-9718-46F8-A5A8-423AB7ACCF72}" type="parTrans" cxnId="{39733DEC-3760-4B27-A34A-D30C4AEBEA1E}">
      <dgm:prSet/>
      <dgm:spPr/>
      <dgm:t>
        <a:bodyPr/>
        <a:lstStyle/>
        <a:p>
          <a:endParaRPr lang="en-US"/>
        </a:p>
      </dgm:t>
    </dgm:pt>
    <dgm:pt modelId="{0DACD8EA-A4B1-4082-A9BE-5BBE4B303314}" type="sibTrans" cxnId="{39733DEC-3760-4B27-A34A-D30C4AEBEA1E}">
      <dgm:prSet/>
      <dgm:spPr/>
      <dgm:t>
        <a:bodyPr/>
        <a:lstStyle/>
        <a:p>
          <a:endParaRPr lang="en-US"/>
        </a:p>
      </dgm:t>
    </dgm:pt>
    <dgm:pt modelId="{9C0928AC-1A83-4D86-9901-05353707F64B}">
      <dgm:prSet phldrT="[Text]"/>
      <dgm:spPr/>
      <dgm:t>
        <a:bodyPr/>
        <a:lstStyle/>
        <a:p>
          <a:r>
            <a:rPr lang="en-US" dirty="0"/>
            <a:t>Sends any packet it receives out every port</a:t>
          </a:r>
        </a:p>
      </dgm:t>
    </dgm:pt>
    <dgm:pt modelId="{03175DD5-6DBB-4682-8723-A4579D16A942}" type="parTrans" cxnId="{A557A082-D319-42B5-A1CF-12B20297A5FA}">
      <dgm:prSet/>
      <dgm:spPr/>
      <dgm:t>
        <a:bodyPr/>
        <a:lstStyle/>
        <a:p>
          <a:endParaRPr lang="en-US"/>
        </a:p>
      </dgm:t>
    </dgm:pt>
    <dgm:pt modelId="{CC7549D3-2DEB-45C2-8351-30C95EB79E33}" type="sibTrans" cxnId="{A557A082-D319-42B5-A1CF-12B20297A5FA}">
      <dgm:prSet/>
      <dgm:spPr/>
      <dgm:t>
        <a:bodyPr/>
        <a:lstStyle/>
        <a:p>
          <a:endParaRPr lang="en-US"/>
        </a:p>
      </dgm:t>
    </dgm:pt>
    <dgm:pt modelId="{EC98302E-EC79-4535-97FC-99E8510666BE}" type="pres">
      <dgm:prSet presAssocID="{E270A331-5935-4925-A78E-B21A771084FA}" presName="Name0" presStyleCnt="0">
        <dgm:presLayoutVars>
          <dgm:dir/>
          <dgm:animLvl val="lvl"/>
          <dgm:resizeHandles val="exact"/>
        </dgm:presLayoutVars>
      </dgm:prSet>
      <dgm:spPr/>
    </dgm:pt>
    <dgm:pt modelId="{FFAC708F-4EA9-4CCC-A639-6CF73F292CAF}" type="pres">
      <dgm:prSet presAssocID="{717AB7DA-E1F1-43CD-83E5-348417817673}" presName="linNode" presStyleCnt="0"/>
      <dgm:spPr/>
    </dgm:pt>
    <dgm:pt modelId="{E5D35BDC-342C-4162-AD30-CE29DB558212}" type="pres">
      <dgm:prSet presAssocID="{717AB7DA-E1F1-43CD-83E5-348417817673}" presName="parentText" presStyleLbl="node1" presStyleIdx="0" presStyleCnt="4">
        <dgm:presLayoutVars>
          <dgm:chMax val="1"/>
          <dgm:bulletEnabled val="1"/>
        </dgm:presLayoutVars>
      </dgm:prSet>
      <dgm:spPr/>
    </dgm:pt>
    <dgm:pt modelId="{D2C09367-1C51-422A-A1A8-0D1977D88B9C}" type="pres">
      <dgm:prSet presAssocID="{717AB7DA-E1F1-43CD-83E5-348417817673}" presName="descendantText" presStyleLbl="alignAccFollowNode1" presStyleIdx="0" presStyleCnt="4">
        <dgm:presLayoutVars>
          <dgm:bulletEnabled val="1"/>
        </dgm:presLayoutVars>
      </dgm:prSet>
      <dgm:spPr/>
    </dgm:pt>
    <dgm:pt modelId="{C232728D-1FEE-4B77-A380-31509221BC5A}" type="pres">
      <dgm:prSet presAssocID="{228D0703-3D86-428F-9337-04F93ECB02CA}" presName="sp" presStyleCnt="0"/>
      <dgm:spPr/>
    </dgm:pt>
    <dgm:pt modelId="{06F7ACC9-194D-46E1-905F-B36638299F03}" type="pres">
      <dgm:prSet presAssocID="{CCC0D61E-8548-4173-82F4-C42F08E31DEE}" presName="linNode" presStyleCnt="0"/>
      <dgm:spPr/>
    </dgm:pt>
    <dgm:pt modelId="{1530A2AA-B751-4264-84F5-7389A4FF32E1}" type="pres">
      <dgm:prSet presAssocID="{CCC0D61E-8548-4173-82F4-C42F08E31DEE}" presName="parentText" presStyleLbl="node1" presStyleIdx="1" presStyleCnt="4">
        <dgm:presLayoutVars>
          <dgm:chMax val="1"/>
          <dgm:bulletEnabled val="1"/>
        </dgm:presLayoutVars>
      </dgm:prSet>
      <dgm:spPr/>
    </dgm:pt>
    <dgm:pt modelId="{C37D61D8-4BBD-49EB-89C5-49554B563B96}" type="pres">
      <dgm:prSet presAssocID="{CCC0D61E-8548-4173-82F4-C42F08E31DEE}" presName="descendantText" presStyleLbl="alignAccFollowNode1" presStyleIdx="1" presStyleCnt="4">
        <dgm:presLayoutVars>
          <dgm:bulletEnabled val="1"/>
        </dgm:presLayoutVars>
      </dgm:prSet>
      <dgm:spPr/>
    </dgm:pt>
    <dgm:pt modelId="{C46BBE7A-D884-434D-8B12-A52BD3181B88}" type="pres">
      <dgm:prSet presAssocID="{A7752F34-40D3-43A2-9165-A072AAD7DC7A}" presName="sp" presStyleCnt="0"/>
      <dgm:spPr/>
    </dgm:pt>
    <dgm:pt modelId="{EA0A52CD-6710-457C-BFFD-4325270FF544}" type="pres">
      <dgm:prSet presAssocID="{B67E8959-2B47-4EB3-B6D2-C9CB645E6875}" presName="linNode" presStyleCnt="0"/>
      <dgm:spPr/>
    </dgm:pt>
    <dgm:pt modelId="{68A78B2C-4845-4EB1-B95F-39EB6ED26866}" type="pres">
      <dgm:prSet presAssocID="{B67E8959-2B47-4EB3-B6D2-C9CB645E6875}" presName="parentText" presStyleLbl="node1" presStyleIdx="2" presStyleCnt="4">
        <dgm:presLayoutVars>
          <dgm:chMax val="1"/>
          <dgm:bulletEnabled val="1"/>
        </dgm:presLayoutVars>
      </dgm:prSet>
      <dgm:spPr/>
    </dgm:pt>
    <dgm:pt modelId="{9FA6CDA3-6E68-40C3-8362-8ACB87E74D52}" type="pres">
      <dgm:prSet presAssocID="{B67E8959-2B47-4EB3-B6D2-C9CB645E6875}" presName="descendantText" presStyleLbl="alignAccFollowNode1" presStyleIdx="2" presStyleCnt="4">
        <dgm:presLayoutVars>
          <dgm:bulletEnabled val="1"/>
        </dgm:presLayoutVars>
      </dgm:prSet>
      <dgm:spPr/>
    </dgm:pt>
    <dgm:pt modelId="{2F7BBB0F-A815-4C0C-B74C-E8CED73077C7}" type="pres">
      <dgm:prSet presAssocID="{DF7F60EF-71DC-4832-BC21-BA7BA2A19705}" presName="sp" presStyleCnt="0"/>
      <dgm:spPr/>
    </dgm:pt>
    <dgm:pt modelId="{F9A254FC-FA99-49D0-A584-63551B57096F}" type="pres">
      <dgm:prSet presAssocID="{B3AB6DA7-8F84-4096-9935-F90D246B3DDA}" presName="linNode" presStyleCnt="0"/>
      <dgm:spPr/>
    </dgm:pt>
    <dgm:pt modelId="{9552864A-2B29-4FE7-A906-A2087F2CB98D}" type="pres">
      <dgm:prSet presAssocID="{B3AB6DA7-8F84-4096-9935-F90D246B3DDA}" presName="parentText" presStyleLbl="node1" presStyleIdx="3" presStyleCnt="4">
        <dgm:presLayoutVars>
          <dgm:chMax val="1"/>
          <dgm:bulletEnabled val="1"/>
        </dgm:presLayoutVars>
      </dgm:prSet>
      <dgm:spPr/>
    </dgm:pt>
    <dgm:pt modelId="{6F1B3BED-3DAD-4EA3-B93C-F50D87999823}" type="pres">
      <dgm:prSet presAssocID="{B3AB6DA7-8F84-4096-9935-F90D246B3DDA}" presName="descendantText" presStyleLbl="alignAccFollowNode1" presStyleIdx="3" presStyleCnt="4">
        <dgm:presLayoutVars>
          <dgm:bulletEnabled val="1"/>
        </dgm:presLayoutVars>
      </dgm:prSet>
      <dgm:spPr/>
    </dgm:pt>
  </dgm:ptLst>
  <dgm:cxnLst>
    <dgm:cxn modelId="{21BD6801-2F22-42B2-94E0-F296A3343190}" type="presOf" srcId="{E9BA6A86-8AE9-4C8A-B4D9-B46B36A573E6}" destId="{9FA6CDA3-6E68-40C3-8362-8ACB87E74D52}" srcOrd="0" destOrd="0" presId="urn:microsoft.com/office/officeart/2005/8/layout/vList5"/>
    <dgm:cxn modelId="{B9068023-6340-4EBD-9B42-3FD45125A15C}" type="presOf" srcId="{8E1ECB21-3BFE-4F30-9FCC-83E091BD0AC3}" destId="{C37D61D8-4BBD-49EB-89C5-49554B563B96}" srcOrd="0" destOrd="0" presId="urn:microsoft.com/office/officeart/2005/8/layout/vList5"/>
    <dgm:cxn modelId="{BE8A612E-6102-4BF5-B34B-A2E2E976276D}" srcId="{E270A331-5935-4925-A78E-B21A771084FA}" destId="{B67E8959-2B47-4EB3-B6D2-C9CB645E6875}" srcOrd="2" destOrd="0" parTransId="{0267D63F-BC20-46F8-89E1-066FF0E1E69C}" sibTransId="{DF7F60EF-71DC-4832-BC21-BA7BA2A19705}"/>
    <dgm:cxn modelId="{3F70C835-D5D7-4EFB-8D54-1FC1E97C7608}" srcId="{E270A331-5935-4925-A78E-B21A771084FA}" destId="{CCC0D61E-8548-4173-82F4-C42F08E31DEE}" srcOrd="1" destOrd="0" parTransId="{3B67FE65-E411-4E63-B852-B39325D6DC1A}" sibTransId="{A7752F34-40D3-43A2-9165-A072AAD7DC7A}"/>
    <dgm:cxn modelId="{7812425E-C06D-4340-A6D5-039017175DFF}" srcId="{CCC0D61E-8548-4173-82F4-C42F08E31DEE}" destId="{8E1ECB21-3BFE-4F30-9FCC-83E091BD0AC3}" srcOrd="0" destOrd="0" parTransId="{B88A1BB1-13A9-4040-AF23-A747683A8271}" sibTransId="{39B7041F-D7EE-48A6-A27D-8F6A191EEF59}"/>
    <dgm:cxn modelId="{D48BDF6E-D8F0-49C5-A67B-A5355FD3187C}" srcId="{E270A331-5935-4925-A78E-B21A771084FA}" destId="{717AB7DA-E1F1-43CD-83E5-348417817673}" srcOrd="0" destOrd="0" parTransId="{3130047B-2725-489E-A74D-F71FABD1DEA8}" sibTransId="{228D0703-3D86-428F-9337-04F93ECB02CA}"/>
    <dgm:cxn modelId="{822DEA72-C4B3-416C-A0BB-709A281E3A57}" type="presOf" srcId="{B67E8959-2B47-4EB3-B6D2-C9CB645E6875}" destId="{68A78B2C-4845-4EB1-B95F-39EB6ED26866}" srcOrd="0" destOrd="0" presId="urn:microsoft.com/office/officeart/2005/8/layout/vList5"/>
    <dgm:cxn modelId="{3942237B-3099-4E9B-A96E-D5B03234A67F}" type="presOf" srcId="{B3AB6DA7-8F84-4096-9935-F90D246B3DDA}" destId="{9552864A-2B29-4FE7-A906-A2087F2CB98D}" srcOrd="0" destOrd="0" presId="urn:microsoft.com/office/officeart/2005/8/layout/vList5"/>
    <dgm:cxn modelId="{A557A082-D319-42B5-A1CF-12B20297A5FA}" srcId="{CCC0D61E-8548-4173-82F4-C42F08E31DEE}" destId="{9C0928AC-1A83-4D86-9901-05353707F64B}" srcOrd="1" destOrd="0" parTransId="{03175DD5-6DBB-4682-8723-A4579D16A942}" sibTransId="{CC7549D3-2DEB-45C2-8351-30C95EB79E33}"/>
    <dgm:cxn modelId="{C3258F85-5018-4A0A-903D-22816FAEECE8}" type="presOf" srcId="{E270A331-5935-4925-A78E-B21A771084FA}" destId="{EC98302E-EC79-4535-97FC-99E8510666BE}" srcOrd="0" destOrd="0" presId="urn:microsoft.com/office/officeart/2005/8/layout/vList5"/>
    <dgm:cxn modelId="{E23B0488-4B84-4708-9EAA-525A4181CA9F}" type="presOf" srcId="{CCC0D61E-8548-4173-82F4-C42F08E31DEE}" destId="{1530A2AA-B751-4264-84F5-7389A4FF32E1}" srcOrd="0" destOrd="0" presId="urn:microsoft.com/office/officeart/2005/8/layout/vList5"/>
    <dgm:cxn modelId="{1793189F-3772-42AF-AE3F-A5744DC4A9D8}" srcId="{E270A331-5935-4925-A78E-B21A771084FA}" destId="{B3AB6DA7-8F84-4096-9935-F90D246B3DDA}" srcOrd="3" destOrd="0" parTransId="{F79A8F16-0E01-4067-B5CB-AE63E75E3A2B}" sibTransId="{846A29F8-5D7B-41DF-A70E-43B7E9FDC63D}"/>
    <dgm:cxn modelId="{2001B1AC-58FF-4BC5-8290-43C87899D9C9}" srcId="{B67E8959-2B47-4EB3-B6D2-C9CB645E6875}" destId="{E9BA6A86-8AE9-4C8A-B4D9-B46B36A573E6}" srcOrd="0" destOrd="0" parTransId="{A9DD9827-D0E5-4D8A-9C5E-505146350F6E}" sibTransId="{D4E3C33B-292F-4972-A6C8-72298DAA5044}"/>
    <dgm:cxn modelId="{36620DAE-D799-4030-96DD-6BE02024AA64}" type="presOf" srcId="{9C0928AC-1A83-4D86-9901-05353707F64B}" destId="{C37D61D8-4BBD-49EB-89C5-49554B563B96}" srcOrd="0" destOrd="1" presId="urn:microsoft.com/office/officeart/2005/8/layout/vList5"/>
    <dgm:cxn modelId="{277470D9-4E4D-4F36-8F3B-793C390410B6}" type="presOf" srcId="{F757A033-7793-45BC-BE71-CA83EE4F22EE}" destId="{D2C09367-1C51-422A-A1A8-0D1977D88B9C}" srcOrd="0" destOrd="0" presId="urn:microsoft.com/office/officeart/2005/8/layout/vList5"/>
    <dgm:cxn modelId="{A1CD0BDF-1C78-4C63-93D4-4326212E2EBA}" type="presOf" srcId="{717AB7DA-E1F1-43CD-83E5-348417817673}" destId="{E5D35BDC-342C-4162-AD30-CE29DB558212}" srcOrd="0" destOrd="0" presId="urn:microsoft.com/office/officeart/2005/8/layout/vList5"/>
    <dgm:cxn modelId="{22DF46E7-4BAF-4F10-8FF0-781B14E72D38}" type="presOf" srcId="{869897F0-2745-47C4-9C18-91CF56FCC119}" destId="{6F1B3BED-3DAD-4EA3-B93C-F50D87999823}" srcOrd="0" destOrd="0" presId="urn:microsoft.com/office/officeart/2005/8/layout/vList5"/>
    <dgm:cxn modelId="{39733DEC-3760-4B27-A34A-D30C4AEBEA1E}" srcId="{B3AB6DA7-8F84-4096-9935-F90D246B3DDA}" destId="{869897F0-2745-47C4-9C18-91CF56FCC119}" srcOrd="0" destOrd="0" parTransId="{F2639913-9718-46F8-A5A8-423AB7ACCF72}" sibTransId="{0DACD8EA-A4B1-4082-A9BE-5BBE4B303314}"/>
    <dgm:cxn modelId="{23B780F8-9B97-4E5F-BAE8-C02483C73EF1}" srcId="{717AB7DA-E1F1-43CD-83E5-348417817673}" destId="{F757A033-7793-45BC-BE71-CA83EE4F22EE}" srcOrd="0" destOrd="0" parTransId="{354E5045-962E-4B47-95BC-304AAFAED3B8}" sibTransId="{228CCEEB-2CBB-46F2-AF39-748FC916B389}"/>
    <dgm:cxn modelId="{4C59B101-5BA9-40F7-8E72-99E8062C2DCC}" type="presParOf" srcId="{EC98302E-EC79-4535-97FC-99E8510666BE}" destId="{FFAC708F-4EA9-4CCC-A639-6CF73F292CAF}" srcOrd="0" destOrd="0" presId="urn:microsoft.com/office/officeart/2005/8/layout/vList5"/>
    <dgm:cxn modelId="{27A7965F-FF5F-4BB7-A445-4FC4B5E5695F}" type="presParOf" srcId="{FFAC708F-4EA9-4CCC-A639-6CF73F292CAF}" destId="{E5D35BDC-342C-4162-AD30-CE29DB558212}" srcOrd="0" destOrd="0" presId="urn:microsoft.com/office/officeart/2005/8/layout/vList5"/>
    <dgm:cxn modelId="{B66D915E-DEC3-4B62-8F0C-F212C1B5D9AA}" type="presParOf" srcId="{FFAC708F-4EA9-4CCC-A639-6CF73F292CAF}" destId="{D2C09367-1C51-422A-A1A8-0D1977D88B9C}" srcOrd="1" destOrd="0" presId="urn:microsoft.com/office/officeart/2005/8/layout/vList5"/>
    <dgm:cxn modelId="{189E4D7B-B871-4071-9243-03B81AE33F6D}" type="presParOf" srcId="{EC98302E-EC79-4535-97FC-99E8510666BE}" destId="{C232728D-1FEE-4B77-A380-31509221BC5A}" srcOrd="1" destOrd="0" presId="urn:microsoft.com/office/officeart/2005/8/layout/vList5"/>
    <dgm:cxn modelId="{2373EB7B-DB72-4115-866B-A3B2F3AD4774}" type="presParOf" srcId="{EC98302E-EC79-4535-97FC-99E8510666BE}" destId="{06F7ACC9-194D-46E1-905F-B36638299F03}" srcOrd="2" destOrd="0" presId="urn:microsoft.com/office/officeart/2005/8/layout/vList5"/>
    <dgm:cxn modelId="{41D81CFC-C0DA-4A5E-864B-371DCEBE1C8B}" type="presParOf" srcId="{06F7ACC9-194D-46E1-905F-B36638299F03}" destId="{1530A2AA-B751-4264-84F5-7389A4FF32E1}" srcOrd="0" destOrd="0" presId="urn:microsoft.com/office/officeart/2005/8/layout/vList5"/>
    <dgm:cxn modelId="{9DF4CEE5-CD84-4079-A5D3-3F99E8E0F8E9}" type="presParOf" srcId="{06F7ACC9-194D-46E1-905F-B36638299F03}" destId="{C37D61D8-4BBD-49EB-89C5-49554B563B96}" srcOrd="1" destOrd="0" presId="urn:microsoft.com/office/officeart/2005/8/layout/vList5"/>
    <dgm:cxn modelId="{D4DD9741-1AF1-4093-9E41-EDD3EBF8AE96}" type="presParOf" srcId="{EC98302E-EC79-4535-97FC-99E8510666BE}" destId="{C46BBE7A-D884-434D-8B12-A52BD3181B88}" srcOrd="3" destOrd="0" presId="urn:microsoft.com/office/officeart/2005/8/layout/vList5"/>
    <dgm:cxn modelId="{D6F53BDA-C45B-4E12-8F96-1F460B9B3A0A}" type="presParOf" srcId="{EC98302E-EC79-4535-97FC-99E8510666BE}" destId="{EA0A52CD-6710-457C-BFFD-4325270FF544}" srcOrd="4" destOrd="0" presId="urn:microsoft.com/office/officeart/2005/8/layout/vList5"/>
    <dgm:cxn modelId="{2BD8E1F5-A342-4758-8297-0C5416193754}" type="presParOf" srcId="{EA0A52CD-6710-457C-BFFD-4325270FF544}" destId="{68A78B2C-4845-4EB1-B95F-39EB6ED26866}" srcOrd="0" destOrd="0" presId="urn:microsoft.com/office/officeart/2005/8/layout/vList5"/>
    <dgm:cxn modelId="{C048887D-9088-4C1B-8B8F-4EF640A77EB7}" type="presParOf" srcId="{EA0A52CD-6710-457C-BFFD-4325270FF544}" destId="{9FA6CDA3-6E68-40C3-8362-8ACB87E74D52}" srcOrd="1" destOrd="0" presId="urn:microsoft.com/office/officeart/2005/8/layout/vList5"/>
    <dgm:cxn modelId="{6313775B-6D72-437E-BB22-6297929FB12A}" type="presParOf" srcId="{EC98302E-EC79-4535-97FC-99E8510666BE}" destId="{2F7BBB0F-A815-4C0C-B74C-E8CED73077C7}" srcOrd="5" destOrd="0" presId="urn:microsoft.com/office/officeart/2005/8/layout/vList5"/>
    <dgm:cxn modelId="{B2ACA6D4-5214-4E1F-9A98-197350E9A27A}" type="presParOf" srcId="{EC98302E-EC79-4535-97FC-99E8510666BE}" destId="{F9A254FC-FA99-49D0-A584-63551B57096F}" srcOrd="6" destOrd="0" presId="urn:microsoft.com/office/officeart/2005/8/layout/vList5"/>
    <dgm:cxn modelId="{7F3F4E4B-D9B4-454C-ACF6-14085FFB1218}" type="presParOf" srcId="{F9A254FC-FA99-49D0-A584-63551B57096F}" destId="{9552864A-2B29-4FE7-A906-A2087F2CB98D}" srcOrd="0" destOrd="0" presId="urn:microsoft.com/office/officeart/2005/8/layout/vList5"/>
    <dgm:cxn modelId="{E7CA39E4-1CEE-4B91-9435-34CB778242A2}" type="presParOf" srcId="{F9A254FC-FA99-49D0-A584-63551B57096F}" destId="{6F1B3BED-3DAD-4EA3-B93C-F50D8799982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1D231CF-9EB8-4AAE-B08B-1996856337D9}"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7791853-7BF3-413B-9C00-33341B67F588}">
      <dgm:prSet phldrT="[Text]"/>
      <dgm:spPr/>
      <dgm:t>
        <a:bodyPr/>
        <a:lstStyle/>
        <a:p>
          <a:r>
            <a:rPr lang="en-US" dirty="0"/>
            <a:t>show version</a:t>
          </a:r>
        </a:p>
      </dgm:t>
    </dgm:pt>
    <dgm:pt modelId="{A3B0E5A3-B9A8-4211-870D-720693845314}" type="parTrans" cxnId="{8508E2C4-2555-4D1D-9F1D-0E70AA4B4E66}">
      <dgm:prSet/>
      <dgm:spPr/>
      <dgm:t>
        <a:bodyPr/>
        <a:lstStyle/>
        <a:p>
          <a:endParaRPr lang="en-US"/>
        </a:p>
      </dgm:t>
    </dgm:pt>
    <dgm:pt modelId="{6527DF4F-C816-4D70-8626-5A4E86C1F0C6}" type="sibTrans" cxnId="{8508E2C4-2555-4D1D-9F1D-0E70AA4B4E66}">
      <dgm:prSet/>
      <dgm:spPr/>
      <dgm:t>
        <a:bodyPr/>
        <a:lstStyle/>
        <a:p>
          <a:endParaRPr lang="en-US"/>
        </a:p>
      </dgm:t>
    </dgm:pt>
    <dgm:pt modelId="{8E267F50-3E13-4ED3-97EF-FEA7AA54BBBE}">
      <dgm:prSet phldrT="[Text]"/>
      <dgm:spPr/>
      <dgm:t>
        <a:bodyPr/>
        <a:lstStyle/>
        <a:p>
          <a:r>
            <a:rPr lang="en-US" dirty="0"/>
            <a:t>show running-config</a:t>
          </a:r>
        </a:p>
      </dgm:t>
    </dgm:pt>
    <dgm:pt modelId="{B15ABBBC-AC6E-4415-B39A-72EA3A375248}" type="parTrans" cxnId="{38F403C0-9AB6-46AD-BE99-6A3839FC1E89}">
      <dgm:prSet/>
      <dgm:spPr/>
      <dgm:t>
        <a:bodyPr/>
        <a:lstStyle/>
        <a:p>
          <a:endParaRPr lang="en-US"/>
        </a:p>
      </dgm:t>
    </dgm:pt>
    <dgm:pt modelId="{65DFF8D8-1EE4-4C30-B34B-0F2D0928C0B9}" type="sibTrans" cxnId="{38F403C0-9AB6-46AD-BE99-6A3839FC1E89}">
      <dgm:prSet/>
      <dgm:spPr/>
      <dgm:t>
        <a:bodyPr/>
        <a:lstStyle/>
        <a:p>
          <a:endParaRPr lang="en-US"/>
        </a:p>
      </dgm:t>
    </dgm:pt>
    <dgm:pt modelId="{0D48BFD9-8470-43F3-AA18-CE69032C0B8B}">
      <dgm:prSet phldrT="[Text]"/>
      <dgm:spPr/>
      <dgm:t>
        <a:bodyPr/>
        <a:lstStyle/>
        <a:p>
          <a:r>
            <a:rPr lang="en-US" dirty="0"/>
            <a:t>show startup-config</a:t>
          </a:r>
        </a:p>
      </dgm:t>
    </dgm:pt>
    <dgm:pt modelId="{ADF422A3-2183-4A47-B9F3-866252CFBF7C}" type="parTrans" cxnId="{DC85B40E-351D-4DD5-BDD4-792005EE4D3A}">
      <dgm:prSet/>
      <dgm:spPr/>
      <dgm:t>
        <a:bodyPr/>
        <a:lstStyle/>
        <a:p>
          <a:endParaRPr lang="en-US"/>
        </a:p>
      </dgm:t>
    </dgm:pt>
    <dgm:pt modelId="{CA90FB7A-C91E-4057-A46A-34077896FFDD}" type="sibTrans" cxnId="{DC85B40E-351D-4DD5-BDD4-792005EE4D3A}">
      <dgm:prSet/>
      <dgm:spPr/>
      <dgm:t>
        <a:bodyPr/>
        <a:lstStyle/>
        <a:p>
          <a:endParaRPr lang="en-US"/>
        </a:p>
      </dgm:t>
    </dgm:pt>
    <dgm:pt modelId="{55ADA2FB-8D4B-4F33-AFE1-24EEED196354}">
      <dgm:prSet phldrT="[Text]"/>
      <dgm:spPr/>
      <dgm:t>
        <a:bodyPr/>
        <a:lstStyle/>
        <a:p>
          <a:r>
            <a:rPr lang="en-US" dirty="0"/>
            <a:t>show </a:t>
          </a:r>
          <a:r>
            <a:rPr lang="en-US"/>
            <a:t>ip</a:t>
          </a:r>
          <a:r>
            <a:rPr lang="en-US" dirty="0"/>
            <a:t> route</a:t>
          </a:r>
        </a:p>
      </dgm:t>
    </dgm:pt>
    <dgm:pt modelId="{F7F4A7B4-F4CA-4114-8FCE-8FB3E3159B45}" type="parTrans" cxnId="{E46399D9-FAD9-4F65-9FE7-9E9BFC5F684E}">
      <dgm:prSet/>
      <dgm:spPr/>
      <dgm:t>
        <a:bodyPr/>
        <a:lstStyle/>
        <a:p>
          <a:endParaRPr lang="en-US"/>
        </a:p>
      </dgm:t>
    </dgm:pt>
    <dgm:pt modelId="{F0B91E82-F322-41A6-868A-37FFA3C386A4}" type="sibTrans" cxnId="{E46399D9-FAD9-4F65-9FE7-9E9BFC5F684E}">
      <dgm:prSet/>
      <dgm:spPr/>
      <dgm:t>
        <a:bodyPr/>
        <a:lstStyle/>
        <a:p>
          <a:endParaRPr lang="en-US"/>
        </a:p>
      </dgm:t>
    </dgm:pt>
    <dgm:pt modelId="{8307224B-A5AB-4E77-895E-A7A3C5C01E3E}">
      <dgm:prSet phldrT="[Text]"/>
      <dgm:spPr/>
      <dgm:t>
        <a:bodyPr/>
        <a:lstStyle/>
        <a:p>
          <a:r>
            <a:rPr lang="en-US" dirty="0"/>
            <a:t>show interfaces</a:t>
          </a:r>
        </a:p>
      </dgm:t>
    </dgm:pt>
    <dgm:pt modelId="{5C177052-7A65-4411-95E4-F876FCBF7B91}" type="parTrans" cxnId="{0EA1C80F-560B-454B-BD27-CD829FEB6EF1}">
      <dgm:prSet/>
      <dgm:spPr/>
      <dgm:t>
        <a:bodyPr/>
        <a:lstStyle/>
        <a:p>
          <a:endParaRPr lang="en-US"/>
        </a:p>
      </dgm:t>
    </dgm:pt>
    <dgm:pt modelId="{550ABA06-7203-40E3-ADCE-F78FDC9CAC69}" type="sibTrans" cxnId="{0EA1C80F-560B-454B-BD27-CD829FEB6EF1}">
      <dgm:prSet/>
      <dgm:spPr/>
      <dgm:t>
        <a:bodyPr/>
        <a:lstStyle/>
        <a:p>
          <a:endParaRPr lang="en-US"/>
        </a:p>
      </dgm:t>
    </dgm:pt>
    <dgm:pt modelId="{19F3A71B-375B-4D43-B966-9AE46B3B5F5C}">
      <dgm:prSet/>
      <dgm:spPr/>
      <dgm:t>
        <a:bodyPr/>
        <a:lstStyle/>
        <a:p>
          <a:r>
            <a:rPr lang="en-US" dirty="0"/>
            <a:t>show logging</a:t>
          </a:r>
        </a:p>
      </dgm:t>
    </dgm:pt>
    <dgm:pt modelId="{5AC10E17-0FD7-4410-BF9D-7C599E19B1C6}" type="parTrans" cxnId="{10778C6A-1D54-431C-8641-93F52C1A2A71}">
      <dgm:prSet/>
      <dgm:spPr/>
      <dgm:t>
        <a:bodyPr/>
        <a:lstStyle/>
        <a:p>
          <a:endParaRPr lang="en-US"/>
        </a:p>
      </dgm:t>
    </dgm:pt>
    <dgm:pt modelId="{F88C7875-E859-4A7A-AD2F-2F195407E013}" type="sibTrans" cxnId="{10778C6A-1D54-431C-8641-93F52C1A2A71}">
      <dgm:prSet/>
      <dgm:spPr/>
      <dgm:t>
        <a:bodyPr/>
        <a:lstStyle/>
        <a:p>
          <a:endParaRPr lang="en-US"/>
        </a:p>
      </dgm:t>
    </dgm:pt>
    <dgm:pt modelId="{9256B3BA-1FE8-40DF-A5A8-9943F549A99F}" type="pres">
      <dgm:prSet presAssocID="{71D231CF-9EB8-4AAE-B08B-1996856337D9}" presName="diagram" presStyleCnt="0">
        <dgm:presLayoutVars>
          <dgm:dir/>
          <dgm:resizeHandles val="exact"/>
        </dgm:presLayoutVars>
      </dgm:prSet>
      <dgm:spPr/>
    </dgm:pt>
    <dgm:pt modelId="{584822D3-14B2-4014-B7DE-F7EABB65C846}" type="pres">
      <dgm:prSet presAssocID="{07791853-7BF3-413B-9C00-33341B67F588}" presName="node" presStyleLbl="node1" presStyleIdx="0" presStyleCnt="6">
        <dgm:presLayoutVars>
          <dgm:bulletEnabled val="1"/>
        </dgm:presLayoutVars>
      </dgm:prSet>
      <dgm:spPr/>
    </dgm:pt>
    <dgm:pt modelId="{6A3BA3ED-7E98-4314-9E55-1AC243CDE7D9}" type="pres">
      <dgm:prSet presAssocID="{6527DF4F-C816-4D70-8626-5A4E86C1F0C6}" presName="sibTrans" presStyleCnt="0"/>
      <dgm:spPr/>
    </dgm:pt>
    <dgm:pt modelId="{DCCB8D9B-675C-43A6-9044-D334740537AA}" type="pres">
      <dgm:prSet presAssocID="{8E267F50-3E13-4ED3-97EF-FEA7AA54BBBE}" presName="node" presStyleLbl="node1" presStyleIdx="1" presStyleCnt="6">
        <dgm:presLayoutVars>
          <dgm:bulletEnabled val="1"/>
        </dgm:presLayoutVars>
      </dgm:prSet>
      <dgm:spPr/>
    </dgm:pt>
    <dgm:pt modelId="{4DDD6486-D47D-42EA-ACEC-EA25A3146DD7}" type="pres">
      <dgm:prSet presAssocID="{65DFF8D8-1EE4-4C30-B34B-0F2D0928C0B9}" presName="sibTrans" presStyleCnt="0"/>
      <dgm:spPr/>
    </dgm:pt>
    <dgm:pt modelId="{9DECC199-80AA-44D1-B956-4DAFB3870081}" type="pres">
      <dgm:prSet presAssocID="{0D48BFD9-8470-43F3-AA18-CE69032C0B8B}" presName="node" presStyleLbl="node1" presStyleIdx="2" presStyleCnt="6">
        <dgm:presLayoutVars>
          <dgm:bulletEnabled val="1"/>
        </dgm:presLayoutVars>
      </dgm:prSet>
      <dgm:spPr/>
    </dgm:pt>
    <dgm:pt modelId="{3D70BE1D-2FA8-42B8-BDC4-E68084DE193B}" type="pres">
      <dgm:prSet presAssocID="{CA90FB7A-C91E-4057-A46A-34077896FFDD}" presName="sibTrans" presStyleCnt="0"/>
      <dgm:spPr/>
    </dgm:pt>
    <dgm:pt modelId="{FC6DEBDF-464D-48A4-930D-041A7E12F51E}" type="pres">
      <dgm:prSet presAssocID="{55ADA2FB-8D4B-4F33-AFE1-24EEED196354}" presName="node" presStyleLbl="node1" presStyleIdx="3" presStyleCnt="6">
        <dgm:presLayoutVars>
          <dgm:bulletEnabled val="1"/>
        </dgm:presLayoutVars>
      </dgm:prSet>
      <dgm:spPr/>
    </dgm:pt>
    <dgm:pt modelId="{743583FC-C568-427E-90B8-59211A40761D}" type="pres">
      <dgm:prSet presAssocID="{F0B91E82-F322-41A6-868A-37FFA3C386A4}" presName="sibTrans" presStyleCnt="0"/>
      <dgm:spPr/>
    </dgm:pt>
    <dgm:pt modelId="{34BA12E5-3DFB-4BCE-8577-EDAC32779BAF}" type="pres">
      <dgm:prSet presAssocID="{8307224B-A5AB-4E77-895E-A7A3C5C01E3E}" presName="node" presStyleLbl="node1" presStyleIdx="4" presStyleCnt="6">
        <dgm:presLayoutVars>
          <dgm:bulletEnabled val="1"/>
        </dgm:presLayoutVars>
      </dgm:prSet>
      <dgm:spPr/>
    </dgm:pt>
    <dgm:pt modelId="{CA8C9935-F55C-4DBA-BE4D-8813080D1042}" type="pres">
      <dgm:prSet presAssocID="{550ABA06-7203-40E3-ADCE-F78FDC9CAC69}" presName="sibTrans" presStyleCnt="0"/>
      <dgm:spPr/>
    </dgm:pt>
    <dgm:pt modelId="{E5C51A0D-8132-44BF-B191-5CECD97F1D3E}" type="pres">
      <dgm:prSet presAssocID="{19F3A71B-375B-4D43-B966-9AE46B3B5F5C}" presName="node" presStyleLbl="node1" presStyleIdx="5" presStyleCnt="6">
        <dgm:presLayoutVars>
          <dgm:bulletEnabled val="1"/>
        </dgm:presLayoutVars>
      </dgm:prSet>
      <dgm:spPr/>
    </dgm:pt>
  </dgm:ptLst>
  <dgm:cxnLst>
    <dgm:cxn modelId="{F95EAF0C-6650-4F7E-A8E0-54BF1901EEE2}" type="presOf" srcId="{8307224B-A5AB-4E77-895E-A7A3C5C01E3E}" destId="{34BA12E5-3DFB-4BCE-8577-EDAC32779BAF}" srcOrd="0" destOrd="0" presId="urn:microsoft.com/office/officeart/2005/8/layout/default"/>
    <dgm:cxn modelId="{DC85B40E-351D-4DD5-BDD4-792005EE4D3A}" srcId="{71D231CF-9EB8-4AAE-B08B-1996856337D9}" destId="{0D48BFD9-8470-43F3-AA18-CE69032C0B8B}" srcOrd="2" destOrd="0" parTransId="{ADF422A3-2183-4A47-B9F3-866252CFBF7C}" sibTransId="{CA90FB7A-C91E-4057-A46A-34077896FFDD}"/>
    <dgm:cxn modelId="{0EA1C80F-560B-454B-BD27-CD829FEB6EF1}" srcId="{71D231CF-9EB8-4AAE-B08B-1996856337D9}" destId="{8307224B-A5AB-4E77-895E-A7A3C5C01E3E}" srcOrd="4" destOrd="0" parTransId="{5C177052-7A65-4411-95E4-F876FCBF7B91}" sibTransId="{550ABA06-7203-40E3-ADCE-F78FDC9CAC69}"/>
    <dgm:cxn modelId="{0F08F334-EC66-4134-A1E5-C5C9F9279F62}" type="presOf" srcId="{55ADA2FB-8D4B-4F33-AFE1-24EEED196354}" destId="{FC6DEBDF-464D-48A4-930D-041A7E12F51E}" srcOrd="0" destOrd="0" presId="urn:microsoft.com/office/officeart/2005/8/layout/default"/>
    <dgm:cxn modelId="{10778C6A-1D54-431C-8641-93F52C1A2A71}" srcId="{71D231CF-9EB8-4AAE-B08B-1996856337D9}" destId="{19F3A71B-375B-4D43-B966-9AE46B3B5F5C}" srcOrd="5" destOrd="0" parTransId="{5AC10E17-0FD7-4410-BF9D-7C599E19B1C6}" sibTransId="{F88C7875-E859-4A7A-AD2F-2F195407E013}"/>
    <dgm:cxn modelId="{38F403C0-9AB6-46AD-BE99-6A3839FC1E89}" srcId="{71D231CF-9EB8-4AAE-B08B-1996856337D9}" destId="{8E267F50-3E13-4ED3-97EF-FEA7AA54BBBE}" srcOrd="1" destOrd="0" parTransId="{B15ABBBC-AC6E-4415-B39A-72EA3A375248}" sibTransId="{65DFF8D8-1EE4-4C30-B34B-0F2D0928C0B9}"/>
    <dgm:cxn modelId="{43A1C6C4-3DE1-448B-91D4-3D7F2505C93E}" type="presOf" srcId="{71D231CF-9EB8-4AAE-B08B-1996856337D9}" destId="{9256B3BA-1FE8-40DF-A5A8-9943F549A99F}" srcOrd="0" destOrd="0" presId="urn:microsoft.com/office/officeart/2005/8/layout/default"/>
    <dgm:cxn modelId="{8508E2C4-2555-4D1D-9F1D-0E70AA4B4E66}" srcId="{71D231CF-9EB8-4AAE-B08B-1996856337D9}" destId="{07791853-7BF3-413B-9C00-33341B67F588}" srcOrd="0" destOrd="0" parTransId="{A3B0E5A3-B9A8-4211-870D-720693845314}" sibTransId="{6527DF4F-C816-4D70-8626-5A4E86C1F0C6}"/>
    <dgm:cxn modelId="{7593B4CF-7D39-4E5E-962D-E355570B00CA}" type="presOf" srcId="{19F3A71B-375B-4D43-B966-9AE46B3B5F5C}" destId="{E5C51A0D-8132-44BF-B191-5CECD97F1D3E}" srcOrd="0" destOrd="0" presId="urn:microsoft.com/office/officeart/2005/8/layout/default"/>
    <dgm:cxn modelId="{EF3560D4-6D69-47AC-91A8-5E916972DF98}" type="presOf" srcId="{0D48BFD9-8470-43F3-AA18-CE69032C0B8B}" destId="{9DECC199-80AA-44D1-B956-4DAFB3870081}" srcOrd="0" destOrd="0" presId="urn:microsoft.com/office/officeart/2005/8/layout/default"/>
    <dgm:cxn modelId="{E46399D9-FAD9-4F65-9FE7-9E9BFC5F684E}" srcId="{71D231CF-9EB8-4AAE-B08B-1996856337D9}" destId="{55ADA2FB-8D4B-4F33-AFE1-24EEED196354}" srcOrd="3" destOrd="0" parTransId="{F7F4A7B4-F4CA-4114-8FCE-8FB3E3159B45}" sibTransId="{F0B91E82-F322-41A6-868A-37FFA3C386A4}"/>
    <dgm:cxn modelId="{E38368E4-C420-4D07-A659-E7C9970EC701}" type="presOf" srcId="{8E267F50-3E13-4ED3-97EF-FEA7AA54BBBE}" destId="{DCCB8D9B-675C-43A6-9044-D334740537AA}" srcOrd="0" destOrd="0" presId="urn:microsoft.com/office/officeart/2005/8/layout/default"/>
    <dgm:cxn modelId="{CDEFA4E8-29BA-4261-BCC7-F60D7A8A53A4}" type="presOf" srcId="{07791853-7BF3-413B-9C00-33341B67F588}" destId="{584822D3-14B2-4014-B7DE-F7EABB65C846}" srcOrd="0" destOrd="0" presId="urn:microsoft.com/office/officeart/2005/8/layout/default"/>
    <dgm:cxn modelId="{F36EBFA1-DD57-4ED0-95E3-49C234306147}" type="presParOf" srcId="{9256B3BA-1FE8-40DF-A5A8-9943F549A99F}" destId="{584822D3-14B2-4014-B7DE-F7EABB65C846}" srcOrd="0" destOrd="0" presId="urn:microsoft.com/office/officeart/2005/8/layout/default"/>
    <dgm:cxn modelId="{07B2EC76-D2A2-49EC-98F2-A6CC50EAEA1C}" type="presParOf" srcId="{9256B3BA-1FE8-40DF-A5A8-9943F549A99F}" destId="{6A3BA3ED-7E98-4314-9E55-1AC243CDE7D9}" srcOrd="1" destOrd="0" presId="urn:microsoft.com/office/officeart/2005/8/layout/default"/>
    <dgm:cxn modelId="{4E1B059A-A92A-42BD-88E4-415362C07743}" type="presParOf" srcId="{9256B3BA-1FE8-40DF-A5A8-9943F549A99F}" destId="{DCCB8D9B-675C-43A6-9044-D334740537AA}" srcOrd="2" destOrd="0" presId="urn:microsoft.com/office/officeart/2005/8/layout/default"/>
    <dgm:cxn modelId="{F8E6AFF4-9490-4C93-9F63-E47D3080EB90}" type="presParOf" srcId="{9256B3BA-1FE8-40DF-A5A8-9943F549A99F}" destId="{4DDD6486-D47D-42EA-ACEC-EA25A3146DD7}" srcOrd="3" destOrd="0" presId="urn:microsoft.com/office/officeart/2005/8/layout/default"/>
    <dgm:cxn modelId="{0252FFA8-3A21-443A-9A8E-1F7CF047A34C}" type="presParOf" srcId="{9256B3BA-1FE8-40DF-A5A8-9943F549A99F}" destId="{9DECC199-80AA-44D1-B956-4DAFB3870081}" srcOrd="4" destOrd="0" presId="urn:microsoft.com/office/officeart/2005/8/layout/default"/>
    <dgm:cxn modelId="{1D6E9246-03F3-4D9A-BD60-81DF6A29E6A4}" type="presParOf" srcId="{9256B3BA-1FE8-40DF-A5A8-9943F549A99F}" destId="{3D70BE1D-2FA8-42B8-BDC4-E68084DE193B}" srcOrd="5" destOrd="0" presId="urn:microsoft.com/office/officeart/2005/8/layout/default"/>
    <dgm:cxn modelId="{D3FDC856-1C85-454C-9BA8-DD8C337013C7}" type="presParOf" srcId="{9256B3BA-1FE8-40DF-A5A8-9943F549A99F}" destId="{FC6DEBDF-464D-48A4-930D-041A7E12F51E}" srcOrd="6" destOrd="0" presId="urn:microsoft.com/office/officeart/2005/8/layout/default"/>
    <dgm:cxn modelId="{439C4ECA-A19F-4643-823B-ECCA31EA9C32}" type="presParOf" srcId="{9256B3BA-1FE8-40DF-A5A8-9943F549A99F}" destId="{743583FC-C568-427E-90B8-59211A40761D}" srcOrd="7" destOrd="0" presId="urn:microsoft.com/office/officeart/2005/8/layout/default"/>
    <dgm:cxn modelId="{47C2FF63-BAE0-408F-A3DC-45C4EB967799}" type="presParOf" srcId="{9256B3BA-1FE8-40DF-A5A8-9943F549A99F}" destId="{34BA12E5-3DFB-4BCE-8577-EDAC32779BAF}" srcOrd="8" destOrd="0" presId="urn:microsoft.com/office/officeart/2005/8/layout/default"/>
    <dgm:cxn modelId="{DC769ACE-D1C8-4A6A-A69C-640734C0B934}" type="presParOf" srcId="{9256B3BA-1FE8-40DF-A5A8-9943F549A99F}" destId="{CA8C9935-F55C-4DBA-BE4D-8813080D1042}" srcOrd="9" destOrd="0" presId="urn:microsoft.com/office/officeart/2005/8/layout/default"/>
    <dgm:cxn modelId="{DA5ECDFD-75B1-4178-8AB5-3FF90FBAD8D7}" type="presParOf" srcId="{9256B3BA-1FE8-40DF-A5A8-9943F549A99F}" destId="{E5C51A0D-8132-44BF-B191-5CECD97F1D3E}"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D6BB544-4D44-4A4B-841F-5726FC07AEAE}"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75EF62C0-1201-462B-89D3-A6CE97EBC7E6}">
      <dgm:prSet phldrT="[Text]"/>
      <dgm:spPr/>
      <dgm:t>
        <a:bodyPr/>
        <a:lstStyle/>
        <a:p>
          <a:r>
            <a:rPr lang="en-US" dirty="0"/>
            <a:t>Packet filter</a:t>
          </a:r>
        </a:p>
      </dgm:t>
    </dgm:pt>
    <dgm:pt modelId="{5CBD09CB-F002-42A2-B831-FABBAFC227F6}" type="parTrans" cxnId="{DE29BBA4-ADDC-4FE4-986B-24115757DAD1}">
      <dgm:prSet/>
      <dgm:spPr/>
      <dgm:t>
        <a:bodyPr/>
        <a:lstStyle/>
        <a:p>
          <a:endParaRPr lang="en-US"/>
        </a:p>
      </dgm:t>
    </dgm:pt>
    <dgm:pt modelId="{306D3C26-5EC7-4B44-AFA7-1D8A5D56339C}" type="sibTrans" cxnId="{DE29BBA4-ADDC-4FE4-986B-24115757DAD1}">
      <dgm:prSet/>
      <dgm:spPr/>
      <dgm:t>
        <a:bodyPr/>
        <a:lstStyle/>
        <a:p>
          <a:endParaRPr lang="en-US"/>
        </a:p>
      </dgm:t>
    </dgm:pt>
    <dgm:pt modelId="{9220D2CB-3F08-43F7-9AD1-FBB74ADC8F0E}">
      <dgm:prSet phldrT="[Text]"/>
      <dgm:spPr/>
      <dgm:t>
        <a:bodyPr/>
        <a:lstStyle/>
        <a:p>
          <a:r>
            <a:rPr lang="en-US" dirty="0"/>
            <a:t>Permits/denies incoming packets based on rules</a:t>
          </a:r>
        </a:p>
      </dgm:t>
    </dgm:pt>
    <dgm:pt modelId="{442E0010-C86E-463E-9EB2-D583B08AF90B}" type="parTrans" cxnId="{111A3023-AEBB-4CD2-A556-B641ABE720D5}">
      <dgm:prSet/>
      <dgm:spPr/>
      <dgm:t>
        <a:bodyPr/>
        <a:lstStyle/>
        <a:p>
          <a:endParaRPr lang="en-US"/>
        </a:p>
      </dgm:t>
    </dgm:pt>
    <dgm:pt modelId="{5A956DA2-11A2-4F06-BA03-CC84FD4CE12C}" type="sibTrans" cxnId="{111A3023-AEBB-4CD2-A556-B641ABE720D5}">
      <dgm:prSet/>
      <dgm:spPr/>
      <dgm:t>
        <a:bodyPr/>
        <a:lstStyle/>
        <a:p>
          <a:endParaRPr lang="en-US"/>
        </a:p>
      </dgm:t>
    </dgm:pt>
    <dgm:pt modelId="{3EF67C16-DF2B-45E1-9656-F4E741DB5489}">
      <dgm:prSet phldrT="[Text]"/>
      <dgm:spPr/>
      <dgm:t>
        <a:bodyPr/>
        <a:lstStyle/>
        <a:p>
          <a:r>
            <a:rPr lang="en-US" dirty="0"/>
            <a:t>Aka screened firewall</a:t>
          </a:r>
        </a:p>
      </dgm:t>
    </dgm:pt>
    <dgm:pt modelId="{AD03723F-7C3F-4335-922F-AABB6672ACD4}" type="parTrans" cxnId="{E3E365A6-00D9-4A95-9730-07D1FEE33A94}">
      <dgm:prSet/>
      <dgm:spPr/>
      <dgm:t>
        <a:bodyPr/>
        <a:lstStyle/>
        <a:p>
          <a:endParaRPr lang="en-US"/>
        </a:p>
      </dgm:t>
    </dgm:pt>
    <dgm:pt modelId="{726CB8A4-4118-4E3F-BF14-208C0875057D}" type="sibTrans" cxnId="{E3E365A6-00D9-4A95-9730-07D1FEE33A94}">
      <dgm:prSet/>
      <dgm:spPr/>
      <dgm:t>
        <a:bodyPr/>
        <a:lstStyle/>
        <a:p>
          <a:endParaRPr lang="en-US"/>
        </a:p>
      </dgm:t>
    </dgm:pt>
    <dgm:pt modelId="{EB7099F5-2C9E-4F23-AEAC-971617431B5C}">
      <dgm:prSet phldrT="[Text]"/>
      <dgm:spPr/>
      <dgm:t>
        <a:bodyPr/>
        <a:lstStyle/>
        <a:p>
          <a:r>
            <a:rPr lang="en-US"/>
            <a:t>Stateful</a:t>
          </a:r>
          <a:r>
            <a:rPr lang="en-US" dirty="0"/>
            <a:t> packet inspection</a:t>
          </a:r>
        </a:p>
      </dgm:t>
    </dgm:pt>
    <dgm:pt modelId="{F7EC6C10-6236-484A-9B49-F565AEABB323}" type="parTrans" cxnId="{234F9328-52A5-4293-B462-CD86BF1817DC}">
      <dgm:prSet/>
      <dgm:spPr/>
      <dgm:t>
        <a:bodyPr/>
        <a:lstStyle/>
        <a:p>
          <a:endParaRPr lang="en-US"/>
        </a:p>
      </dgm:t>
    </dgm:pt>
    <dgm:pt modelId="{4F1F007E-945F-47F0-BF8B-CCE345E4B8D0}" type="sibTrans" cxnId="{234F9328-52A5-4293-B462-CD86BF1817DC}">
      <dgm:prSet/>
      <dgm:spPr/>
      <dgm:t>
        <a:bodyPr/>
        <a:lstStyle/>
        <a:p>
          <a:endParaRPr lang="en-US"/>
        </a:p>
      </dgm:t>
    </dgm:pt>
    <dgm:pt modelId="{29694575-E830-4622-B11F-E822065550AA}">
      <dgm:prSet phldrT="[Text]"/>
      <dgm:spPr/>
      <dgm:t>
        <a:bodyPr/>
        <a:lstStyle/>
        <a:p>
          <a:r>
            <a:rPr lang="en-US" dirty="0"/>
            <a:t>Examines all packets</a:t>
          </a:r>
        </a:p>
      </dgm:t>
    </dgm:pt>
    <dgm:pt modelId="{F43CD3DF-E620-4F7E-9B38-433F59EDDBBD}" type="parTrans" cxnId="{46133305-3122-4810-AE4B-B8F474516F79}">
      <dgm:prSet/>
      <dgm:spPr/>
      <dgm:t>
        <a:bodyPr/>
        <a:lstStyle/>
        <a:p>
          <a:endParaRPr lang="en-US"/>
        </a:p>
      </dgm:t>
    </dgm:pt>
    <dgm:pt modelId="{8A9D1FA1-2382-41E0-9B3A-FA3AB36B48E0}" type="sibTrans" cxnId="{46133305-3122-4810-AE4B-B8F474516F79}">
      <dgm:prSet/>
      <dgm:spPr/>
      <dgm:t>
        <a:bodyPr/>
        <a:lstStyle/>
        <a:p>
          <a:endParaRPr lang="en-US"/>
        </a:p>
      </dgm:t>
    </dgm:pt>
    <dgm:pt modelId="{10D09872-4983-4985-A488-CC4EF51A214F}">
      <dgm:prSet phldrT="[Text]"/>
      <dgm:spPr/>
      <dgm:t>
        <a:bodyPr/>
        <a:lstStyle/>
        <a:p>
          <a:r>
            <a:rPr lang="en-US" dirty="0"/>
            <a:t>Considers previous packets when permitting/denying</a:t>
          </a:r>
        </a:p>
      </dgm:t>
    </dgm:pt>
    <dgm:pt modelId="{01C80766-CE0B-4073-ACDA-93BB76A122F6}" type="parTrans" cxnId="{83C82A51-3290-4EA5-8B0A-593F9A462089}">
      <dgm:prSet/>
      <dgm:spPr/>
      <dgm:t>
        <a:bodyPr/>
        <a:lstStyle/>
        <a:p>
          <a:endParaRPr lang="en-US"/>
        </a:p>
      </dgm:t>
    </dgm:pt>
    <dgm:pt modelId="{B2260A18-15C9-4402-A79A-A80ECCEB1E0F}" type="sibTrans" cxnId="{83C82A51-3290-4EA5-8B0A-593F9A462089}">
      <dgm:prSet/>
      <dgm:spPr/>
      <dgm:t>
        <a:bodyPr/>
        <a:lstStyle/>
        <a:p>
          <a:endParaRPr lang="en-US"/>
        </a:p>
      </dgm:t>
    </dgm:pt>
    <dgm:pt modelId="{118872B3-2E96-4F1A-B42B-CC22DB6B6B39}" type="pres">
      <dgm:prSet presAssocID="{5D6BB544-4D44-4A4B-841F-5726FC07AEAE}" presName="theList" presStyleCnt="0">
        <dgm:presLayoutVars>
          <dgm:dir/>
          <dgm:animLvl val="lvl"/>
          <dgm:resizeHandles val="exact"/>
        </dgm:presLayoutVars>
      </dgm:prSet>
      <dgm:spPr/>
    </dgm:pt>
    <dgm:pt modelId="{38112F71-C6BF-4DB0-B741-962044216B8A}" type="pres">
      <dgm:prSet presAssocID="{75EF62C0-1201-462B-89D3-A6CE97EBC7E6}" presName="compNode" presStyleCnt="0"/>
      <dgm:spPr/>
    </dgm:pt>
    <dgm:pt modelId="{F48E7892-5FD8-42F9-BEE2-DF72A649D72D}" type="pres">
      <dgm:prSet presAssocID="{75EF62C0-1201-462B-89D3-A6CE97EBC7E6}" presName="aNode" presStyleLbl="bgShp" presStyleIdx="0" presStyleCnt="2"/>
      <dgm:spPr/>
    </dgm:pt>
    <dgm:pt modelId="{56C18DDC-3033-4D9F-BBCB-4F14FB5A49BB}" type="pres">
      <dgm:prSet presAssocID="{75EF62C0-1201-462B-89D3-A6CE97EBC7E6}" presName="textNode" presStyleLbl="bgShp" presStyleIdx="0" presStyleCnt="2"/>
      <dgm:spPr/>
    </dgm:pt>
    <dgm:pt modelId="{890C20E7-0238-4E3B-B059-610522EBC566}" type="pres">
      <dgm:prSet presAssocID="{75EF62C0-1201-462B-89D3-A6CE97EBC7E6}" presName="compChildNode" presStyleCnt="0"/>
      <dgm:spPr/>
    </dgm:pt>
    <dgm:pt modelId="{F1B2A861-3DAE-4187-BC39-367A4C8F7845}" type="pres">
      <dgm:prSet presAssocID="{75EF62C0-1201-462B-89D3-A6CE97EBC7E6}" presName="theInnerList" presStyleCnt="0"/>
      <dgm:spPr/>
    </dgm:pt>
    <dgm:pt modelId="{5F804BAD-589D-4B67-AFD7-8A4CAA0F0641}" type="pres">
      <dgm:prSet presAssocID="{9220D2CB-3F08-43F7-9AD1-FBB74ADC8F0E}" presName="childNode" presStyleLbl="node1" presStyleIdx="0" presStyleCnt="4">
        <dgm:presLayoutVars>
          <dgm:bulletEnabled val="1"/>
        </dgm:presLayoutVars>
      </dgm:prSet>
      <dgm:spPr/>
    </dgm:pt>
    <dgm:pt modelId="{AE199BED-1D15-4B18-9F30-3C9BF4EA5078}" type="pres">
      <dgm:prSet presAssocID="{9220D2CB-3F08-43F7-9AD1-FBB74ADC8F0E}" presName="aSpace2" presStyleCnt="0"/>
      <dgm:spPr/>
    </dgm:pt>
    <dgm:pt modelId="{2DA81052-A76C-4F75-8134-DEFDBDD7ED77}" type="pres">
      <dgm:prSet presAssocID="{3EF67C16-DF2B-45E1-9656-F4E741DB5489}" presName="childNode" presStyleLbl="node1" presStyleIdx="1" presStyleCnt="4">
        <dgm:presLayoutVars>
          <dgm:bulletEnabled val="1"/>
        </dgm:presLayoutVars>
      </dgm:prSet>
      <dgm:spPr/>
    </dgm:pt>
    <dgm:pt modelId="{E1BB46B0-2F03-4C55-B6F4-A328681E31D4}" type="pres">
      <dgm:prSet presAssocID="{75EF62C0-1201-462B-89D3-A6CE97EBC7E6}" presName="aSpace" presStyleCnt="0"/>
      <dgm:spPr/>
    </dgm:pt>
    <dgm:pt modelId="{AD3375B1-DE31-43FA-B50B-6D47C5B2C5F1}" type="pres">
      <dgm:prSet presAssocID="{EB7099F5-2C9E-4F23-AEAC-971617431B5C}" presName="compNode" presStyleCnt="0"/>
      <dgm:spPr/>
    </dgm:pt>
    <dgm:pt modelId="{3F09FFB0-00A1-48D9-BB6F-6C82B8F2A66F}" type="pres">
      <dgm:prSet presAssocID="{EB7099F5-2C9E-4F23-AEAC-971617431B5C}" presName="aNode" presStyleLbl="bgShp" presStyleIdx="1" presStyleCnt="2"/>
      <dgm:spPr/>
    </dgm:pt>
    <dgm:pt modelId="{4766279F-72F7-4C20-88B6-7BA7B5B16180}" type="pres">
      <dgm:prSet presAssocID="{EB7099F5-2C9E-4F23-AEAC-971617431B5C}" presName="textNode" presStyleLbl="bgShp" presStyleIdx="1" presStyleCnt="2"/>
      <dgm:spPr/>
    </dgm:pt>
    <dgm:pt modelId="{79D917B1-1FF3-4C72-9890-C09C066D7D88}" type="pres">
      <dgm:prSet presAssocID="{EB7099F5-2C9E-4F23-AEAC-971617431B5C}" presName="compChildNode" presStyleCnt="0"/>
      <dgm:spPr/>
    </dgm:pt>
    <dgm:pt modelId="{6F17A5BB-B21D-4EE1-AF2B-48746A77EA35}" type="pres">
      <dgm:prSet presAssocID="{EB7099F5-2C9E-4F23-AEAC-971617431B5C}" presName="theInnerList" presStyleCnt="0"/>
      <dgm:spPr/>
    </dgm:pt>
    <dgm:pt modelId="{6F97BC71-F4CF-4435-8EA0-23D5CB5A2D68}" type="pres">
      <dgm:prSet presAssocID="{29694575-E830-4622-B11F-E822065550AA}" presName="childNode" presStyleLbl="node1" presStyleIdx="2" presStyleCnt="4">
        <dgm:presLayoutVars>
          <dgm:bulletEnabled val="1"/>
        </dgm:presLayoutVars>
      </dgm:prSet>
      <dgm:spPr/>
    </dgm:pt>
    <dgm:pt modelId="{5724BFAE-094B-4E4B-A4A3-9A17F5132342}" type="pres">
      <dgm:prSet presAssocID="{29694575-E830-4622-B11F-E822065550AA}" presName="aSpace2" presStyleCnt="0"/>
      <dgm:spPr/>
    </dgm:pt>
    <dgm:pt modelId="{A28159D7-C6DA-49E7-945E-C4F0BA82E60B}" type="pres">
      <dgm:prSet presAssocID="{10D09872-4983-4985-A488-CC4EF51A214F}" presName="childNode" presStyleLbl="node1" presStyleIdx="3" presStyleCnt="4">
        <dgm:presLayoutVars>
          <dgm:bulletEnabled val="1"/>
        </dgm:presLayoutVars>
      </dgm:prSet>
      <dgm:spPr/>
    </dgm:pt>
  </dgm:ptLst>
  <dgm:cxnLst>
    <dgm:cxn modelId="{5B7B2405-FD48-4A25-859E-AF5949B8C441}" type="presOf" srcId="{75EF62C0-1201-462B-89D3-A6CE97EBC7E6}" destId="{F48E7892-5FD8-42F9-BEE2-DF72A649D72D}" srcOrd="0" destOrd="0" presId="urn:microsoft.com/office/officeart/2005/8/layout/lProcess2"/>
    <dgm:cxn modelId="{46133305-3122-4810-AE4B-B8F474516F79}" srcId="{EB7099F5-2C9E-4F23-AEAC-971617431B5C}" destId="{29694575-E830-4622-B11F-E822065550AA}" srcOrd="0" destOrd="0" parTransId="{F43CD3DF-E620-4F7E-9B38-433F59EDDBBD}" sibTransId="{8A9D1FA1-2382-41E0-9B3A-FA3AB36B48E0}"/>
    <dgm:cxn modelId="{111A3023-AEBB-4CD2-A556-B641ABE720D5}" srcId="{75EF62C0-1201-462B-89D3-A6CE97EBC7E6}" destId="{9220D2CB-3F08-43F7-9AD1-FBB74ADC8F0E}" srcOrd="0" destOrd="0" parTransId="{442E0010-C86E-463E-9EB2-D583B08AF90B}" sibTransId="{5A956DA2-11A2-4F06-BA03-CC84FD4CE12C}"/>
    <dgm:cxn modelId="{234F9328-52A5-4293-B462-CD86BF1817DC}" srcId="{5D6BB544-4D44-4A4B-841F-5726FC07AEAE}" destId="{EB7099F5-2C9E-4F23-AEAC-971617431B5C}" srcOrd="1" destOrd="0" parTransId="{F7EC6C10-6236-484A-9B49-F565AEABB323}" sibTransId="{4F1F007E-945F-47F0-BF8B-CCE345E4B8D0}"/>
    <dgm:cxn modelId="{6823625C-24FF-4319-9DAF-DAAFA2E507C2}" type="presOf" srcId="{75EF62C0-1201-462B-89D3-A6CE97EBC7E6}" destId="{56C18DDC-3033-4D9F-BBCB-4F14FB5A49BB}" srcOrd="1" destOrd="0" presId="urn:microsoft.com/office/officeart/2005/8/layout/lProcess2"/>
    <dgm:cxn modelId="{9BEEE948-6D15-4EEE-B09B-1C6E820EE53E}" type="presOf" srcId="{10D09872-4983-4985-A488-CC4EF51A214F}" destId="{A28159D7-C6DA-49E7-945E-C4F0BA82E60B}" srcOrd="0" destOrd="0" presId="urn:microsoft.com/office/officeart/2005/8/layout/lProcess2"/>
    <dgm:cxn modelId="{DBCBA249-0770-4C0E-B4C4-4224371E77FA}" type="presOf" srcId="{EB7099F5-2C9E-4F23-AEAC-971617431B5C}" destId="{4766279F-72F7-4C20-88B6-7BA7B5B16180}" srcOrd="1" destOrd="0" presId="urn:microsoft.com/office/officeart/2005/8/layout/lProcess2"/>
    <dgm:cxn modelId="{83C82A51-3290-4EA5-8B0A-593F9A462089}" srcId="{EB7099F5-2C9E-4F23-AEAC-971617431B5C}" destId="{10D09872-4983-4985-A488-CC4EF51A214F}" srcOrd="1" destOrd="0" parTransId="{01C80766-CE0B-4073-ACDA-93BB76A122F6}" sibTransId="{B2260A18-15C9-4402-A79A-A80ECCEB1E0F}"/>
    <dgm:cxn modelId="{4D775E7A-ABB0-425E-9EFD-037FBB1594E7}" type="presOf" srcId="{5D6BB544-4D44-4A4B-841F-5726FC07AEAE}" destId="{118872B3-2E96-4F1A-B42B-CC22DB6B6B39}" srcOrd="0" destOrd="0" presId="urn:microsoft.com/office/officeart/2005/8/layout/lProcess2"/>
    <dgm:cxn modelId="{973C968A-FF64-46E3-8D06-B629CF801CE8}" type="presOf" srcId="{3EF67C16-DF2B-45E1-9656-F4E741DB5489}" destId="{2DA81052-A76C-4F75-8134-DEFDBDD7ED77}" srcOrd="0" destOrd="0" presId="urn:microsoft.com/office/officeart/2005/8/layout/lProcess2"/>
    <dgm:cxn modelId="{579F4E93-98C5-4CB0-B8F0-6B709B6A5BF0}" type="presOf" srcId="{EB7099F5-2C9E-4F23-AEAC-971617431B5C}" destId="{3F09FFB0-00A1-48D9-BB6F-6C82B8F2A66F}" srcOrd="0" destOrd="0" presId="urn:microsoft.com/office/officeart/2005/8/layout/lProcess2"/>
    <dgm:cxn modelId="{DE29BBA4-ADDC-4FE4-986B-24115757DAD1}" srcId="{5D6BB544-4D44-4A4B-841F-5726FC07AEAE}" destId="{75EF62C0-1201-462B-89D3-A6CE97EBC7E6}" srcOrd="0" destOrd="0" parTransId="{5CBD09CB-F002-42A2-B831-FABBAFC227F6}" sibTransId="{306D3C26-5EC7-4B44-AFA7-1D8A5D56339C}"/>
    <dgm:cxn modelId="{FBB862A6-D0C0-442C-8CAF-0A4524FBC99A}" type="presOf" srcId="{29694575-E830-4622-B11F-E822065550AA}" destId="{6F97BC71-F4CF-4435-8EA0-23D5CB5A2D68}" srcOrd="0" destOrd="0" presId="urn:microsoft.com/office/officeart/2005/8/layout/lProcess2"/>
    <dgm:cxn modelId="{E3E365A6-00D9-4A95-9730-07D1FEE33A94}" srcId="{75EF62C0-1201-462B-89D3-A6CE97EBC7E6}" destId="{3EF67C16-DF2B-45E1-9656-F4E741DB5489}" srcOrd="1" destOrd="0" parTransId="{AD03723F-7C3F-4335-922F-AABB6672ACD4}" sibTransId="{726CB8A4-4118-4E3F-BF14-208C0875057D}"/>
    <dgm:cxn modelId="{4F1A89B8-6948-404E-8D04-723F281E3DC8}" type="presOf" srcId="{9220D2CB-3F08-43F7-9AD1-FBB74ADC8F0E}" destId="{5F804BAD-589D-4B67-AFD7-8A4CAA0F0641}" srcOrd="0" destOrd="0" presId="urn:microsoft.com/office/officeart/2005/8/layout/lProcess2"/>
    <dgm:cxn modelId="{E5E14786-7FEE-41B4-9E8D-CDD7EB960A7A}" type="presParOf" srcId="{118872B3-2E96-4F1A-B42B-CC22DB6B6B39}" destId="{38112F71-C6BF-4DB0-B741-962044216B8A}" srcOrd="0" destOrd="0" presId="urn:microsoft.com/office/officeart/2005/8/layout/lProcess2"/>
    <dgm:cxn modelId="{E7079EE1-EF61-4DBF-AF25-0D79D8BAAE4F}" type="presParOf" srcId="{38112F71-C6BF-4DB0-B741-962044216B8A}" destId="{F48E7892-5FD8-42F9-BEE2-DF72A649D72D}" srcOrd="0" destOrd="0" presId="urn:microsoft.com/office/officeart/2005/8/layout/lProcess2"/>
    <dgm:cxn modelId="{310F50F1-53B6-429F-AC06-80DC0C69B056}" type="presParOf" srcId="{38112F71-C6BF-4DB0-B741-962044216B8A}" destId="{56C18DDC-3033-4D9F-BBCB-4F14FB5A49BB}" srcOrd="1" destOrd="0" presId="urn:microsoft.com/office/officeart/2005/8/layout/lProcess2"/>
    <dgm:cxn modelId="{3AA2B1D5-B181-466F-B839-D26DB5548280}" type="presParOf" srcId="{38112F71-C6BF-4DB0-B741-962044216B8A}" destId="{890C20E7-0238-4E3B-B059-610522EBC566}" srcOrd="2" destOrd="0" presId="urn:microsoft.com/office/officeart/2005/8/layout/lProcess2"/>
    <dgm:cxn modelId="{86AE6732-F80D-46ED-A5E6-D0DED7DB0980}" type="presParOf" srcId="{890C20E7-0238-4E3B-B059-610522EBC566}" destId="{F1B2A861-3DAE-4187-BC39-367A4C8F7845}" srcOrd="0" destOrd="0" presId="urn:microsoft.com/office/officeart/2005/8/layout/lProcess2"/>
    <dgm:cxn modelId="{D2E343CF-B388-4BFB-9BAB-8E3A7ACD4399}" type="presParOf" srcId="{F1B2A861-3DAE-4187-BC39-367A4C8F7845}" destId="{5F804BAD-589D-4B67-AFD7-8A4CAA0F0641}" srcOrd="0" destOrd="0" presId="urn:microsoft.com/office/officeart/2005/8/layout/lProcess2"/>
    <dgm:cxn modelId="{B79E1EFE-4854-45C7-9B1C-728444CC70D4}" type="presParOf" srcId="{F1B2A861-3DAE-4187-BC39-367A4C8F7845}" destId="{AE199BED-1D15-4B18-9F30-3C9BF4EA5078}" srcOrd="1" destOrd="0" presId="urn:microsoft.com/office/officeart/2005/8/layout/lProcess2"/>
    <dgm:cxn modelId="{7D9B6AEF-0DB3-46B2-A7D9-DEE2EB8C8217}" type="presParOf" srcId="{F1B2A861-3DAE-4187-BC39-367A4C8F7845}" destId="{2DA81052-A76C-4F75-8134-DEFDBDD7ED77}" srcOrd="2" destOrd="0" presId="urn:microsoft.com/office/officeart/2005/8/layout/lProcess2"/>
    <dgm:cxn modelId="{94F2652B-29B2-4E2A-B194-CC17749C34AD}" type="presParOf" srcId="{118872B3-2E96-4F1A-B42B-CC22DB6B6B39}" destId="{E1BB46B0-2F03-4C55-B6F4-A328681E31D4}" srcOrd="1" destOrd="0" presId="urn:microsoft.com/office/officeart/2005/8/layout/lProcess2"/>
    <dgm:cxn modelId="{6135EA62-E377-472B-8FD2-A430AA4DAC91}" type="presParOf" srcId="{118872B3-2E96-4F1A-B42B-CC22DB6B6B39}" destId="{AD3375B1-DE31-43FA-B50B-6D47C5B2C5F1}" srcOrd="2" destOrd="0" presId="urn:microsoft.com/office/officeart/2005/8/layout/lProcess2"/>
    <dgm:cxn modelId="{6B150BF2-2F0B-42DA-973E-59D17EF3E722}" type="presParOf" srcId="{AD3375B1-DE31-43FA-B50B-6D47C5B2C5F1}" destId="{3F09FFB0-00A1-48D9-BB6F-6C82B8F2A66F}" srcOrd="0" destOrd="0" presId="urn:microsoft.com/office/officeart/2005/8/layout/lProcess2"/>
    <dgm:cxn modelId="{CE6196DC-44EC-4AD4-AC90-65893E30EACF}" type="presParOf" srcId="{AD3375B1-DE31-43FA-B50B-6D47C5B2C5F1}" destId="{4766279F-72F7-4C20-88B6-7BA7B5B16180}" srcOrd="1" destOrd="0" presId="urn:microsoft.com/office/officeart/2005/8/layout/lProcess2"/>
    <dgm:cxn modelId="{F38E728A-AC63-4C70-A7EA-5B193B331DE6}" type="presParOf" srcId="{AD3375B1-DE31-43FA-B50B-6D47C5B2C5F1}" destId="{79D917B1-1FF3-4C72-9890-C09C066D7D88}" srcOrd="2" destOrd="0" presId="urn:microsoft.com/office/officeart/2005/8/layout/lProcess2"/>
    <dgm:cxn modelId="{28382A2F-6374-4DBA-96E7-6350A9327267}" type="presParOf" srcId="{79D917B1-1FF3-4C72-9890-C09C066D7D88}" destId="{6F17A5BB-B21D-4EE1-AF2B-48746A77EA35}" srcOrd="0" destOrd="0" presId="urn:microsoft.com/office/officeart/2005/8/layout/lProcess2"/>
    <dgm:cxn modelId="{62AC259B-AA9D-49D1-AB1A-1F8CA77BB63C}" type="presParOf" srcId="{6F17A5BB-B21D-4EE1-AF2B-48746A77EA35}" destId="{6F97BC71-F4CF-4435-8EA0-23D5CB5A2D68}" srcOrd="0" destOrd="0" presId="urn:microsoft.com/office/officeart/2005/8/layout/lProcess2"/>
    <dgm:cxn modelId="{A708D383-0C1E-499B-9855-0F66C2445500}" type="presParOf" srcId="{6F17A5BB-B21D-4EE1-AF2B-48746A77EA35}" destId="{5724BFAE-094B-4E4B-A4A3-9A17F5132342}" srcOrd="1" destOrd="0" presId="urn:microsoft.com/office/officeart/2005/8/layout/lProcess2"/>
    <dgm:cxn modelId="{6E2B0FEC-AB6D-48EC-A89D-97FFAA926F8B}" type="presParOf" srcId="{6F17A5BB-B21D-4EE1-AF2B-48746A77EA35}" destId="{A28159D7-C6DA-49E7-945E-C4F0BA82E60B}"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2AEF20F-AEA3-4FF8-AFEE-44BC62027816}" type="doc">
      <dgm:prSet loTypeId="urn:diagrams.loki3.com/VaryingWidthList+Icon" loCatId="list" qsTypeId="urn:microsoft.com/office/officeart/2005/8/quickstyle/simple1#1" qsCatId="simple" csTypeId="urn:microsoft.com/office/officeart/2005/8/colors/accent1_2#1" csCatId="accent1" phldr="1"/>
      <dgm:spPr/>
    </dgm:pt>
    <dgm:pt modelId="{DB1973F7-E8AC-405A-A5D6-CD5578206998}">
      <dgm:prSet phldrT="[Text]" custT="1"/>
      <dgm:spPr/>
      <dgm:t>
        <a:bodyPr/>
        <a:lstStyle/>
        <a:p>
          <a:pPr algn="l"/>
          <a:r>
            <a:rPr lang="en-US" sz="2800" b="1" dirty="0"/>
            <a:t>7. Application</a:t>
          </a:r>
        </a:p>
      </dgm:t>
    </dgm:pt>
    <dgm:pt modelId="{20B1FF94-966D-437C-9197-248C2C4388CF}" type="parTrans" cxnId="{2D329BC1-6715-4EC3-86B3-F8C4FFE113EB}">
      <dgm:prSet/>
      <dgm:spPr/>
      <dgm:t>
        <a:bodyPr/>
        <a:lstStyle/>
        <a:p>
          <a:endParaRPr lang="en-US" sz="1800"/>
        </a:p>
      </dgm:t>
    </dgm:pt>
    <dgm:pt modelId="{70F4DC99-B2CA-4F69-9C50-9F5371A74138}" type="sibTrans" cxnId="{2D329BC1-6715-4EC3-86B3-F8C4FFE113EB}">
      <dgm:prSet/>
      <dgm:spPr/>
      <dgm:t>
        <a:bodyPr/>
        <a:lstStyle/>
        <a:p>
          <a:endParaRPr lang="en-US" sz="1800"/>
        </a:p>
      </dgm:t>
    </dgm:pt>
    <dgm:pt modelId="{9556CF1E-8944-4F0B-903E-AD864F0464B1}">
      <dgm:prSet phldrT="[Text]" custT="1"/>
      <dgm:spPr/>
      <dgm:t>
        <a:bodyPr/>
        <a:lstStyle/>
        <a:p>
          <a:pPr algn="l"/>
          <a:r>
            <a:rPr lang="en-US" sz="2800" b="1" dirty="0"/>
            <a:t>6. Presentation</a:t>
          </a:r>
        </a:p>
      </dgm:t>
    </dgm:pt>
    <dgm:pt modelId="{89223E45-5FE6-46EA-A0E0-3BDC48FD4242}" type="parTrans" cxnId="{DEC1E2D5-1C7F-4407-92AE-2D9B239F1012}">
      <dgm:prSet/>
      <dgm:spPr/>
      <dgm:t>
        <a:bodyPr/>
        <a:lstStyle/>
        <a:p>
          <a:endParaRPr lang="en-US" sz="1800"/>
        </a:p>
      </dgm:t>
    </dgm:pt>
    <dgm:pt modelId="{1DCD0A76-6D24-4B02-A60A-AADC48548BF8}" type="sibTrans" cxnId="{DEC1E2D5-1C7F-4407-92AE-2D9B239F1012}">
      <dgm:prSet/>
      <dgm:spPr/>
      <dgm:t>
        <a:bodyPr/>
        <a:lstStyle/>
        <a:p>
          <a:endParaRPr lang="en-US" sz="1800"/>
        </a:p>
      </dgm:t>
    </dgm:pt>
    <dgm:pt modelId="{6DCAD262-4E91-4E0C-81C9-CD5267474FB2}">
      <dgm:prSet phldrT="[Text]" custT="1"/>
      <dgm:spPr/>
      <dgm:t>
        <a:bodyPr/>
        <a:lstStyle/>
        <a:p>
          <a:pPr algn="l"/>
          <a:r>
            <a:rPr lang="en-US" sz="2800" b="1" dirty="0"/>
            <a:t>5. Session</a:t>
          </a:r>
        </a:p>
      </dgm:t>
    </dgm:pt>
    <dgm:pt modelId="{4FE66327-1826-4652-B2D7-C2E020E80EA9}" type="parTrans" cxnId="{0E5E5E66-D6F6-4BE6-919B-6CF10EFE58DB}">
      <dgm:prSet/>
      <dgm:spPr/>
      <dgm:t>
        <a:bodyPr/>
        <a:lstStyle/>
        <a:p>
          <a:endParaRPr lang="en-US" sz="1800"/>
        </a:p>
      </dgm:t>
    </dgm:pt>
    <dgm:pt modelId="{CBA4E96C-11CF-4C1B-9981-C22F593F16F7}" type="sibTrans" cxnId="{0E5E5E66-D6F6-4BE6-919B-6CF10EFE58DB}">
      <dgm:prSet/>
      <dgm:spPr/>
      <dgm:t>
        <a:bodyPr/>
        <a:lstStyle/>
        <a:p>
          <a:endParaRPr lang="en-US" sz="1800"/>
        </a:p>
      </dgm:t>
    </dgm:pt>
    <dgm:pt modelId="{4E0A5B08-96C9-47E2-83B5-8B5A9C8F3217}">
      <dgm:prSet custT="1"/>
      <dgm:spPr/>
      <dgm:t>
        <a:bodyPr/>
        <a:lstStyle/>
        <a:p>
          <a:pPr algn="l"/>
          <a:r>
            <a:rPr lang="en-US" sz="2800" b="1" dirty="0"/>
            <a:t>4. Transport</a:t>
          </a:r>
        </a:p>
      </dgm:t>
    </dgm:pt>
    <dgm:pt modelId="{25BF349A-CA45-4351-A215-E62E6B0705DC}" type="parTrans" cxnId="{AC0C8945-B4ED-4C1F-871F-F2B719920FA4}">
      <dgm:prSet/>
      <dgm:spPr/>
      <dgm:t>
        <a:bodyPr/>
        <a:lstStyle/>
        <a:p>
          <a:endParaRPr lang="en-US" sz="1800"/>
        </a:p>
      </dgm:t>
    </dgm:pt>
    <dgm:pt modelId="{7C73E342-A199-401A-86E6-3D6DEEF60E7F}" type="sibTrans" cxnId="{AC0C8945-B4ED-4C1F-871F-F2B719920FA4}">
      <dgm:prSet/>
      <dgm:spPr/>
      <dgm:t>
        <a:bodyPr/>
        <a:lstStyle/>
        <a:p>
          <a:endParaRPr lang="en-US" sz="1800"/>
        </a:p>
      </dgm:t>
    </dgm:pt>
    <dgm:pt modelId="{99AD4F59-1F81-4689-AA96-FF03E327D8D4}">
      <dgm:prSet custT="1"/>
      <dgm:spPr/>
      <dgm:t>
        <a:bodyPr/>
        <a:lstStyle/>
        <a:p>
          <a:pPr algn="l"/>
          <a:r>
            <a:rPr lang="en-US" sz="2800" b="1" dirty="0"/>
            <a:t>3. Network</a:t>
          </a:r>
        </a:p>
      </dgm:t>
    </dgm:pt>
    <dgm:pt modelId="{D4AFB821-E52B-4E7F-B446-B32FDE906A6B}" type="parTrans" cxnId="{AE7DDE71-1EB5-4CF8-9C19-DD044856DB8E}">
      <dgm:prSet/>
      <dgm:spPr/>
      <dgm:t>
        <a:bodyPr/>
        <a:lstStyle/>
        <a:p>
          <a:endParaRPr lang="en-US" sz="1800"/>
        </a:p>
      </dgm:t>
    </dgm:pt>
    <dgm:pt modelId="{CB9BECC4-6426-44D9-B635-98E61C712082}" type="sibTrans" cxnId="{AE7DDE71-1EB5-4CF8-9C19-DD044856DB8E}">
      <dgm:prSet/>
      <dgm:spPr/>
      <dgm:t>
        <a:bodyPr/>
        <a:lstStyle/>
        <a:p>
          <a:endParaRPr lang="en-US" sz="1800"/>
        </a:p>
      </dgm:t>
    </dgm:pt>
    <dgm:pt modelId="{891C2533-5C31-45D0-AB21-3DA6786FA460}">
      <dgm:prSet custT="1"/>
      <dgm:spPr/>
      <dgm:t>
        <a:bodyPr/>
        <a:lstStyle/>
        <a:p>
          <a:pPr algn="l"/>
          <a:r>
            <a:rPr lang="en-US" sz="2800" b="1" dirty="0"/>
            <a:t>1. Physical</a:t>
          </a:r>
        </a:p>
      </dgm:t>
    </dgm:pt>
    <dgm:pt modelId="{48B5D599-BD1C-4263-9E16-AACF48000717}" type="parTrans" cxnId="{D1F4098C-5EAD-4AA9-9675-EAF0B4A31C24}">
      <dgm:prSet/>
      <dgm:spPr/>
      <dgm:t>
        <a:bodyPr/>
        <a:lstStyle/>
        <a:p>
          <a:endParaRPr lang="en-US" sz="1800"/>
        </a:p>
      </dgm:t>
    </dgm:pt>
    <dgm:pt modelId="{FCD3B092-5AF3-4043-874C-A8810717EB45}" type="sibTrans" cxnId="{D1F4098C-5EAD-4AA9-9675-EAF0B4A31C24}">
      <dgm:prSet/>
      <dgm:spPr/>
      <dgm:t>
        <a:bodyPr/>
        <a:lstStyle/>
        <a:p>
          <a:endParaRPr lang="en-US" sz="1800"/>
        </a:p>
      </dgm:t>
    </dgm:pt>
    <dgm:pt modelId="{176E3C8A-42AA-40CC-8B72-FD3E2D0F2728}">
      <dgm:prSet custT="1"/>
      <dgm:spPr/>
      <dgm:t>
        <a:bodyPr/>
        <a:lstStyle/>
        <a:p>
          <a:pPr algn="l"/>
          <a:r>
            <a:rPr lang="en-US" sz="2800" b="1" dirty="0"/>
            <a:t>2. Data link</a:t>
          </a:r>
        </a:p>
      </dgm:t>
    </dgm:pt>
    <dgm:pt modelId="{4822A2DB-922A-490C-99A5-14B73F41FFD8}" type="parTrans" cxnId="{74A376B3-3640-4B95-B833-AA95D62C9C8E}">
      <dgm:prSet/>
      <dgm:spPr/>
      <dgm:t>
        <a:bodyPr/>
        <a:lstStyle/>
        <a:p>
          <a:endParaRPr lang="en-US" sz="1800"/>
        </a:p>
      </dgm:t>
    </dgm:pt>
    <dgm:pt modelId="{B797005D-2772-4D43-8C32-28D370571124}" type="sibTrans" cxnId="{74A376B3-3640-4B95-B833-AA95D62C9C8E}">
      <dgm:prSet/>
      <dgm:spPr/>
      <dgm:t>
        <a:bodyPr/>
        <a:lstStyle/>
        <a:p>
          <a:endParaRPr lang="en-US" sz="1800"/>
        </a:p>
      </dgm:t>
    </dgm:pt>
    <dgm:pt modelId="{E440AE26-603D-425C-B424-BE1FF63B5D4A}" type="pres">
      <dgm:prSet presAssocID="{E2AEF20F-AEA3-4FF8-AFEE-44BC62027816}" presName="Name0" presStyleCnt="0">
        <dgm:presLayoutVars>
          <dgm:resizeHandles/>
        </dgm:presLayoutVars>
      </dgm:prSet>
      <dgm:spPr/>
    </dgm:pt>
    <dgm:pt modelId="{DCB25AA9-0BEF-4A9D-A570-A43F58D9B118}" type="pres">
      <dgm:prSet presAssocID="{DB1973F7-E8AC-405A-A5D6-CD5578206998}" presName="text" presStyleLbl="node1" presStyleIdx="0" presStyleCnt="7" custScaleX="135467" custScaleY="42147" custLinFactNeighborX="76950">
        <dgm:presLayoutVars>
          <dgm:bulletEnabled val="1"/>
        </dgm:presLayoutVars>
      </dgm:prSet>
      <dgm:spPr/>
    </dgm:pt>
    <dgm:pt modelId="{DC5A4F90-3CD3-4FDB-891F-9A92B0868283}" type="pres">
      <dgm:prSet presAssocID="{70F4DC99-B2CA-4F69-9C50-9F5371A74138}" presName="space" presStyleCnt="0"/>
      <dgm:spPr/>
    </dgm:pt>
    <dgm:pt modelId="{269F2486-B868-4539-9C31-200A14FD8E75}" type="pres">
      <dgm:prSet presAssocID="{9556CF1E-8944-4F0B-903E-AD864F0464B1}" presName="text" presStyleLbl="node1" presStyleIdx="1" presStyleCnt="7" custScaleX="119529" custScaleY="42434" custLinFactNeighborX="67950">
        <dgm:presLayoutVars>
          <dgm:bulletEnabled val="1"/>
        </dgm:presLayoutVars>
      </dgm:prSet>
      <dgm:spPr/>
    </dgm:pt>
    <dgm:pt modelId="{69E5D8D4-63F8-48BB-82E5-9FB56177A275}" type="pres">
      <dgm:prSet presAssocID="{1DCD0A76-6D24-4B02-A60A-AADC48548BF8}" presName="space" presStyleCnt="0"/>
      <dgm:spPr/>
    </dgm:pt>
    <dgm:pt modelId="{A1944A1C-7878-48B2-97F6-DB038393C48C}" type="pres">
      <dgm:prSet presAssocID="{6DCAD262-4E91-4E0C-81C9-CD5267474FB2}" presName="text" presStyleLbl="node1" presStyleIdx="2" presStyleCnt="7" custScaleX="180622" custScaleY="42528" custLinFactX="2600" custLinFactNeighborX="100000">
        <dgm:presLayoutVars>
          <dgm:bulletEnabled val="1"/>
        </dgm:presLayoutVars>
      </dgm:prSet>
      <dgm:spPr/>
    </dgm:pt>
    <dgm:pt modelId="{DA838AB6-D090-4B13-B9BC-DA33F6973CA8}" type="pres">
      <dgm:prSet presAssocID="{CBA4E96C-11CF-4C1B-9981-C22F593F16F7}" presName="space" presStyleCnt="0"/>
      <dgm:spPr/>
    </dgm:pt>
    <dgm:pt modelId="{831AE991-817E-4DB0-9705-51A2641AFD4D}" type="pres">
      <dgm:prSet presAssocID="{4E0A5B08-96C9-47E2-83B5-8B5A9C8F3217}" presName="text" presStyleLbl="node1" presStyleIdx="3" presStyleCnt="7" custScaleX="153358" custScaleY="41773" custLinFactNeighborX="87150">
        <dgm:presLayoutVars>
          <dgm:bulletEnabled val="1"/>
        </dgm:presLayoutVars>
      </dgm:prSet>
      <dgm:spPr/>
    </dgm:pt>
    <dgm:pt modelId="{AAA952EE-4BCD-488A-B022-183186ABA55B}" type="pres">
      <dgm:prSet presAssocID="{7C73E342-A199-401A-86E6-3D6DEEF60E7F}" presName="space" presStyleCnt="0"/>
      <dgm:spPr/>
    </dgm:pt>
    <dgm:pt modelId="{41309F9C-CC63-4962-89D9-722841786942}" type="pres">
      <dgm:prSet presAssocID="{99AD4F59-1F81-4689-AA96-FF03E327D8D4}" presName="text" presStyleLbl="node1" presStyleIdx="4" presStyleCnt="7" custScaleX="175357" custScaleY="44470" custLinFactX="425" custLinFactNeighborX="100000">
        <dgm:presLayoutVars>
          <dgm:bulletEnabled val="1"/>
        </dgm:presLayoutVars>
      </dgm:prSet>
      <dgm:spPr/>
    </dgm:pt>
    <dgm:pt modelId="{BABA7D70-175A-47EF-A38E-88B7C879D94B}" type="pres">
      <dgm:prSet presAssocID="{CB9BECC4-6426-44D9-B635-98E61C712082}" presName="space" presStyleCnt="0"/>
      <dgm:spPr/>
    </dgm:pt>
    <dgm:pt modelId="{912A1CB9-C732-45A5-B229-42D78A516570}" type="pres">
      <dgm:prSet presAssocID="{176E3C8A-42AA-40CC-8B72-FD3E2D0F2728}" presName="text" presStyleLbl="node1" presStyleIdx="5" presStyleCnt="7" custScaleX="228958" custScaleY="45399" custLinFactX="44300" custLinFactNeighborX="100000">
        <dgm:presLayoutVars>
          <dgm:bulletEnabled val="1"/>
        </dgm:presLayoutVars>
      </dgm:prSet>
      <dgm:spPr/>
    </dgm:pt>
    <dgm:pt modelId="{BF174DFF-FE06-4240-A1FA-06A409000EBB}" type="pres">
      <dgm:prSet presAssocID="{B797005D-2772-4D43-8C32-28D370571124}" presName="space" presStyleCnt="0"/>
      <dgm:spPr/>
    </dgm:pt>
    <dgm:pt modelId="{4F3D4801-A823-4304-9865-8F43E27489D4}" type="pres">
      <dgm:prSet presAssocID="{891C2533-5C31-45D0-AB21-3DA6786FA460}" presName="text" presStyleLbl="node1" presStyleIdx="6" presStyleCnt="7" custScaleX="171484" custScaleY="38212" custLinFactNeighborX="98250">
        <dgm:presLayoutVars>
          <dgm:bulletEnabled val="1"/>
        </dgm:presLayoutVars>
      </dgm:prSet>
      <dgm:spPr/>
    </dgm:pt>
  </dgm:ptLst>
  <dgm:cxnLst>
    <dgm:cxn modelId="{6EB8621A-70A4-445F-A667-D3AB75A3A7AC}" type="presOf" srcId="{4E0A5B08-96C9-47E2-83B5-8B5A9C8F3217}" destId="{831AE991-817E-4DB0-9705-51A2641AFD4D}" srcOrd="0" destOrd="0" presId="urn:diagrams.loki3.com/VaryingWidthList+Icon"/>
    <dgm:cxn modelId="{8AB8F82C-56CD-4B4F-A900-41E5E5020964}" type="presOf" srcId="{891C2533-5C31-45D0-AB21-3DA6786FA460}" destId="{4F3D4801-A823-4304-9865-8F43E27489D4}" srcOrd="0" destOrd="0" presId="urn:diagrams.loki3.com/VaryingWidthList+Icon"/>
    <dgm:cxn modelId="{C890AB40-0C89-4720-8390-0DD7BAE63637}" type="presOf" srcId="{DB1973F7-E8AC-405A-A5D6-CD5578206998}" destId="{DCB25AA9-0BEF-4A9D-A570-A43F58D9B118}" srcOrd="0" destOrd="0" presId="urn:diagrams.loki3.com/VaryingWidthList+Icon"/>
    <dgm:cxn modelId="{AC0C8945-B4ED-4C1F-871F-F2B719920FA4}" srcId="{E2AEF20F-AEA3-4FF8-AFEE-44BC62027816}" destId="{4E0A5B08-96C9-47E2-83B5-8B5A9C8F3217}" srcOrd="3" destOrd="0" parTransId="{25BF349A-CA45-4351-A215-E62E6B0705DC}" sibTransId="{7C73E342-A199-401A-86E6-3D6DEEF60E7F}"/>
    <dgm:cxn modelId="{0E5E5E66-D6F6-4BE6-919B-6CF10EFE58DB}" srcId="{E2AEF20F-AEA3-4FF8-AFEE-44BC62027816}" destId="{6DCAD262-4E91-4E0C-81C9-CD5267474FB2}" srcOrd="2" destOrd="0" parTransId="{4FE66327-1826-4652-B2D7-C2E020E80EA9}" sibTransId="{CBA4E96C-11CF-4C1B-9981-C22F593F16F7}"/>
    <dgm:cxn modelId="{AE7DDE71-1EB5-4CF8-9C19-DD044856DB8E}" srcId="{E2AEF20F-AEA3-4FF8-AFEE-44BC62027816}" destId="{99AD4F59-1F81-4689-AA96-FF03E327D8D4}" srcOrd="4" destOrd="0" parTransId="{D4AFB821-E52B-4E7F-B446-B32FDE906A6B}" sibTransId="{CB9BECC4-6426-44D9-B635-98E61C712082}"/>
    <dgm:cxn modelId="{C75AE171-5005-4931-8690-352A5CF21174}" type="presOf" srcId="{99AD4F59-1F81-4689-AA96-FF03E327D8D4}" destId="{41309F9C-CC63-4962-89D9-722841786942}" srcOrd="0" destOrd="0" presId="urn:diagrams.loki3.com/VaryingWidthList+Icon"/>
    <dgm:cxn modelId="{CEFE837F-26D6-4A26-AAC6-6DB8D9E1C9BC}" type="presOf" srcId="{176E3C8A-42AA-40CC-8B72-FD3E2D0F2728}" destId="{912A1CB9-C732-45A5-B229-42D78A516570}" srcOrd="0" destOrd="0" presId="urn:diagrams.loki3.com/VaryingWidthList+Icon"/>
    <dgm:cxn modelId="{D1F4098C-5EAD-4AA9-9675-EAF0B4A31C24}" srcId="{E2AEF20F-AEA3-4FF8-AFEE-44BC62027816}" destId="{891C2533-5C31-45D0-AB21-3DA6786FA460}" srcOrd="6" destOrd="0" parTransId="{48B5D599-BD1C-4263-9E16-AACF48000717}" sibTransId="{FCD3B092-5AF3-4043-874C-A8810717EB45}"/>
    <dgm:cxn modelId="{74A376B3-3640-4B95-B833-AA95D62C9C8E}" srcId="{E2AEF20F-AEA3-4FF8-AFEE-44BC62027816}" destId="{176E3C8A-42AA-40CC-8B72-FD3E2D0F2728}" srcOrd="5" destOrd="0" parTransId="{4822A2DB-922A-490C-99A5-14B73F41FFD8}" sibTransId="{B797005D-2772-4D43-8C32-28D370571124}"/>
    <dgm:cxn modelId="{2D329BC1-6715-4EC3-86B3-F8C4FFE113EB}" srcId="{E2AEF20F-AEA3-4FF8-AFEE-44BC62027816}" destId="{DB1973F7-E8AC-405A-A5D6-CD5578206998}" srcOrd="0" destOrd="0" parTransId="{20B1FF94-966D-437C-9197-248C2C4388CF}" sibTransId="{70F4DC99-B2CA-4F69-9C50-9F5371A74138}"/>
    <dgm:cxn modelId="{584269C8-228B-44F1-AAD8-E099BBD75D3B}" type="presOf" srcId="{9556CF1E-8944-4F0B-903E-AD864F0464B1}" destId="{269F2486-B868-4539-9C31-200A14FD8E75}" srcOrd="0" destOrd="0" presId="urn:diagrams.loki3.com/VaryingWidthList+Icon"/>
    <dgm:cxn modelId="{3DD646D3-5535-455E-A096-9DA803393D76}" type="presOf" srcId="{E2AEF20F-AEA3-4FF8-AFEE-44BC62027816}" destId="{E440AE26-603D-425C-B424-BE1FF63B5D4A}" srcOrd="0" destOrd="0" presId="urn:diagrams.loki3.com/VaryingWidthList+Icon"/>
    <dgm:cxn modelId="{DEC1E2D5-1C7F-4407-92AE-2D9B239F1012}" srcId="{E2AEF20F-AEA3-4FF8-AFEE-44BC62027816}" destId="{9556CF1E-8944-4F0B-903E-AD864F0464B1}" srcOrd="1" destOrd="0" parTransId="{89223E45-5FE6-46EA-A0E0-3BDC48FD4242}" sibTransId="{1DCD0A76-6D24-4B02-A60A-AADC48548BF8}"/>
    <dgm:cxn modelId="{841C89ED-86F1-489B-8928-C81C894BD6F1}" type="presOf" srcId="{6DCAD262-4E91-4E0C-81C9-CD5267474FB2}" destId="{A1944A1C-7878-48B2-97F6-DB038393C48C}" srcOrd="0" destOrd="0" presId="urn:diagrams.loki3.com/VaryingWidthList+Icon"/>
    <dgm:cxn modelId="{6AADCD1C-EF86-4344-A721-B24ABF4A8678}" type="presParOf" srcId="{E440AE26-603D-425C-B424-BE1FF63B5D4A}" destId="{DCB25AA9-0BEF-4A9D-A570-A43F58D9B118}" srcOrd="0" destOrd="0" presId="urn:diagrams.loki3.com/VaryingWidthList+Icon"/>
    <dgm:cxn modelId="{8C1862E3-13A9-4A5D-BCE9-2543CFEE41C6}" type="presParOf" srcId="{E440AE26-603D-425C-B424-BE1FF63B5D4A}" destId="{DC5A4F90-3CD3-4FDB-891F-9A92B0868283}" srcOrd="1" destOrd="0" presId="urn:diagrams.loki3.com/VaryingWidthList+Icon"/>
    <dgm:cxn modelId="{D4268A79-57DA-485D-A2D8-8790AC6E4046}" type="presParOf" srcId="{E440AE26-603D-425C-B424-BE1FF63B5D4A}" destId="{269F2486-B868-4539-9C31-200A14FD8E75}" srcOrd="2" destOrd="0" presId="urn:diagrams.loki3.com/VaryingWidthList+Icon"/>
    <dgm:cxn modelId="{C939DE7F-B072-4E7D-B5DF-C796E908CCEE}" type="presParOf" srcId="{E440AE26-603D-425C-B424-BE1FF63B5D4A}" destId="{69E5D8D4-63F8-48BB-82E5-9FB56177A275}" srcOrd="3" destOrd="0" presId="urn:diagrams.loki3.com/VaryingWidthList+Icon"/>
    <dgm:cxn modelId="{DA55990D-D8A4-4046-8094-0DB20A7CDAC1}" type="presParOf" srcId="{E440AE26-603D-425C-B424-BE1FF63B5D4A}" destId="{A1944A1C-7878-48B2-97F6-DB038393C48C}" srcOrd="4" destOrd="0" presId="urn:diagrams.loki3.com/VaryingWidthList+Icon"/>
    <dgm:cxn modelId="{9982FE17-34E4-40FA-BDF5-1CDB81CBC07A}" type="presParOf" srcId="{E440AE26-603D-425C-B424-BE1FF63B5D4A}" destId="{DA838AB6-D090-4B13-B9BC-DA33F6973CA8}" srcOrd="5" destOrd="0" presId="urn:diagrams.loki3.com/VaryingWidthList+Icon"/>
    <dgm:cxn modelId="{D9E3B9D4-5B59-450A-8458-0F59B4353EB9}" type="presParOf" srcId="{E440AE26-603D-425C-B424-BE1FF63B5D4A}" destId="{831AE991-817E-4DB0-9705-51A2641AFD4D}" srcOrd="6" destOrd="0" presId="urn:diagrams.loki3.com/VaryingWidthList+Icon"/>
    <dgm:cxn modelId="{0327AAD5-9F24-4855-B9F0-8A1D30ECED43}" type="presParOf" srcId="{E440AE26-603D-425C-B424-BE1FF63B5D4A}" destId="{AAA952EE-4BCD-488A-B022-183186ABA55B}" srcOrd="7" destOrd="0" presId="urn:diagrams.loki3.com/VaryingWidthList+Icon"/>
    <dgm:cxn modelId="{492C6F14-66D4-4DBF-AE6C-2FDCE8D99794}" type="presParOf" srcId="{E440AE26-603D-425C-B424-BE1FF63B5D4A}" destId="{41309F9C-CC63-4962-89D9-722841786942}" srcOrd="8" destOrd="0" presId="urn:diagrams.loki3.com/VaryingWidthList+Icon"/>
    <dgm:cxn modelId="{EFC18913-2188-47D8-B667-38726AFDC350}" type="presParOf" srcId="{E440AE26-603D-425C-B424-BE1FF63B5D4A}" destId="{BABA7D70-175A-47EF-A38E-88B7C879D94B}" srcOrd="9" destOrd="0" presId="urn:diagrams.loki3.com/VaryingWidthList+Icon"/>
    <dgm:cxn modelId="{1928C6CC-0629-40D9-92C0-4668C9C13B5D}" type="presParOf" srcId="{E440AE26-603D-425C-B424-BE1FF63B5D4A}" destId="{912A1CB9-C732-45A5-B229-42D78A516570}" srcOrd="10" destOrd="0" presId="urn:diagrams.loki3.com/VaryingWidthList+Icon"/>
    <dgm:cxn modelId="{DFBD7AEF-3638-49C7-BF72-BD30045B24E3}" type="presParOf" srcId="{E440AE26-603D-425C-B424-BE1FF63B5D4A}" destId="{BF174DFF-FE06-4240-A1FA-06A409000EBB}" srcOrd="11" destOrd="0" presId="urn:diagrams.loki3.com/VaryingWidthList+Icon"/>
    <dgm:cxn modelId="{432CD1EA-5965-4893-9D81-F19B896EFD46}" type="presParOf" srcId="{E440AE26-603D-425C-B424-BE1FF63B5D4A}" destId="{4F3D4801-A823-4304-9865-8F43E27489D4}" srcOrd="12" destOrd="0" presId="urn:diagrams.loki3.com/VaryingWidthList+Ic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74F2417-B086-4161-8FFD-749D736D8FD6}" type="doc">
      <dgm:prSet loTypeId="urn:diagrams.loki3.com/VaryingWidthList+Icon" loCatId="list" qsTypeId="urn:microsoft.com/office/officeart/2005/8/quickstyle/simple1#2" qsCatId="simple" csTypeId="urn:microsoft.com/office/officeart/2005/8/colors/accent1_2#2" csCatId="accent1" phldr="1"/>
      <dgm:spPr/>
    </dgm:pt>
    <dgm:pt modelId="{2EF8FC40-25F2-4D07-97EC-144EC7405FAB}">
      <dgm:prSet phldrT="[Text]" custT="1"/>
      <dgm:spPr/>
      <dgm:t>
        <a:bodyPr/>
        <a:lstStyle/>
        <a:p>
          <a:r>
            <a:rPr lang="en-US" sz="2800" b="1" dirty="0"/>
            <a:t>Application</a:t>
          </a:r>
        </a:p>
      </dgm:t>
    </dgm:pt>
    <dgm:pt modelId="{A603A4D5-8F5E-403D-A48E-A7014D562007}" type="parTrans" cxnId="{FCD464FB-DF68-43F9-9328-73EF0D5F591B}">
      <dgm:prSet/>
      <dgm:spPr/>
      <dgm:t>
        <a:bodyPr/>
        <a:lstStyle/>
        <a:p>
          <a:endParaRPr lang="en-US" sz="1800"/>
        </a:p>
      </dgm:t>
    </dgm:pt>
    <dgm:pt modelId="{40820249-3274-4D55-B07F-5344D6AE1608}" type="sibTrans" cxnId="{FCD464FB-DF68-43F9-9328-73EF0D5F591B}">
      <dgm:prSet/>
      <dgm:spPr/>
      <dgm:t>
        <a:bodyPr/>
        <a:lstStyle/>
        <a:p>
          <a:endParaRPr lang="en-US" sz="1800"/>
        </a:p>
      </dgm:t>
    </dgm:pt>
    <dgm:pt modelId="{02B32046-B118-46F1-86B7-7F62D8AE089B}">
      <dgm:prSet phldrT="[Text]" custT="1"/>
      <dgm:spPr/>
      <dgm:t>
        <a:bodyPr/>
        <a:lstStyle/>
        <a:p>
          <a:r>
            <a:rPr lang="en-US" sz="2800" b="1" dirty="0"/>
            <a:t>Transport</a:t>
          </a:r>
        </a:p>
      </dgm:t>
    </dgm:pt>
    <dgm:pt modelId="{642DBB65-ACFD-4563-A7BC-8D173FFFE94D}" type="parTrans" cxnId="{62DF8041-D688-4AC9-A4D7-0BD8C60A01A7}">
      <dgm:prSet/>
      <dgm:spPr/>
      <dgm:t>
        <a:bodyPr/>
        <a:lstStyle/>
        <a:p>
          <a:endParaRPr lang="en-US" sz="1800"/>
        </a:p>
      </dgm:t>
    </dgm:pt>
    <dgm:pt modelId="{C774C000-EA19-489F-8D32-CD8BCD4799E0}" type="sibTrans" cxnId="{62DF8041-D688-4AC9-A4D7-0BD8C60A01A7}">
      <dgm:prSet/>
      <dgm:spPr/>
      <dgm:t>
        <a:bodyPr/>
        <a:lstStyle/>
        <a:p>
          <a:endParaRPr lang="en-US" sz="1800"/>
        </a:p>
      </dgm:t>
    </dgm:pt>
    <dgm:pt modelId="{DE80B7C0-9A6A-4B28-A397-416B27AE77DC}">
      <dgm:prSet phldrT="[Text]" custT="1"/>
      <dgm:spPr/>
      <dgm:t>
        <a:bodyPr/>
        <a:lstStyle/>
        <a:p>
          <a:r>
            <a:rPr lang="en-US" sz="2800" b="1" dirty="0"/>
            <a:t>Internet</a:t>
          </a:r>
        </a:p>
      </dgm:t>
    </dgm:pt>
    <dgm:pt modelId="{8ACCE8BD-3AE5-4591-AB19-A85F6B602669}" type="parTrans" cxnId="{806A17E1-7322-4A10-9131-C416BFDEE59C}">
      <dgm:prSet/>
      <dgm:spPr/>
      <dgm:t>
        <a:bodyPr/>
        <a:lstStyle/>
        <a:p>
          <a:endParaRPr lang="en-US" sz="1800"/>
        </a:p>
      </dgm:t>
    </dgm:pt>
    <dgm:pt modelId="{0C80AD5F-6CDA-4298-B2F2-D955ED90222E}" type="sibTrans" cxnId="{806A17E1-7322-4A10-9131-C416BFDEE59C}">
      <dgm:prSet/>
      <dgm:spPr/>
      <dgm:t>
        <a:bodyPr/>
        <a:lstStyle/>
        <a:p>
          <a:endParaRPr lang="en-US" sz="1800"/>
        </a:p>
      </dgm:t>
    </dgm:pt>
    <dgm:pt modelId="{5652C4EC-0725-48B3-B984-0B4932AAC08F}">
      <dgm:prSet custT="1"/>
      <dgm:spPr/>
      <dgm:t>
        <a:bodyPr/>
        <a:lstStyle/>
        <a:p>
          <a:r>
            <a:rPr lang="en-US" sz="2800" b="1" dirty="0"/>
            <a:t>Network Interface</a:t>
          </a:r>
        </a:p>
      </dgm:t>
    </dgm:pt>
    <dgm:pt modelId="{B5B51E35-BFA3-4DAC-A3E9-274D7E7C3878}" type="parTrans" cxnId="{C053809F-A22B-462C-9793-2093C4CFBE33}">
      <dgm:prSet/>
      <dgm:spPr/>
      <dgm:t>
        <a:bodyPr/>
        <a:lstStyle/>
        <a:p>
          <a:endParaRPr lang="en-US" sz="1800"/>
        </a:p>
      </dgm:t>
    </dgm:pt>
    <dgm:pt modelId="{01A99126-DEBB-4ABD-840E-4ADECA6C641E}" type="sibTrans" cxnId="{C053809F-A22B-462C-9793-2093C4CFBE33}">
      <dgm:prSet/>
      <dgm:spPr/>
      <dgm:t>
        <a:bodyPr/>
        <a:lstStyle/>
        <a:p>
          <a:endParaRPr lang="en-US" sz="1800"/>
        </a:p>
      </dgm:t>
    </dgm:pt>
    <dgm:pt modelId="{AE6F491B-A946-45CC-94C8-E58D5BC29861}" type="pres">
      <dgm:prSet presAssocID="{D74F2417-B086-4161-8FFD-749D736D8FD6}" presName="Name0" presStyleCnt="0">
        <dgm:presLayoutVars>
          <dgm:resizeHandles/>
        </dgm:presLayoutVars>
      </dgm:prSet>
      <dgm:spPr/>
    </dgm:pt>
    <dgm:pt modelId="{D58CB644-3D7C-4438-8ED5-1BF683C6767B}" type="pres">
      <dgm:prSet presAssocID="{2EF8FC40-25F2-4D07-97EC-144EC7405FAB}" presName="text" presStyleLbl="node1" presStyleIdx="0" presStyleCnt="4" custScaleX="135467" custScaleY="67852">
        <dgm:presLayoutVars>
          <dgm:bulletEnabled val="1"/>
        </dgm:presLayoutVars>
      </dgm:prSet>
      <dgm:spPr/>
    </dgm:pt>
    <dgm:pt modelId="{7134A729-4B9A-480B-9786-207D4CA56335}" type="pres">
      <dgm:prSet presAssocID="{40820249-3274-4D55-B07F-5344D6AE1608}" presName="space" presStyleCnt="0"/>
      <dgm:spPr/>
    </dgm:pt>
    <dgm:pt modelId="{F645AA10-AC39-45FE-A2B7-B409F18E46F7}" type="pres">
      <dgm:prSet presAssocID="{02B32046-B118-46F1-86B7-7F62D8AE089B}" presName="text" presStyleLbl="node1" presStyleIdx="1" presStyleCnt="4" custScaleX="153358" custScaleY="30127">
        <dgm:presLayoutVars>
          <dgm:bulletEnabled val="1"/>
        </dgm:presLayoutVars>
      </dgm:prSet>
      <dgm:spPr/>
    </dgm:pt>
    <dgm:pt modelId="{EA916EF5-58A1-40B8-91CD-6DDF568B38BB}" type="pres">
      <dgm:prSet presAssocID="{C774C000-EA19-489F-8D32-CD8BCD4799E0}" presName="space" presStyleCnt="0"/>
      <dgm:spPr/>
    </dgm:pt>
    <dgm:pt modelId="{7267DCC3-09ED-4F83-B70D-02BBB4582BF9}" type="pres">
      <dgm:prSet presAssocID="{DE80B7C0-9A6A-4B28-A397-416B27AE77DC}" presName="text" presStyleLbl="node1" presStyleIdx="2" presStyleCnt="4" custScaleX="189023" custScaleY="19746">
        <dgm:presLayoutVars>
          <dgm:bulletEnabled val="1"/>
        </dgm:presLayoutVars>
      </dgm:prSet>
      <dgm:spPr/>
    </dgm:pt>
    <dgm:pt modelId="{B3D7A205-5ED9-4F73-AC38-7883E5D23279}" type="pres">
      <dgm:prSet presAssocID="{0C80AD5F-6CDA-4298-B2F2-D955ED90222E}" presName="space" presStyleCnt="0"/>
      <dgm:spPr/>
    </dgm:pt>
    <dgm:pt modelId="{F1A4E99B-DCE1-475B-9B6B-9B992935B5AE}" type="pres">
      <dgm:prSet presAssocID="{5652C4EC-0725-48B3-B984-0B4932AAC08F}" presName="text" presStyleLbl="node1" presStyleIdx="3" presStyleCnt="4" custScaleX="165878" custScaleY="53816">
        <dgm:presLayoutVars>
          <dgm:bulletEnabled val="1"/>
        </dgm:presLayoutVars>
      </dgm:prSet>
      <dgm:spPr/>
    </dgm:pt>
  </dgm:ptLst>
  <dgm:cxnLst>
    <dgm:cxn modelId="{A2062C09-2304-4DC8-90DB-088016257380}" type="presOf" srcId="{5652C4EC-0725-48B3-B984-0B4932AAC08F}" destId="{F1A4E99B-DCE1-475B-9B6B-9B992935B5AE}" srcOrd="0" destOrd="0" presId="urn:diagrams.loki3.com/VaryingWidthList+Icon"/>
    <dgm:cxn modelId="{62DF8041-D688-4AC9-A4D7-0BD8C60A01A7}" srcId="{D74F2417-B086-4161-8FFD-749D736D8FD6}" destId="{02B32046-B118-46F1-86B7-7F62D8AE089B}" srcOrd="1" destOrd="0" parTransId="{642DBB65-ACFD-4563-A7BC-8D173FFFE94D}" sibTransId="{C774C000-EA19-489F-8D32-CD8BCD4799E0}"/>
    <dgm:cxn modelId="{C21F0A4D-9BCC-4036-91BE-EDF77FBDF333}" type="presOf" srcId="{D74F2417-B086-4161-8FFD-749D736D8FD6}" destId="{AE6F491B-A946-45CC-94C8-E58D5BC29861}" srcOrd="0" destOrd="0" presId="urn:diagrams.loki3.com/VaryingWidthList+Icon"/>
    <dgm:cxn modelId="{5E538982-AA52-4214-8102-352E12EDB207}" type="presOf" srcId="{2EF8FC40-25F2-4D07-97EC-144EC7405FAB}" destId="{D58CB644-3D7C-4438-8ED5-1BF683C6767B}" srcOrd="0" destOrd="0" presId="urn:diagrams.loki3.com/VaryingWidthList+Icon"/>
    <dgm:cxn modelId="{C053809F-A22B-462C-9793-2093C4CFBE33}" srcId="{D74F2417-B086-4161-8FFD-749D736D8FD6}" destId="{5652C4EC-0725-48B3-B984-0B4932AAC08F}" srcOrd="3" destOrd="0" parTransId="{B5B51E35-BFA3-4DAC-A3E9-274D7E7C3878}" sibTransId="{01A99126-DEBB-4ABD-840E-4ADECA6C641E}"/>
    <dgm:cxn modelId="{806A17E1-7322-4A10-9131-C416BFDEE59C}" srcId="{D74F2417-B086-4161-8FFD-749D736D8FD6}" destId="{DE80B7C0-9A6A-4B28-A397-416B27AE77DC}" srcOrd="2" destOrd="0" parTransId="{8ACCE8BD-3AE5-4591-AB19-A85F6B602669}" sibTransId="{0C80AD5F-6CDA-4298-B2F2-D955ED90222E}"/>
    <dgm:cxn modelId="{FCD464FB-DF68-43F9-9328-73EF0D5F591B}" srcId="{D74F2417-B086-4161-8FFD-749D736D8FD6}" destId="{2EF8FC40-25F2-4D07-97EC-144EC7405FAB}" srcOrd="0" destOrd="0" parTransId="{A603A4D5-8F5E-403D-A48E-A7014D562007}" sibTransId="{40820249-3274-4D55-B07F-5344D6AE1608}"/>
    <dgm:cxn modelId="{805D41FC-AE6A-474C-B2FE-AF60349DFF09}" type="presOf" srcId="{02B32046-B118-46F1-86B7-7F62D8AE089B}" destId="{F645AA10-AC39-45FE-A2B7-B409F18E46F7}" srcOrd="0" destOrd="0" presId="urn:diagrams.loki3.com/VaryingWidthList+Icon"/>
    <dgm:cxn modelId="{6E36EBFC-1EB2-4DF2-BF82-DE82C27C5E8F}" type="presOf" srcId="{DE80B7C0-9A6A-4B28-A397-416B27AE77DC}" destId="{7267DCC3-09ED-4F83-B70D-02BBB4582BF9}" srcOrd="0" destOrd="0" presId="urn:diagrams.loki3.com/VaryingWidthList+Icon"/>
    <dgm:cxn modelId="{1E08DB0B-BCFB-49A3-955F-3FB925FA40CD}" type="presParOf" srcId="{AE6F491B-A946-45CC-94C8-E58D5BC29861}" destId="{D58CB644-3D7C-4438-8ED5-1BF683C6767B}" srcOrd="0" destOrd="0" presId="urn:diagrams.loki3.com/VaryingWidthList+Icon"/>
    <dgm:cxn modelId="{FAAF8328-F603-4617-A6A9-3AF5E358016E}" type="presParOf" srcId="{AE6F491B-A946-45CC-94C8-E58D5BC29861}" destId="{7134A729-4B9A-480B-9786-207D4CA56335}" srcOrd="1" destOrd="0" presId="urn:diagrams.loki3.com/VaryingWidthList+Icon"/>
    <dgm:cxn modelId="{AD2A1428-06AA-4DC2-83D4-0247D345D4EA}" type="presParOf" srcId="{AE6F491B-A946-45CC-94C8-E58D5BC29861}" destId="{F645AA10-AC39-45FE-A2B7-B409F18E46F7}" srcOrd="2" destOrd="0" presId="urn:diagrams.loki3.com/VaryingWidthList+Icon"/>
    <dgm:cxn modelId="{62A1E77C-5B17-435D-AA47-C5AEC499B101}" type="presParOf" srcId="{AE6F491B-A946-45CC-94C8-E58D5BC29861}" destId="{EA916EF5-58A1-40B8-91CD-6DDF568B38BB}" srcOrd="3" destOrd="0" presId="urn:diagrams.loki3.com/VaryingWidthList+Icon"/>
    <dgm:cxn modelId="{0055EDB8-978D-4663-9D34-29DED302BE8D}" type="presParOf" srcId="{AE6F491B-A946-45CC-94C8-E58D5BC29861}" destId="{7267DCC3-09ED-4F83-B70D-02BBB4582BF9}" srcOrd="4" destOrd="0" presId="urn:diagrams.loki3.com/VaryingWidthList+Icon"/>
    <dgm:cxn modelId="{72D9D62F-327D-4F57-B09C-4881DBA64D31}" type="presParOf" srcId="{AE6F491B-A946-45CC-94C8-E58D5BC29861}" destId="{B3D7A205-5ED9-4F73-AC38-7883E5D23279}" srcOrd="5" destOrd="0" presId="urn:diagrams.loki3.com/VaryingWidthList+Icon"/>
    <dgm:cxn modelId="{30752891-F756-4E0D-AA1D-43D29DEA1164}" type="presParOf" srcId="{AE6F491B-A946-45CC-94C8-E58D5BC29861}" destId="{F1A4E99B-DCE1-475B-9B6B-9B992935B5AE}" srcOrd="6" destOrd="0" presId="urn:diagrams.loki3.com/VaryingWidthList+Icon"/>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C0C64CB-1CDA-4D5F-B47E-BB50E3B74FC0}" type="doc">
      <dgm:prSet loTypeId="urn:microsoft.com/office/officeart/2005/8/layout/list1" loCatId="list" qsTypeId="urn:microsoft.com/office/officeart/2005/8/quickstyle/simple1#3" qsCatId="simple" csTypeId="urn:microsoft.com/office/officeart/2005/8/colors/accent1_2#3" csCatId="accent1" phldr="1"/>
      <dgm:spPr/>
      <dgm:t>
        <a:bodyPr/>
        <a:lstStyle/>
        <a:p>
          <a:endParaRPr lang="en-US"/>
        </a:p>
      </dgm:t>
    </dgm:pt>
    <dgm:pt modelId="{15409668-85DF-4925-9EC9-2130E238A9B7}">
      <dgm:prSet phldrT="[Text]" custT="1"/>
      <dgm:spPr/>
      <dgm:t>
        <a:bodyPr/>
        <a:lstStyle/>
        <a:p>
          <a:r>
            <a:rPr lang="en-US" sz="2400" b="1" dirty="0"/>
            <a:t>Application</a:t>
          </a:r>
          <a:endParaRPr lang="en-US" sz="2400" dirty="0"/>
        </a:p>
      </dgm:t>
    </dgm:pt>
    <dgm:pt modelId="{88ACBCCA-0FF9-40F7-A193-7F092FEBF4B9}" type="parTrans" cxnId="{31B494D7-E5C6-4032-BCE9-F40110C70B62}">
      <dgm:prSet/>
      <dgm:spPr/>
      <dgm:t>
        <a:bodyPr/>
        <a:lstStyle/>
        <a:p>
          <a:endParaRPr lang="en-US"/>
        </a:p>
      </dgm:t>
    </dgm:pt>
    <dgm:pt modelId="{67131EAC-34D4-4A33-A0E6-AE169CE3A9F3}" type="sibTrans" cxnId="{31B494D7-E5C6-4032-BCE9-F40110C70B62}">
      <dgm:prSet/>
      <dgm:spPr/>
      <dgm:t>
        <a:bodyPr/>
        <a:lstStyle/>
        <a:p>
          <a:endParaRPr lang="en-US"/>
        </a:p>
      </dgm:t>
    </dgm:pt>
    <dgm:pt modelId="{09C554DE-914B-4054-8A1A-DC37DB254BEF}">
      <dgm:prSet phldrT="[Text]" custT="1"/>
      <dgm:spPr/>
      <dgm:t>
        <a:bodyPr/>
        <a:lstStyle/>
        <a:p>
          <a:r>
            <a:rPr lang="en-US" sz="2400" b="1" dirty="0"/>
            <a:t>Internet</a:t>
          </a:r>
          <a:endParaRPr lang="en-US" sz="2400" dirty="0"/>
        </a:p>
      </dgm:t>
    </dgm:pt>
    <dgm:pt modelId="{CD157FBB-FE85-4D97-8DD9-A5AB1132E225}" type="parTrans" cxnId="{CD4CC23C-FF98-4816-BBED-D9B957ED9009}">
      <dgm:prSet/>
      <dgm:spPr/>
      <dgm:t>
        <a:bodyPr/>
        <a:lstStyle/>
        <a:p>
          <a:endParaRPr lang="en-US"/>
        </a:p>
      </dgm:t>
    </dgm:pt>
    <dgm:pt modelId="{03B35CFF-2021-4159-9ECB-9C92E8797A37}" type="sibTrans" cxnId="{CD4CC23C-FF98-4816-BBED-D9B957ED9009}">
      <dgm:prSet/>
      <dgm:spPr/>
      <dgm:t>
        <a:bodyPr/>
        <a:lstStyle/>
        <a:p>
          <a:endParaRPr lang="en-US"/>
        </a:p>
      </dgm:t>
    </dgm:pt>
    <dgm:pt modelId="{075D0E25-D576-4EEB-BFE0-52D8A5B6642E}">
      <dgm:prSet phldrT="[Text]" custT="1"/>
      <dgm:spPr/>
      <dgm:t>
        <a:bodyPr/>
        <a:lstStyle/>
        <a:p>
          <a:r>
            <a:rPr lang="en-US" sz="2400" b="1" dirty="0"/>
            <a:t>Network Interface</a:t>
          </a:r>
          <a:endParaRPr lang="en-US" sz="2400" dirty="0"/>
        </a:p>
      </dgm:t>
    </dgm:pt>
    <dgm:pt modelId="{EACB8654-26E4-4A2B-A9A8-34656C2809F2}" type="parTrans" cxnId="{F670BE3C-7F09-477B-8443-49DDDB4518F7}">
      <dgm:prSet/>
      <dgm:spPr/>
      <dgm:t>
        <a:bodyPr/>
        <a:lstStyle/>
        <a:p>
          <a:endParaRPr lang="en-US"/>
        </a:p>
      </dgm:t>
    </dgm:pt>
    <dgm:pt modelId="{A0A7342E-032C-4FE9-B654-296ADCE1AFA4}" type="sibTrans" cxnId="{F670BE3C-7F09-477B-8443-49DDDB4518F7}">
      <dgm:prSet/>
      <dgm:spPr/>
      <dgm:t>
        <a:bodyPr/>
        <a:lstStyle/>
        <a:p>
          <a:endParaRPr lang="en-US"/>
        </a:p>
      </dgm:t>
    </dgm:pt>
    <dgm:pt modelId="{7B856AE3-62FF-42CF-82DF-1DEA3890E2DA}">
      <dgm:prSet phldrT="[Text]" custT="1"/>
      <dgm:spPr/>
      <dgm:t>
        <a:bodyPr/>
        <a:lstStyle/>
        <a:p>
          <a:r>
            <a:rPr lang="en-US" sz="2400" b="1" dirty="0"/>
            <a:t>Transport</a:t>
          </a:r>
          <a:endParaRPr lang="en-US" sz="2400" dirty="0"/>
        </a:p>
      </dgm:t>
    </dgm:pt>
    <dgm:pt modelId="{4086A560-B3E5-4DDC-A937-F6981398873F}" type="parTrans" cxnId="{30F3527E-EA6E-40B4-A6B9-74E230152B08}">
      <dgm:prSet/>
      <dgm:spPr/>
      <dgm:t>
        <a:bodyPr/>
        <a:lstStyle/>
        <a:p>
          <a:endParaRPr lang="en-US"/>
        </a:p>
      </dgm:t>
    </dgm:pt>
    <dgm:pt modelId="{D1A2D372-ECF0-44E0-B651-D80EC16589F5}" type="sibTrans" cxnId="{30F3527E-EA6E-40B4-A6B9-74E230152B08}">
      <dgm:prSet/>
      <dgm:spPr/>
      <dgm:t>
        <a:bodyPr/>
        <a:lstStyle/>
        <a:p>
          <a:endParaRPr lang="en-US"/>
        </a:p>
      </dgm:t>
    </dgm:pt>
    <dgm:pt modelId="{1654F18B-1825-475D-A788-A4D397E43963}">
      <dgm:prSet custT="1"/>
      <dgm:spPr/>
      <dgm:t>
        <a:bodyPr/>
        <a:lstStyle/>
        <a:p>
          <a:r>
            <a:rPr lang="en-US" sz="1600" dirty="0"/>
            <a:t>Domain Name System (DNS), Dynamic Host Configuration Protocol (DHCP), Hypertext Transfer Protocol (HTTP),  Tele-network (Telnet), File Transfer Protocol (FTP)</a:t>
          </a:r>
          <a:endParaRPr lang="en-US" sz="1300" dirty="0"/>
        </a:p>
      </dgm:t>
    </dgm:pt>
    <dgm:pt modelId="{87D2D869-50A6-49ED-A39C-C0CADA0087EC}" type="parTrans" cxnId="{7E99F9D4-25A8-4344-A61A-4EDD373BFD0C}">
      <dgm:prSet/>
      <dgm:spPr/>
      <dgm:t>
        <a:bodyPr/>
        <a:lstStyle/>
        <a:p>
          <a:endParaRPr lang="en-US"/>
        </a:p>
      </dgm:t>
    </dgm:pt>
    <dgm:pt modelId="{A696DD9A-1C34-43A7-985F-BCC06AF35426}" type="sibTrans" cxnId="{7E99F9D4-25A8-4344-A61A-4EDD373BFD0C}">
      <dgm:prSet/>
      <dgm:spPr/>
      <dgm:t>
        <a:bodyPr/>
        <a:lstStyle/>
        <a:p>
          <a:endParaRPr lang="en-US"/>
        </a:p>
      </dgm:t>
    </dgm:pt>
    <dgm:pt modelId="{577F0E96-DC23-4CB0-B19D-111ADB99C76F}">
      <dgm:prSet custT="1"/>
      <dgm:spPr/>
      <dgm:t>
        <a:bodyPr/>
        <a:lstStyle/>
        <a:p>
          <a:r>
            <a:rPr lang="en-US" sz="1600" b="0" dirty="0"/>
            <a:t>Transmission Control Protocol (</a:t>
          </a:r>
          <a:r>
            <a:rPr lang="en-US" sz="1600" dirty="0"/>
            <a:t>TCP), </a:t>
          </a:r>
          <a:r>
            <a:rPr lang="en-US" sz="1600" b="0" dirty="0"/>
            <a:t>User Datagram Protocol (</a:t>
          </a:r>
          <a:r>
            <a:rPr lang="en-US" sz="1600" dirty="0"/>
            <a:t>UDP)</a:t>
          </a:r>
        </a:p>
      </dgm:t>
    </dgm:pt>
    <dgm:pt modelId="{386EABC8-2E05-4D83-9033-709899A269FE}" type="parTrans" cxnId="{3E3C6AA6-B1B5-4B74-8150-02AC9420C9F3}">
      <dgm:prSet/>
      <dgm:spPr/>
      <dgm:t>
        <a:bodyPr/>
        <a:lstStyle/>
        <a:p>
          <a:endParaRPr lang="en-US"/>
        </a:p>
      </dgm:t>
    </dgm:pt>
    <dgm:pt modelId="{230114A5-ACEA-46A2-B7A5-C15C3DDB5E88}" type="sibTrans" cxnId="{3E3C6AA6-B1B5-4B74-8150-02AC9420C9F3}">
      <dgm:prSet/>
      <dgm:spPr/>
      <dgm:t>
        <a:bodyPr/>
        <a:lstStyle/>
        <a:p>
          <a:endParaRPr lang="en-US"/>
        </a:p>
      </dgm:t>
    </dgm:pt>
    <dgm:pt modelId="{10C256EE-5D4B-4FF1-91E0-23212C4F5F49}">
      <dgm:prSet custT="1"/>
      <dgm:spPr/>
      <dgm:t>
        <a:bodyPr/>
        <a:lstStyle/>
        <a:p>
          <a:r>
            <a:rPr lang="en-US" sz="1600" dirty="0"/>
            <a:t>Internet Protocol (</a:t>
          </a:r>
          <a:r>
            <a:rPr lang="en-US" sz="1600"/>
            <a:t>IP</a:t>
          </a:r>
          <a:r>
            <a:rPr lang="en-US" sz="1600" dirty="0"/>
            <a:t>), IPSec, Internet Control Message Protocol (ICMP), Address Resolution Protocol (ARP), and Internet Group Management Protocol IGMP</a:t>
          </a:r>
          <a:endParaRPr lang="en-US" sz="1100" dirty="0"/>
        </a:p>
      </dgm:t>
    </dgm:pt>
    <dgm:pt modelId="{6DB71D66-3426-4E8C-B09D-797E789F7DCC}" type="parTrans" cxnId="{36624E4D-7464-47D3-B377-6DB4A0757CA9}">
      <dgm:prSet/>
      <dgm:spPr/>
      <dgm:t>
        <a:bodyPr/>
        <a:lstStyle/>
        <a:p>
          <a:endParaRPr lang="en-US"/>
        </a:p>
      </dgm:t>
    </dgm:pt>
    <dgm:pt modelId="{67130E76-88A0-439D-85F8-4A3D3A6E569B}" type="sibTrans" cxnId="{36624E4D-7464-47D3-B377-6DB4A0757CA9}">
      <dgm:prSet/>
      <dgm:spPr/>
      <dgm:t>
        <a:bodyPr/>
        <a:lstStyle/>
        <a:p>
          <a:endParaRPr lang="en-US"/>
        </a:p>
      </dgm:t>
    </dgm:pt>
    <dgm:pt modelId="{DA27D74B-6BC3-4A5E-B0AF-42639C3DEB0C}">
      <dgm:prSet custT="1"/>
      <dgm:spPr/>
      <dgm:t>
        <a:bodyPr/>
        <a:lstStyle/>
        <a:p>
          <a:r>
            <a:rPr lang="en-US" sz="1600" dirty="0"/>
            <a:t>Serial Line Internet Protocol (SLIP), Purchasing Power Parity (PPP)</a:t>
          </a:r>
        </a:p>
      </dgm:t>
    </dgm:pt>
    <dgm:pt modelId="{7BD2FD70-3809-4D59-8BC8-692671DB6524}" type="parTrans" cxnId="{F822B014-1907-4C69-92AF-7EA978C00D0C}">
      <dgm:prSet/>
      <dgm:spPr/>
      <dgm:t>
        <a:bodyPr/>
        <a:lstStyle/>
        <a:p>
          <a:endParaRPr lang="en-US"/>
        </a:p>
      </dgm:t>
    </dgm:pt>
    <dgm:pt modelId="{A6907A88-320B-4E34-986F-5CA482C64B85}" type="sibTrans" cxnId="{F822B014-1907-4C69-92AF-7EA978C00D0C}">
      <dgm:prSet/>
      <dgm:spPr/>
      <dgm:t>
        <a:bodyPr/>
        <a:lstStyle/>
        <a:p>
          <a:endParaRPr lang="en-US"/>
        </a:p>
      </dgm:t>
    </dgm:pt>
    <dgm:pt modelId="{AA827EF0-88B2-4D52-BAB5-580D52A08900}" type="pres">
      <dgm:prSet presAssocID="{6C0C64CB-1CDA-4D5F-B47E-BB50E3B74FC0}" presName="linear" presStyleCnt="0">
        <dgm:presLayoutVars>
          <dgm:dir/>
          <dgm:animLvl val="lvl"/>
          <dgm:resizeHandles val="exact"/>
        </dgm:presLayoutVars>
      </dgm:prSet>
      <dgm:spPr/>
    </dgm:pt>
    <dgm:pt modelId="{1576470D-C023-43F8-8D63-B079F95D3E09}" type="pres">
      <dgm:prSet presAssocID="{15409668-85DF-4925-9EC9-2130E238A9B7}" presName="parentLin" presStyleCnt="0"/>
      <dgm:spPr/>
    </dgm:pt>
    <dgm:pt modelId="{1DA0A611-C65F-4310-AF09-F6BFB79B7C09}" type="pres">
      <dgm:prSet presAssocID="{15409668-85DF-4925-9EC9-2130E238A9B7}" presName="parentLeftMargin" presStyleLbl="node1" presStyleIdx="0" presStyleCnt="4"/>
      <dgm:spPr/>
    </dgm:pt>
    <dgm:pt modelId="{2EB7E732-14B7-4C5D-802A-92182A0B7AA4}" type="pres">
      <dgm:prSet presAssocID="{15409668-85DF-4925-9EC9-2130E238A9B7}" presName="parentText" presStyleLbl="node1" presStyleIdx="0" presStyleCnt="4" custScaleX="67630">
        <dgm:presLayoutVars>
          <dgm:chMax val="0"/>
          <dgm:bulletEnabled val="1"/>
        </dgm:presLayoutVars>
      </dgm:prSet>
      <dgm:spPr/>
    </dgm:pt>
    <dgm:pt modelId="{CDD0C843-0900-41DA-B853-9FCCA5A1A648}" type="pres">
      <dgm:prSet presAssocID="{15409668-85DF-4925-9EC9-2130E238A9B7}" presName="negativeSpace" presStyleCnt="0"/>
      <dgm:spPr/>
    </dgm:pt>
    <dgm:pt modelId="{8D266351-2969-4E62-9253-C7EBEA6709A7}" type="pres">
      <dgm:prSet presAssocID="{15409668-85DF-4925-9EC9-2130E238A9B7}" presName="childText" presStyleLbl="conFgAcc1" presStyleIdx="0" presStyleCnt="4">
        <dgm:presLayoutVars>
          <dgm:bulletEnabled val="1"/>
        </dgm:presLayoutVars>
      </dgm:prSet>
      <dgm:spPr/>
    </dgm:pt>
    <dgm:pt modelId="{C29BCA5C-6C88-44A1-8492-174C63655F3C}" type="pres">
      <dgm:prSet presAssocID="{67131EAC-34D4-4A33-A0E6-AE169CE3A9F3}" presName="spaceBetweenRectangles" presStyleCnt="0"/>
      <dgm:spPr/>
    </dgm:pt>
    <dgm:pt modelId="{03E7B243-C893-4BE0-852A-D03954014742}" type="pres">
      <dgm:prSet presAssocID="{7B856AE3-62FF-42CF-82DF-1DEA3890E2DA}" presName="parentLin" presStyleCnt="0"/>
      <dgm:spPr/>
    </dgm:pt>
    <dgm:pt modelId="{98D3804E-1413-4F04-A6EF-D3DFB6BBA7AC}" type="pres">
      <dgm:prSet presAssocID="{7B856AE3-62FF-42CF-82DF-1DEA3890E2DA}" presName="parentLeftMargin" presStyleLbl="node1" presStyleIdx="0" presStyleCnt="4"/>
      <dgm:spPr/>
    </dgm:pt>
    <dgm:pt modelId="{BC7B7D26-BE08-461F-B737-CF7C06821497}" type="pres">
      <dgm:prSet presAssocID="{7B856AE3-62FF-42CF-82DF-1DEA3890E2DA}" presName="parentText" presStyleLbl="node1" presStyleIdx="1" presStyleCnt="4" custScaleX="67192">
        <dgm:presLayoutVars>
          <dgm:chMax val="0"/>
          <dgm:bulletEnabled val="1"/>
        </dgm:presLayoutVars>
      </dgm:prSet>
      <dgm:spPr/>
    </dgm:pt>
    <dgm:pt modelId="{60B69A6D-3DDD-4A75-B5E8-C9911892E66B}" type="pres">
      <dgm:prSet presAssocID="{7B856AE3-62FF-42CF-82DF-1DEA3890E2DA}" presName="negativeSpace" presStyleCnt="0"/>
      <dgm:spPr/>
    </dgm:pt>
    <dgm:pt modelId="{5AC85D39-1CCC-4EE6-BA43-31090339AD76}" type="pres">
      <dgm:prSet presAssocID="{7B856AE3-62FF-42CF-82DF-1DEA3890E2DA}" presName="childText" presStyleLbl="conFgAcc1" presStyleIdx="1" presStyleCnt="4">
        <dgm:presLayoutVars>
          <dgm:bulletEnabled val="1"/>
        </dgm:presLayoutVars>
      </dgm:prSet>
      <dgm:spPr/>
    </dgm:pt>
    <dgm:pt modelId="{92750E04-9456-4C0B-A5F8-81FD52355CEB}" type="pres">
      <dgm:prSet presAssocID="{D1A2D372-ECF0-44E0-B651-D80EC16589F5}" presName="spaceBetweenRectangles" presStyleCnt="0"/>
      <dgm:spPr/>
    </dgm:pt>
    <dgm:pt modelId="{86A4936F-0563-4626-9B10-503D3792AF87}" type="pres">
      <dgm:prSet presAssocID="{09C554DE-914B-4054-8A1A-DC37DB254BEF}" presName="parentLin" presStyleCnt="0"/>
      <dgm:spPr/>
    </dgm:pt>
    <dgm:pt modelId="{DF0AF69E-0E70-4A40-9CEA-1C3F2CF2E8EA}" type="pres">
      <dgm:prSet presAssocID="{09C554DE-914B-4054-8A1A-DC37DB254BEF}" presName="parentLeftMargin" presStyleLbl="node1" presStyleIdx="1" presStyleCnt="4"/>
      <dgm:spPr/>
    </dgm:pt>
    <dgm:pt modelId="{DA00E7C2-26BF-43C6-9C07-D5BE8B55D987}" type="pres">
      <dgm:prSet presAssocID="{09C554DE-914B-4054-8A1A-DC37DB254BEF}" presName="parentText" presStyleLbl="node1" presStyleIdx="2" presStyleCnt="4" custScaleX="68393" custLinFactNeighborX="4202">
        <dgm:presLayoutVars>
          <dgm:chMax val="0"/>
          <dgm:bulletEnabled val="1"/>
        </dgm:presLayoutVars>
      </dgm:prSet>
      <dgm:spPr/>
    </dgm:pt>
    <dgm:pt modelId="{37BE4FE9-9DBF-43F6-965B-722690E80F3A}" type="pres">
      <dgm:prSet presAssocID="{09C554DE-914B-4054-8A1A-DC37DB254BEF}" presName="negativeSpace" presStyleCnt="0"/>
      <dgm:spPr/>
    </dgm:pt>
    <dgm:pt modelId="{C61BC3D8-C1AB-42EF-A30A-EE6B0215FE11}" type="pres">
      <dgm:prSet presAssocID="{09C554DE-914B-4054-8A1A-DC37DB254BEF}" presName="childText" presStyleLbl="conFgAcc1" presStyleIdx="2" presStyleCnt="4">
        <dgm:presLayoutVars>
          <dgm:bulletEnabled val="1"/>
        </dgm:presLayoutVars>
      </dgm:prSet>
      <dgm:spPr/>
    </dgm:pt>
    <dgm:pt modelId="{209E216B-E6EF-43E1-8D53-909C686F6986}" type="pres">
      <dgm:prSet presAssocID="{03B35CFF-2021-4159-9ECB-9C92E8797A37}" presName="spaceBetweenRectangles" presStyleCnt="0"/>
      <dgm:spPr/>
    </dgm:pt>
    <dgm:pt modelId="{E1F6F761-A2DA-4655-9928-8A9FF764616E}" type="pres">
      <dgm:prSet presAssocID="{075D0E25-D576-4EEB-BFE0-52D8A5B6642E}" presName="parentLin" presStyleCnt="0"/>
      <dgm:spPr/>
    </dgm:pt>
    <dgm:pt modelId="{843F2BFE-F2FE-4606-8E7C-C6996311E12B}" type="pres">
      <dgm:prSet presAssocID="{075D0E25-D576-4EEB-BFE0-52D8A5B6642E}" presName="parentLeftMargin" presStyleLbl="node1" presStyleIdx="2" presStyleCnt="4"/>
      <dgm:spPr/>
    </dgm:pt>
    <dgm:pt modelId="{B073CC66-2AAC-4569-A793-AAA33C84F9C1}" type="pres">
      <dgm:prSet presAssocID="{075D0E25-D576-4EEB-BFE0-52D8A5B6642E}" presName="parentText" presStyleLbl="node1" presStyleIdx="3" presStyleCnt="4" custScaleX="67405">
        <dgm:presLayoutVars>
          <dgm:chMax val="0"/>
          <dgm:bulletEnabled val="1"/>
        </dgm:presLayoutVars>
      </dgm:prSet>
      <dgm:spPr/>
    </dgm:pt>
    <dgm:pt modelId="{3ED950CD-5AC9-4EE0-A98B-B40CBE9FD51F}" type="pres">
      <dgm:prSet presAssocID="{075D0E25-D576-4EEB-BFE0-52D8A5B6642E}" presName="negativeSpace" presStyleCnt="0"/>
      <dgm:spPr/>
    </dgm:pt>
    <dgm:pt modelId="{6BF05376-2FD7-46C0-A564-3B5B5F782316}" type="pres">
      <dgm:prSet presAssocID="{075D0E25-D576-4EEB-BFE0-52D8A5B6642E}" presName="childText" presStyleLbl="conFgAcc1" presStyleIdx="3" presStyleCnt="4">
        <dgm:presLayoutVars>
          <dgm:bulletEnabled val="1"/>
        </dgm:presLayoutVars>
      </dgm:prSet>
      <dgm:spPr/>
    </dgm:pt>
  </dgm:ptLst>
  <dgm:cxnLst>
    <dgm:cxn modelId="{37792D10-DC0A-4087-863C-48F78C8649CC}" type="presOf" srcId="{075D0E25-D576-4EEB-BFE0-52D8A5B6642E}" destId="{843F2BFE-F2FE-4606-8E7C-C6996311E12B}" srcOrd="0" destOrd="0" presId="urn:microsoft.com/office/officeart/2005/8/layout/list1"/>
    <dgm:cxn modelId="{F822B014-1907-4C69-92AF-7EA978C00D0C}" srcId="{075D0E25-D576-4EEB-BFE0-52D8A5B6642E}" destId="{DA27D74B-6BC3-4A5E-B0AF-42639C3DEB0C}" srcOrd="0" destOrd="0" parTransId="{7BD2FD70-3809-4D59-8BC8-692671DB6524}" sibTransId="{A6907A88-320B-4E34-986F-5CA482C64B85}"/>
    <dgm:cxn modelId="{0AD29218-F383-436C-8E29-62248A599015}" type="presOf" srcId="{DA27D74B-6BC3-4A5E-B0AF-42639C3DEB0C}" destId="{6BF05376-2FD7-46C0-A564-3B5B5F782316}" srcOrd="0" destOrd="0" presId="urn:microsoft.com/office/officeart/2005/8/layout/list1"/>
    <dgm:cxn modelId="{92A82F2D-F442-49AB-AF12-33E86FFE7000}" type="presOf" srcId="{15409668-85DF-4925-9EC9-2130E238A9B7}" destId="{1DA0A611-C65F-4310-AF09-F6BFB79B7C09}" srcOrd="0" destOrd="0" presId="urn:microsoft.com/office/officeart/2005/8/layout/list1"/>
    <dgm:cxn modelId="{630B393B-C281-4B4B-9955-00C3453D69E8}" type="presOf" srcId="{7B856AE3-62FF-42CF-82DF-1DEA3890E2DA}" destId="{98D3804E-1413-4F04-A6EF-D3DFB6BBA7AC}" srcOrd="0" destOrd="0" presId="urn:microsoft.com/office/officeart/2005/8/layout/list1"/>
    <dgm:cxn modelId="{F670BE3C-7F09-477B-8443-49DDDB4518F7}" srcId="{6C0C64CB-1CDA-4D5F-B47E-BB50E3B74FC0}" destId="{075D0E25-D576-4EEB-BFE0-52D8A5B6642E}" srcOrd="3" destOrd="0" parTransId="{EACB8654-26E4-4A2B-A9A8-34656C2809F2}" sibTransId="{A0A7342E-032C-4FE9-B654-296ADCE1AFA4}"/>
    <dgm:cxn modelId="{CD4CC23C-FF98-4816-BBED-D9B957ED9009}" srcId="{6C0C64CB-1CDA-4D5F-B47E-BB50E3B74FC0}" destId="{09C554DE-914B-4054-8A1A-DC37DB254BEF}" srcOrd="2" destOrd="0" parTransId="{CD157FBB-FE85-4D97-8DD9-A5AB1132E225}" sibTransId="{03B35CFF-2021-4159-9ECB-9C92E8797A37}"/>
    <dgm:cxn modelId="{813B1B42-73FE-4EB8-8CE2-E9441E80537E}" type="presOf" srcId="{1654F18B-1825-475D-A788-A4D397E43963}" destId="{8D266351-2969-4E62-9253-C7EBEA6709A7}" srcOrd="0" destOrd="0" presId="urn:microsoft.com/office/officeart/2005/8/layout/list1"/>
    <dgm:cxn modelId="{36624E4D-7464-47D3-B377-6DB4A0757CA9}" srcId="{09C554DE-914B-4054-8A1A-DC37DB254BEF}" destId="{10C256EE-5D4B-4FF1-91E0-23212C4F5F49}" srcOrd="0" destOrd="0" parTransId="{6DB71D66-3426-4E8C-B09D-797E789F7DCC}" sibTransId="{67130E76-88A0-439D-85F8-4A3D3A6E569B}"/>
    <dgm:cxn modelId="{30F3527E-EA6E-40B4-A6B9-74E230152B08}" srcId="{6C0C64CB-1CDA-4D5F-B47E-BB50E3B74FC0}" destId="{7B856AE3-62FF-42CF-82DF-1DEA3890E2DA}" srcOrd="1" destOrd="0" parTransId="{4086A560-B3E5-4DDC-A937-F6981398873F}" sibTransId="{D1A2D372-ECF0-44E0-B651-D80EC16589F5}"/>
    <dgm:cxn modelId="{8BC63C87-97C4-408E-A9D3-E7D709212EFB}" type="presOf" srcId="{577F0E96-DC23-4CB0-B19D-111ADB99C76F}" destId="{5AC85D39-1CCC-4EE6-BA43-31090339AD76}" srcOrd="0" destOrd="0" presId="urn:microsoft.com/office/officeart/2005/8/layout/list1"/>
    <dgm:cxn modelId="{B7E8668E-1203-4CC0-9384-8920B2186D2A}" type="presOf" srcId="{10C256EE-5D4B-4FF1-91E0-23212C4F5F49}" destId="{C61BC3D8-C1AB-42EF-A30A-EE6B0215FE11}" srcOrd="0" destOrd="0" presId="urn:microsoft.com/office/officeart/2005/8/layout/list1"/>
    <dgm:cxn modelId="{3E3C6AA6-B1B5-4B74-8150-02AC9420C9F3}" srcId="{7B856AE3-62FF-42CF-82DF-1DEA3890E2DA}" destId="{577F0E96-DC23-4CB0-B19D-111ADB99C76F}" srcOrd="0" destOrd="0" parTransId="{386EABC8-2E05-4D83-9033-709899A269FE}" sibTransId="{230114A5-ACEA-46A2-B7A5-C15C3DDB5E88}"/>
    <dgm:cxn modelId="{669DCCB8-2267-4CDA-9386-313D8A6EC9DA}" type="presOf" srcId="{15409668-85DF-4925-9EC9-2130E238A9B7}" destId="{2EB7E732-14B7-4C5D-802A-92182A0B7AA4}" srcOrd="1" destOrd="0" presId="urn:microsoft.com/office/officeart/2005/8/layout/list1"/>
    <dgm:cxn modelId="{447624BD-94ED-46E6-8755-F89523A3EDD1}" type="presOf" srcId="{6C0C64CB-1CDA-4D5F-B47E-BB50E3B74FC0}" destId="{AA827EF0-88B2-4D52-BAB5-580D52A08900}" srcOrd="0" destOrd="0" presId="urn:microsoft.com/office/officeart/2005/8/layout/list1"/>
    <dgm:cxn modelId="{7E99F9D4-25A8-4344-A61A-4EDD373BFD0C}" srcId="{15409668-85DF-4925-9EC9-2130E238A9B7}" destId="{1654F18B-1825-475D-A788-A4D397E43963}" srcOrd="0" destOrd="0" parTransId="{87D2D869-50A6-49ED-A39C-C0CADA0087EC}" sibTransId="{A696DD9A-1C34-43A7-985F-BCC06AF35426}"/>
    <dgm:cxn modelId="{25CE47D6-373C-42AB-9ED8-42D8EAF7FE71}" type="presOf" srcId="{075D0E25-D576-4EEB-BFE0-52D8A5B6642E}" destId="{B073CC66-2AAC-4569-A793-AAA33C84F9C1}" srcOrd="1" destOrd="0" presId="urn:microsoft.com/office/officeart/2005/8/layout/list1"/>
    <dgm:cxn modelId="{31B494D7-E5C6-4032-BCE9-F40110C70B62}" srcId="{6C0C64CB-1CDA-4D5F-B47E-BB50E3B74FC0}" destId="{15409668-85DF-4925-9EC9-2130E238A9B7}" srcOrd="0" destOrd="0" parTransId="{88ACBCCA-0FF9-40F7-A193-7F092FEBF4B9}" sibTransId="{67131EAC-34D4-4A33-A0E6-AE169CE3A9F3}"/>
    <dgm:cxn modelId="{5A43E6D8-59E9-441C-A795-C7D0AC433D3C}" type="presOf" srcId="{7B856AE3-62FF-42CF-82DF-1DEA3890E2DA}" destId="{BC7B7D26-BE08-461F-B737-CF7C06821497}" srcOrd="1" destOrd="0" presId="urn:microsoft.com/office/officeart/2005/8/layout/list1"/>
    <dgm:cxn modelId="{D285EBDB-CFB1-4632-A3CD-513240CF9846}" type="presOf" srcId="{09C554DE-914B-4054-8A1A-DC37DB254BEF}" destId="{DA00E7C2-26BF-43C6-9C07-D5BE8B55D987}" srcOrd="1" destOrd="0" presId="urn:microsoft.com/office/officeart/2005/8/layout/list1"/>
    <dgm:cxn modelId="{95126AE6-D932-4A00-828E-D6100D545F77}" type="presOf" srcId="{09C554DE-914B-4054-8A1A-DC37DB254BEF}" destId="{DF0AF69E-0E70-4A40-9CEA-1C3F2CF2E8EA}" srcOrd="0" destOrd="0" presId="urn:microsoft.com/office/officeart/2005/8/layout/list1"/>
    <dgm:cxn modelId="{FE2E687B-C788-465E-88F9-E7FA3D9383B5}" type="presParOf" srcId="{AA827EF0-88B2-4D52-BAB5-580D52A08900}" destId="{1576470D-C023-43F8-8D63-B079F95D3E09}" srcOrd="0" destOrd="0" presId="urn:microsoft.com/office/officeart/2005/8/layout/list1"/>
    <dgm:cxn modelId="{02C37E12-4BE0-43C1-8B66-2A3B777890B8}" type="presParOf" srcId="{1576470D-C023-43F8-8D63-B079F95D3E09}" destId="{1DA0A611-C65F-4310-AF09-F6BFB79B7C09}" srcOrd="0" destOrd="0" presId="urn:microsoft.com/office/officeart/2005/8/layout/list1"/>
    <dgm:cxn modelId="{45F66281-0CC7-4071-9691-2DE6471598A5}" type="presParOf" srcId="{1576470D-C023-43F8-8D63-B079F95D3E09}" destId="{2EB7E732-14B7-4C5D-802A-92182A0B7AA4}" srcOrd="1" destOrd="0" presId="urn:microsoft.com/office/officeart/2005/8/layout/list1"/>
    <dgm:cxn modelId="{3E99FB96-5E81-4AFD-A7A4-AA31D33FBA25}" type="presParOf" srcId="{AA827EF0-88B2-4D52-BAB5-580D52A08900}" destId="{CDD0C843-0900-41DA-B853-9FCCA5A1A648}" srcOrd="1" destOrd="0" presId="urn:microsoft.com/office/officeart/2005/8/layout/list1"/>
    <dgm:cxn modelId="{19439E5F-4EAA-42FF-9975-FD9DD3DA30BE}" type="presParOf" srcId="{AA827EF0-88B2-4D52-BAB5-580D52A08900}" destId="{8D266351-2969-4E62-9253-C7EBEA6709A7}" srcOrd="2" destOrd="0" presId="urn:microsoft.com/office/officeart/2005/8/layout/list1"/>
    <dgm:cxn modelId="{BB362A10-F4F4-48C7-873D-C3602D6DA971}" type="presParOf" srcId="{AA827EF0-88B2-4D52-BAB5-580D52A08900}" destId="{C29BCA5C-6C88-44A1-8492-174C63655F3C}" srcOrd="3" destOrd="0" presId="urn:microsoft.com/office/officeart/2005/8/layout/list1"/>
    <dgm:cxn modelId="{4EE12459-E0F6-4A77-A6EA-114E9B25D00D}" type="presParOf" srcId="{AA827EF0-88B2-4D52-BAB5-580D52A08900}" destId="{03E7B243-C893-4BE0-852A-D03954014742}" srcOrd="4" destOrd="0" presId="urn:microsoft.com/office/officeart/2005/8/layout/list1"/>
    <dgm:cxn modelId="{92C7A924-A1CA-4DEF-8DDE-38FB5ADFB073}" type="presParOf" srcId="{03E7B243-C893-4BE0-852A-D03954014742}" destId="{98D3804E-1413-4F04-A6EF-D3DFB6BBA7AC}" srcOrd="0" destOrd="0" presId="urn:microsoft.com/office/officeart/2005/8/layout/list1"/>
    <dgm:cxn modelId="{1881DE24-3654-4ABA-977E-96F1E258F78A}" type="presParOf" srcId="{03E7B243-C893-4BE0-852A-D03954014742}" destId="{BC7B7D26-BE08-461F-B737-CF7C06821497}" srcOrd="1" destOrd="0" presId="urn:microsoft.com/office/officeart/2005/8/layout/list1"/>
    <dgm:cxn modelId="{C0F0B098-A3F8-4E9E-9B33-66A86145E878}" type="presParOf" srcId="{AA827EF0-88B2-4D52-BAB5-580D52A08900}" destId="{60B69A6D-3DDD-4A75-B5E8-C9911892E66B}" srcOrd="5" destOrd="0" presId="urn:microsoft.com/office/officeart/2005/8/layout/list1"/>
    <dgm:cxn modelId="{C0629EC9-B5C4-4897-8125-A4D22A395B03}" type="presParOf" srcId="{AA827EF0-88B2-4D52-BAB5-580D52A08900}" destId="{5AC85D39-1CCC-4EE6-BA43-31090339AD76}" srcOrd="6" destOrd="0" presId="urn:microsoft.com/office/officeart/2005/8/layout/list1"/>
    <dgm:cxn modelId="{FE298C20-EB37-4E30-8D50-6DB0B1056046}" type="presParOf" srcId="{AA827EF0-88B2-4D52-BAB5-580D52A08900}" destId="{92750E04-9456-4C0B-A5F8-81FD52355CEB}" srcOrd="7" destOrd="0" presId="urn:microsoft.com/office/officeart/2005/8/layout/list1"/>
    <dgm:cxn modelId="{3682D944-9FCD-4E80-AB8E-3D9982DBAE4C}" type="presParOf" srcId="{AA827EF0-88B2-4D52-BAB5-580D52A08900}" destId="{86A4936F-0563-4626-9B10-503D3792AF87}" srcOrd="8" destOrd="0" presId="urn:microsoft.com/office/officeart/2005/8/layout/list1"/>
    <dgm:cxn modelId="{16CC5C42-8A48-46EF-86FA-AD12B4C12BC1}" type="presParOf" srcId="{86A4936F-0563-4626-9B10-503D3792AF87}" destId="{DF0AF69E-0E70-4A40-9CEA-1C3F2CF2E8EA}" srcOrd="0" destOrd="0" presId="urn:microsoft.com/office/officeart/2005/8/layout/list1"/>
    <dgm:cxn modelId="{7E4FD935-6E21-4DB2-96E1-20CCB872A93F}" type="presParOf" srcId="{86A4936F-0563-4626-9B10-503D3792AF87}" destId="{DA00E7C2-26BF-43C6-9C07-D5BE8B55D987}" srcOrd="1" destOrd="0" presId="urn:microsoft.com/office/officeart/2005/8/layout/list1"/>
    <dgm:cxn modelId="{6332B257-283F-48C2-87C0-CF0A38DFC3DB}" type="presParOf" srcId="{AA827EF0-88B2-4D52-BAB5-580D52A08900}" destId="{37BE4FE9-9DBF-43F6-965B-722690E80F3A}" srcOrd="9" destOrd="0" presId="urn:microsoft.com/office/officeart/2005/8/layout/list1"/>
    <dgm:cxn modelId="{D9135859-5EF0-41E8-A5D5-115950753F1C}" type="presParOf" srcId="{AA827EF0-88B2-4D52-BAB5-580D52A08900}" destId="{C61BC3D8-C1AB-42EF-A30A-EE6B0215FE11}" srcOrd="10" destOrd="0" presId="urn:microsoft.com/office/officeart/2005/8/layout/list1"/>
    <dgm:cxn modelId="{F3E4ECDC-C645-49AC-B69E-7F9F25D96527}" type="presParOf" srcId="{AA827EF0-88B2-4D52-BAB5-580D52A08900}" destId="{209E216B-E6EF-43E1-8D53-909C686F6986}" srcOrd="11" destOrd="0" presId="urn:microsoft.com/office/officeart/2005/8/layout/list1"/>
    <dgm:cxn modelId="{9AC4B7B5-5E48-4DC9-98EC-35CC05751E76}" type="presParOf" srcId="{AA827EF0-88B2-4D52-BAB5-580D52A08900}" destId="{E1F6F761-A2DA-4655-9928-8A9FF764616E}" srcOrd="12" destOrd="0" presId="urn:microsoft.com/office/officeart/2005/8/layout/list1"/>
    <dgm:cxn modelId="{BE301E3A-7CD5-4F8B-9091-C3D33E029868}" type="presParOf" srcId="{E1F6F761-A2DA-4655-9928-8A9FF764616E}" destId="{843F2BFE-F2FE-4606-8E7C-C6996311E12B}" srcOrd="0" destOrd="0" presId="urn:microsoft.com/office/officeart/2005/8/layout/list1"/>
    <dgm:cxn modelId="{7293F4F9-8EE5-4EAC-97D4-F00F34A2C6EB}" type="presParOf" srcId="{E1F6F761-A2DA-4655-9928-8A9FF764616E}" destId="{B073CC66-2AAC-4569-A793-AAA33C84F9C1}" srcOrd="1" destOrd="0" presId="urn:microsoft.com/office/officeart/2005/8/layout/list1"/>
    <dgm:cxn modelId="{E2553B0B-7EE2-484A-8BA8-2E30DC1E2549}" type="presParOf" srcId="{AA827EF0-88B2-4D52-BAB5-580D52A08900}" destId="{3ED950CD-5AC9-4EE0-A98B-B40CBE9FD51F}" srcOrd="13" destOrd="0" presId="urn:microsoft.com/office/officeart/2005/8/layout/list1"/>
    <dgm:cxn modelId="{8425445C-CCBF-4CF1-8DBB-36828DA31EC2}" type="presParOf" srcId="{AA827EF0-88B2-4D52-BAB5-580D52A08900}" destId="{6BF05376-2FD7-46C0-A564-3B5B5F782316}"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D5CE0B4-FFC4-4B74-8358-FD5ACAFD2071}" type="doc">
      <dgm:prSet loTypeId="urn:microsoft.com/office/officeart/2005/8/layout/process2" loCatId="process" qsTypeId="urn:microsoft.com/office/officeart/2005/8/quickstyle/simple1" qsCatId="simple" csTypeId="urn:microsoft.com/office/officeart/2005/8/colors/accent1_2" csCatId="accent1" phldr="1"/>
      <dgm:spPr/>
    </dgm:pt>
    <dgm:pt modelId="{20271FCD-11C4-4975-A611-4DF5C00A5AB9}">
      <dgm:prSet phldrT="[Text]" custT="1"/>
      <dgm:spPr/>
      <dgm:t>
        <a:bodyPr/>
        <a:lstStyle/>
        <a:p>
          <a:r>
            <a:rPr lang="en-US" sz="2600" dirty="0"/>
            <a:t>Create a baseline</a:t>
          </a:r>
        </a:p>
      </dgm:t>
    </dgm:pt>
    <dgm:pt modelId="{8119A926-39E6-46C5-8554-62A5E905DA21}" type="parTrans" cxnId="{A2E79E93-E31C-4185-BC98-A6E7D8DC29B5}">
      <dgm:prSet/>
      <dgm:spPr/>
      <dgm:t>
        <a:bodyPr/>
        <a:lstStyle/>
        <a:p>
          <a:endParaRPr lang="en-US"/>
        </a:p>
      </dgm:t>
    </dgm:pt>
    <dgm:pt modelId="{9767D132-2127-40CD-8D1A-F2164977170E}" type="sibTrans" cxnId="{A2E79E93-E31C-4185-BC98-A6E7D8DC29B5}">
      <dgm:prSet/>
      <dgm:spPr/>
      <dgm:t>
        <a:bodyPr/>
        <a:lstStyle/>
        <a:p>
          <a:endParaRPr lang="en-US" dirty="0"/>
        </a:p>
      </dgm:t>
    </dgm:pt>
    <dgm:pt modelId="{1866CD97-044E-4BB0-93D2-13B4B23DDAC9}">
      <dgm:prSet phldrT="[Text]" custT="1"/>
      <dgm:spPr/>
      <dgm:t>
        <a:bodyPr/>
        <a:lstStyle/>
        <a:p>
          <a:r>
            <a:rPr lang="en-US" sz="2600" dirty="0"/>
            <a:t>Capture packets</a:t>
          </a:r>
        </a:p>
      </dgm:t>
    </dgm:pt>
    <dgm:pt modelId="{8DD2819A-0E11-4FC4-8B60-41877C9FD1B4}" type="parTrans" cxnId="{8B007D93-D377-4A73-948A-5F7476CE008C}">
      <dgm:prSet/>
      <dgm:spPr/>
      <dgm:t>
        <a:bodyPr/>
        <a:lstStyle/>
        <a:p>
          <a:endParaRPr lang="en-US"/>
        </a:p>
      </dgm:t>
    </dgm:pt>
    <dgm:pt modelId="{EAFA2C21-26FC-4365-AEDD-6863B7C02369}" type="sibTrans" cxnId="{8B007D93-D377-4A73-948A-5F7476CE008C}">
      <dgm:prSet/>
      <dgm:spPr/>
      <dgm:t>
        <a:bodyPr/>
        <a:lstStyle/>
        <a:p>
          <a:endParaRPr lang="en-US" dirty="0"/>
        </a:p>
      </dgm:t>
    </dgm:pt>
    <dgm:pt modelId="{58549E96-0E59-4EA8-91F5-7846C0705B12}">
      <dgm:prSet phldrT="[Text]" custT="1"/>
      <dgm:spPr/>
      <dgm:t>
        <a:bodyPr/>
        <a:lstStyle/>
        <a:p>
          <a:r>
            <a:rPr lang="en-US" sz="2600" dirty="0"/>
            <a:t>Analyze packets</a:t>
          </a:r>
        </a:p>
      </dgm:t>
    </dgm:pt>
    <dgm:pt modelId="{A3C8481C-67DC-4F55-BF82-45F64350EAF2}" type="parTrans" cxnId="{483EC94C-51B2-470E-A481-3B0BAACB5859}">
      <dgm:prSet/>
      <dgm:spPr/>
      <dgm:t>
        <a:bodyPr/>
        <a:lstStyle/>
        <a:p>
          <a:endParaRPr lang="en-US"/>
        </a:p>
      </dgm:t>
    </dgm:pt>
    <dgm:pt modelId="{D0A17A9D-3A0F-4EC8-8310-27A14206FFB3}" type="sibTrans" cxnId="{483EC94C-51B2-470E-A481-3B0BAACB5859}">
      <dgm:prSet/>
      <dgm:spPr/>
      <dgm:t>
        <a:bodyPr/>
        <a:lstStyle/>
        <a:p>
          <a:endParaRPr lang="en-US" dirty="0"/>
        </a:p>
      </dgm:t>
    </dgm:pt>
    <dgm:pt modelId="{057276ED-3B2A-4691-9DC9-5F73759E275D}">
      <dgm:prSet custT="1"/>
      <dgm:spPr/>
      <dgm:t>
        <a:bodyPr/>
        <a:lstStyle/>
        <a:p>
          <a:r>
            <a:rPr lang="en-US" sz="2600" dirty="0"/>
            <a:t>Investigate or resolve</a:t>
          </a:r>
        </a:p>
      </dgm:t>
    </dgm:pt>
    <dgm:pt modelId="{282B9D70-5DD0-4134-988A-37F7C258CCC5}" type="parTrans" cxnId="{826D8912-081E-44AB-ACFE-16A0123CE1D9}">
      <dgm:prSet/>
      <dgm:spPr/>
      <dgm:t>
        <a:bodyPr/>
        <a:lstStyle/>
        <a:p>
          <a:endParaRPr lang="en-US"/>
        </a:p>
      </dgm:t>
    </dgm:pt>
    <dgm:pt modelId="{3EDFBFF9-F8EF-4E0D-A659-A38A8513B439}" type="sibTrans" cxnId="{826D8912-081E-44AB-ACFE-16A0123CE1D9}">
      <dgm:prSet/>
      <dgm:spPr/>
      <dgm:t>
        <a:bodyPr/>
        <a:lstStyle/>
        <a:p>
          <a:endParaRPr lang="en-US"/>
        </a:p>
      </dgm:t>
    </dgm:pt>
    <dgm:pt modelId="{BC537681-0CF5-473E-A581-338D9813C4AA}" type="pres">
      <dgm:prSet presAssocID="{BD5CE0B4-FFC4-4B74-8358-FD5ACAFD2071}" presName="linearFlow" presStyleCnt="0">
        <dgm:presLayoutVars>
          <dgm:resizeHandles val="exact"/>
        </dgm:presLayoutVars>
      </dgm:prSet>
      <dgm:spPr/>
    </dgm:pt>
    <dgm:pt modelId="{0BF00FF6-AFC5-4441-AC9C-5854E5591C55}" type="pres">
      <dgm:prSet presAssocID="{20271FCD-11C4-4975-A611-4DF5C00A5AB9}" presName="node" presStyleLbl="node1" presStyleIdx="0" presStyleCnt="4">
        <dgm:presLayoutVars>
          <dgm:bulletEnabled val="1"/>
        </dgm:presLayoutVars>
      </dgm:prSet>
      <dgm:spPr/>
    </dgm:pt>
    <dgm:pt modelId="{28469EB6-0B21-4B41-BF47-C4FCC003047B}" type="pres">
      <dgm:prSet presAssocID="{9767D132-2127-40CD-8D1A-F2164977170E}" presName="sibTrans" presStyleLbl="sibTrans2D1" presStyleIdx="0" presStyleCnt="3"/>
      <dgm:spPr/>
    </dgm:pt>
    <dgm:pt modelId="{A7C18CF8-7FCA-4F23-8275-E1145A594750}" type="pres">
      <dgm:prSet presAssocID="{9767D132-2127-40CD-8D1A-F2164977170E}" presName="connectorText" presStyleLbl="sibTrans2D1" presStyleIdx="0" presStyleCnt="3"/>
      <dgm:spPr/>
    </dgm:pt>
    <dgm:pt modelId="{0E213280-A74C-43FD-A7FD-50687C5E92C2}" type="pres">
      <dgm:prSet presAssocID="{1866CD97-044E-4BB0-93D2-13B4B23DDAC9}" presName="node" presStyleLbl="node1" presStyleIdx="1" presStyleCnt="4">
        <dgm:presLayoutVars>
          <dgm:bulletEnabled val="1"/>
        </dgm:presLayoutVars>
      </dgm:prSet>
      <dgm:spPr/>
    </dgm:pt>
    <dgm:pt modelId="{D627B6BE-9CD1-4163-B2CE-B72E3E6D6D5F}" type="pres">
      <dgm:prSet presAssocID="{EAFA2C21-26FC-4365-AEDD-6863B7C02369}" presName="sibTrans" presStyleLbl="sibTrans2D1" presStyleIdx="1" presStyleCnt="3"/>
      <dgm:spPr/>
    </dgm:pt>
    <dgm:pt modelId="{07D9B77F-8A5A-4BC3-9898-3821D803C79D}" type="pres">
      <dgm:prSet presAssocID="{EAFA2C21-26FC-4365-AEDD-6863B7C02369}" presName="connectorText" presStyleLbl="sibTrans2D1" presStyleIdx="1" presStyleCnt="3"/>
      <dgm:spPr/>
    </dgm:pt>
    <dgm:pt modelId="{DA417D9F-6ECC-46B8-A759-ABBA5BE52830}" type="pres">
      <dgm:prSet presAssocID="{58549E96-0E59-4EA8-91F5-7846C0705B12}" presName="node" presStyleLbl="node1" presStyleIdx="2" presStyleCnt="4">
        <dgm:presLayoutVars>
          <dgm:bulletEnabled val="1"/>
        </dgm:presLayoutVars>
      </dgm:prSet>
      <dgm:spPr/>
    </dgm:pt>
    <dgm:pt modelId="{CC539040-A5D9-4B31-B31F-624743353323}" type="pres">
      <dgm:prSet presAssocID="{D0A17A9D-3A0F-4EC8-8310-27A14206FFB3}" presName="sibTrans" presStyleLbl="sibTrans2D1" presStyleIdx="2" presStyleCnt="3"/>
      <dgm:spPr/>
    </dgm:pt>
    <dgm:pt modelId="{EB81B3BD-358D-4A25-8E33-0199EBC4F3EC}" type="pres">
      <dgm:prSet presAssocID="{D0A17A9D-3A0F-4EC8-8310-27A14206FFB3}" presName="connectorText" presStyleLbl="sibTrans2D1" presStyleIdx="2" presStyleCnt="3"/>
      <dgm:spPr/>
    </dgm:pt>
    <dgm:pt modelId="{909E3367-99E2-4223-A671-5284D2961506}" type="pres">
      <dgm:prSet presAssocID="{057276ED-3B2A-4691-9DC9-5F73759E275D}" presName="node" presStyleLbl="node1" presStyleIdx="3" presStyleCnt="4">
        <dgm:presLayoutVars>
          <dgm:bulletEnabled val="1"/>
        </dgm:presLayoutVars>
      </dgm:prSet>
      <dgm:spPr/>
    </dgm:pt>
  </dgm:ptLst>
  <dgm:cxnLst>
    <dgm:cxn modelId="{826D8912-081E-44AB-ACFE-16A0123CE1D9}" srcId="{BD5CE0B4-FFC4-4B74-8358-FD5ACAFD2071}" destId="{057276ED-3B2A-4691-9DC9-5F73759E275D}" srcOrd="3" destOrd="0" parTransId="{282B9D70-5DD0-4134-988A-37F7C258CCC5}" sibTransId="{3EDFBFF9-F8EF-4E0D-A659-A38A8513B439}"/>
    <dgm:cxn modelId="{E9216D1E-BF9C-4928-B4E1-A929C7B0CED6}" type="presOf" srcId="{9767D132-2127-40CD-8D1A-F2164977170E}" destId="{28469EB6-0B21-4B41-BF47-C4FCC003047B}" srcOrd="0" destOrd="0" presId="urn:microsoft.com/office/officeart/2005/8/layout/process2"/>
    <dgm:cxn modelId="{2921092E-E003-4199-B424-B69239C4B916}" type="presOf" srcId="{20271FCD-11C4-4975-A611-4DF5C00A5AB9}" destId="{0BF00FF6-AFC5-4441-AC9C-5854E5591C55}" srcOrd="0" destOrd="0" presId="urn:microsoft.com/office/officeart/2005/8/layout/process2"/>
    <dgm:cxn modelId="{FBE95369-8103-4F57-A75A-183F08BEF967}" type="presOf" srcId="{9767D132-2127-40CD-8D1A-F2164977170E}" destId="{A7C18CF8-7FCA-4F23-8275-E1145A594750}" srcOrd="1" destOrd="0" presId="urn:microsoft.com/office/officeart/2005/8/layout/process2"/>
    <dgm:cxn modelId="{483EC94C-51B2-470E-A481-3B0BAACB5859}" srcId="{BD5CE0B4-FFC4-4B74-8358-FD5ACAFD2071}" destId="{58549E96-0E59-4EA8-91F5-7846C0705B12}" srcOrd="2" destOrd="0" parTransId="{A3C8481C-67DC-4F55-BF82-45F64350EAF2}" sibTransId="{D0A17A9D-3A0F-4EC8-8310-27A14206FFB3}"/>
    <dgm:cxn modelId="{56293279-181C-44FE-B0B1-21A0F1CC45EF}" type="presOf" srcId="{BD5CE0B4-FFC4-4B74-8358-FD5ACAFD2071}" destId="{BC537681-0CF5-473E-A581-338D9813C4AA}" srcOrd="0" destOrd="0" presId="urn:microsoft.com/office/officeart/2005/8/layout/process2"/>
    <dgm:cxn modelId="{49D99A7F-E9EE-45BE-8F0C-0E1CE251AA69}" type="presOf" srcId="{EAFA2C21-26FC-4365-AEDD-6863B7C02369}" destId="{07D9B77F-8A5A-4BC3-9898-3821D803C79D}" srcOrd="1" destOrd="0" presId="urn:microsoft.com/office/officeart/2005/8/layout/process2"/>
    <dgm:cxn modelId="{9C4D0180-CAD6-490B-BA7E-B55A6C62FAA5}" type="presOf" srcId="{58549E96-0E59-4EA8-91F5-7846C0705B12}" destId="{DA417D9F-6ECC-46B8-A759-ABBA5BE52830}" srcOrd="0" destOrd="0" presId="urn:microsoft.com/office/officeart/2005/8/layout/process2"/>
    <dgm:cxn modelId="{8B007D93-D377-4A73-948A-5F7476CE008C}" srcId="{BD5CE0B4-FFC4-4B74-8358-FD5ACAFD2071}" destId="{1866CD97-044E-4BB0-93D2-13B4B23DDAC9}" srcOrd="1" destOrd="0" parTransId="{8DD2819A-0E11-4FC4-8B60-41877C9FD1B4}" sibTransId="{EAFA2C21-26FC-4365-AEDD-6863B7C02369}"/>
    <dgm:cxn modelId="{A2E79E93-E31C-4185-BC98-A6E7D8DC29B5}" srcId="{BD5CE0B4-FFC4-4B74-8358-FD5ACAFD2071}" destId="{20271FCD-11C4-4975-A611-4DF5C00A5AB9}" srcOrd="0" destOrd="0" parTransId="{8119A926-39E6-46C5-8554-62A5E905DA21}" sibTransId="{9767D132-2127-40CD-8D1A-F2164977170E}"/>
    <dgm:cxn modelId="{258FADA6-4677-42F9-8692-ADB7AF310F5D}" type="presOf" srcId="{D0A17A9D-3A0F-4EC8-8310-27A14206FFB3}" destId="{CC539040-A5D9-4B31-B31F-624743353323}" srcOrd="0" destOrd="0" presId="urn:microsoft.com/office/officeart/2005/8/layout/process2"/>
    <dgm:cxn modelId="{747F1CA9-5B17-4463-BE7C-7DA7618354EE}" type="presOf" srcId="{057276ED-3B2A-4691-9DC9-5F73759E275D}" destId="{909E3367-99E2-4223-A671-5284D2961506}" srcOrd="0" destOrd="0" presId="urn:microsoft.com/office/officeart/2005/8/layout/process2"/>
    <dgm:cxn modelId="{2042A5A9-AC0A-47FC-B917-2847F0E07797}" type="presOf" srcId="{EAFA2C21-26FC-4365-AEDD-6863B7C02369}" destId="{D627B6BE-9CD1-4163-B2CE-B72E3E6D6D5F}" srcOrd="0" destOrd="0" presId="urn:microsoft.com/office/officeart/2005/8/layout/process2"/>
    <dgm:cxn modelId="{44C318B9-0732-4B80-9C47-DA580A37D1BA}" type="presOf" srcId="{1866CD97-044E-4BB0-93D2-13B4B23DDAC9}" destId="{0E213280-A74C-43FD-A7FD-50687C5E92C2}" srcOrd="0" destOrd="0" presId="urn:microsoft.com/office/officeart/2005/8/layout/process2"/>
    <dgm:cxn modelId="{AEA862C3-07E6-4902-8587-85D3D9A9651D}" type="presOf" srcId="{D0A17A9D-3A0F-4EC8-8310-27A14206FFB3}" destId="{EB81B3BD-358D-4A25-8E33-0199EBC4F3EC}" srcOrd="1" destOrd="0" presId="urn:microsoft.com/office/officeart/2005/8/layout/process2"/>
    <dgm:cxn modelId="{0A434001-E86F-4BE0-9AF9-4DB7AC25E942}" type="presParOf" srcId="{BC537681-0CF5-473E-A581-338D9813C4AA}" destId="{0BF00FF6-AFC5-4441-AC9C-5854E5591C55}" srcOrd="0" destOrd="0" presId="urn:microsoft.com/office/officeart/2005/8/layout/process2"/>
    <dgm:cxn modelId="{BFD11609-2042-4FED-86A1-3EC50ED8C960}" type="presParOf" srcId="{BC537681-0CF5-473E-A581-338D9813C4AA}" destId="{28469EB6-0B21-4B41-BF47-C4FCC003047B}" srcOrd="1" destOrd="0" presId="urn:microsoft.com/office/officeart/2005/8/layout/process2"/>
    <dgm:cxn modelId="{A64ADB97-0BFE-426B-8AB4-EC424F60DFB7}" type="presParOf" srcId="{28469EB6-0B21-4B41-BF47-C4FCC003047B}" destId="{A7C18CF8-7FCA-4F23-8275-E1145A594750}" srcOrd="0" destOrd="0" presId="urn:microsoft.com/office/officeart/2005/8/layout/process2"/>
    <dgm:cxn modelId="{D615A44E-CD98-4F6B-97A4-245627C4A990}" type="presParOf" srcId="{BC537681-0CF5-473E-A581-338D9813C4AA}" destId="{0E213280-A74C-43FD-A7FD-50687C5E92C2}" srcOrd="2" destOrd="0" presId="urn:microsoft.com/office/officeart/2005/8/layout/process2"/>
    <dgm:cxn modelId="{C451FA63-E494-40BE-90DB-EBE8CE97243A}" type="presParOf" srcId="{BC537681-0CF5-473E-A581-338D9813C4AA}" destId="{D627B6BE-9CD1-4163-B2CE-B72E3E6D6D5F}" srcOrd="3" destOrd="0" presId="urn:microsoft.com/office/officeart/2005/8/layout/process2"/>
    <dgm:cxn modelId="{B5BF38A6-F86C-4C03-AC69-680B301533D2}" type="presParOf" srcId="{D627B6BE-9CD1-4163-B2CE-B72E3E6D6D5F}" destId="{07D9B77F-8A5A-4BC3-9898-3821D803C79D}" srcOrd="0" destOrd="0" presId="urn:microsoft.com/office/officeart/2005/8/layout/process2"/>
    <dgm:cxn modelId="{CE7A3D88-D1B5-4C03-9480-382F305998B0}" type="presParOf" srcId="{BC537681-0CF5-473E-A581-338D9813C4AA}" destId="{DA417D9F-6ECC-46B8-A759-ABBA5BE52830}" srcOrd="4" destOrd="0" presId="urn:microsoft.com/office/officeart/2005/8/layout/process2"/>
    <dgm:cxn modelId="{1F1F9A12-0386-4057-B769-FD7C144518D7}" type="presParOf" srcId="{BC537681-0CF5-473E-A581-338D9813C4AA}" destId="{CC539040-A5D9-4B31-B31F-624743353323}" srcOrd="5" destOrd="0" presId="urn:microsoft.com/office/officeart/2005/8/layout/process2"/>
    <dgm:cxn modelId="{F81494EF-D0B8-464B-9C98-C3CA103548F3}" type="presParOf" srcId="{CC539040-A5D9-4B31-B31F-624743353323}" destId="{EB81B3BD-358D-4A25-8E33-0199EBC4F3EC}" srcOrd="0" destOrd="0" presId="urn:microsoft.com/office/officeart/2005/8/layout/process2"/>
    <dgm:cxn modelId="{2768B1C9-F7AA-4266-B744-87ADE055AB92}" type="presParOf" srcId="{BC537681-0CF5-473E-A581-338D9813C4AA}" destId="{909E3367-99E2-4223-A671-5284D2961506}" srcOrd="6"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9A22E-64B6-495F-8B93-7A96743EE661}">
      <dsp:nvSpPr>
        <dsp:cNvPr id="0" name=""/>
        <dsp:cNvSpPr/>
      </dsp:nvSpPr>
      <dsp:spPr>
        <a:xfrm>
          <a:off x="1384337" y="1248744"/>
          <a:ext cx="1522511" cy="7889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US" sz="2400" b="1" kern="1200" dirty="0">
              <a:solidFill>
                <a:srgbClr val="ED6E2E"/>
              </a:solidFill>
            </a:rPr>
            <a:t>Header</a:t>
          </a:r>
        </a:p>
      </dsp:txBody>
      <dsp:txXfrm>
        <a:off x="1384337" y="1248744"/>
        <a:ext cx="1522511" cy="788931"/>
      </dsp:txXfrm>
    </dsp:sp>
    <dsp:sp modelId="{55DD9F1F-2F81-4AA7-B9F5-899479E117DD}">
      <dsp:nvSpPr>
        <dsp:cNvPr id="0" name=""/>
        <dsp:cNvSpPr/>
      </dsp:nvSpPr>
      <dsp:spPr>
        <a:xfrm>
          <a:off x="2847833" y="162718"/>
          <a:ext cx="763810" cy="2911431"/>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101A3D-885D-4DAC-B0C0-B4CB950839DA}">
      <dsp:nvSpPr>
        <dsp:cNvPr id="0" name=""/>
        <dsp:cNvSpPr/>
      </dsp:nvSpPr>
      <dsp:spPr>
        <a:xfrm>
          <a:off x="1523997" y="3174244"/>
          <a:ext cx="1522511" cy="475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US" sz="2400" b="1" kern="1200" dirty="0">
              <a:solidFill>
                <a:srgbClr val="ED6E2E"/>
              </a:solidFill>
            </a:rPr>
            <a:t>Payload</a:t>
          </a:r>
        </a:p>
      </dsp:txBody>
      <dsp:txXfrm>
        <a:off x="1523997" y="3174244"/>
        <a:ext cx="1522511" cy="475200"/>
      </dsp:txXfrm>
    </dsp:sp>
    <dsp:sp modelId="{1D00D2A4-5DD8-4EE6-A05D-7BF2229FCD76}">
      <dsp:nvSpPr>
        <dsp:cNvPr id="0" name=""/>
        <dsp:cNvSpPr/>
      </dsp:nvSpPr>
      <dsp:spPr>
        <a:xfrm>
          <a:off x="3243619" y="3166779"/>
          <a:ext cx="350582" cy="495766"/>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E42B6D-965C-4565-BE04-A87CCBD4A60A}">
      <dsp:nvSpPr>
        <dsp:cNvPr id="0" name=""/>
        <dsp:cNvSpPr/>
      </dsp:nvSpPr>
      <dsp:spPr>
        <a:xfrm>
          <a:off x="0" y="0"/>
          <a:ext cx="8266001" cy="4531056"/>
        </a:xfrm>
        <a:prstGeom prst="roundRect">
          <a:avLst>
            <a:gd name="adj" fmla="val 85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3516603" numCol="1" spcCol="1270" anchor="t" anchorCtr="0">
          <a:noAutofit/>
        </a:bodyPr>
        <a:lstStyle/>
        <a:p>
          <a:pPr marL="0" lvl="0" indent="0" algn="l" defTabSz="1733550">
            <a:lnSpc>
              <a:spcPct val="90000"/>
            </a:lnSpc>
            <a:spcBef>
              <a:spcPct val="0"/>
            </a:spcBef>
            <a:spcAft>
              <a:spcPct val="35000"/>
            </a:spcAft>
            <a:buNone/>
          </a:pPr>
          <a:r>
            <a:rPr lang="en-US" sz="3900" kern="1200" dirty="0"/>
            <a:t>Ethernet Header</a:t>
          </a:r>
        </a:p>
      </dsp:txBody>
      <dsp:txXfrm>
        <a:off x="112804" y="112804"/>
        <a:ext cx="8040393" cy="4305448"/>
      </dsp:txXfrm>
    </dsp:sp>
    <dsp:sp modelId="{227B0B3F-DBB2-4BBC-ABC7-BF830994416C}">
      <dsp:nvSpPr>
        <dsp:cNvPr id="0" name=""/>
        <dsp:cNvSpPr/>
      </dsp:nvSpPr>
      <dsp:spPr>
        <a:xfrm>
          <a:off x="206650" y="1132764"/>
          <a:ext cx="1239900" cy="1554895"/>
        </a:xfrm>
        <a:prstGeom prst="roundRect">
          <a:avLst>
            <a:gd name="adj" fmla="val 105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Source MAC</a:t>
          </a:r>
        </a:p>
      </dsp:txBody>
      <dsp:txXfrm>
        <a:off x="244781" y="1170895"/>
        <a:ext cx="1163638" cy="1478633"/>
      </dsp:txXfrm>
    </dsp:sp>
    <dsp:sp modelId="{B4B0C353-E704-4B10-AA0A-9AA099690D1A}">
      <dsp:nvSpPr>
        <dsp:cNvPr id="0" name=""/>
        <dsp:cNvSpPr/>
      </dsp:nvSpPr>
      <dsp:spPr>
        <a:xfrm>
          <a:off x="206650" y="2748443"/>
          <a:ext cx="1239900" cy="1554895"/>
        </a:xfrm>
        <a:prstGeom prst="roundRect">
          <a:avLst>
            <a:gd name="adj" fmla="val 105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Destin-ation</a:t>
          </a:r>
        </a:p>
        <a:p>
          <a:pPr marL="0" lvl="0" indent="0" algn="ctr" defTabSz="800100">
            <a:lnSpc>
              <a:spcPct val="90000"/>
            </a:lnSpc>
            <a:spcBef>
              <a:spcPct val="0"/>
            </a:spcBef>
            <a:spcAft>
              <a:spcPct val="35000"/>
            </a:spcAft>
            <a:buNone/>
          </a:pPr>
          <a:r>
            <a:rPr lang="en-US" sz="1800" kern="1200" dirty="0"/>
            <a:t>MAC</a:t>
          </a:r>
        </a:p>
      </dsp:txBody>
      <dsp:txXfrm>
        <a:off x="244781" y="2786574"/>
        <a:ext cx="1163638" cy="1478633"/>
      </dsp:txXfrm>
    </dsp:sp>
    <dsp:sp modelId="{7287DF12-4F0C-452C-86B3-CA50856EBA25}">
      <dsp:nvSpPr>
        <dsp:cNvPr id="0" name=""/>
        <dsp:cNvSpPr/>
      </dsp:nvSpPr>
      <dsp:spPr>
        <a:xfrm>
          <a:off x="1653200" y="1132764"/>
          <a:ext cx="6406150" cy="3171739"/>
        </a:xfrm>
        <a:prstGeom prst="roundRect">
          <a:avLst>
            <a:gd name="adj" fmla="val 105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2014054" numCol="1" spcCol="1270" anchor="t" anchorCtr="0">
          <a:noAutofit/>
        </a:bodyPr>
        <a:lstStyle/>
        <a:p>
          <a:pPr marL="0" lvl="0" indent="0" algn="l" defTabSz="1733550">
            <a:lnSpc>
              <a:spcPct val="90000"/>
            </a:lnSpc>
            <a:spcBef>
              <a:spcPct val="0"/>
            </a:spcBef>
            <a:spcAft>
              <a:spcPct val="35000"/>
            </a:spcAft>
            <a:buNone/>
          </a:pPr>
          <a:r>
            <a:rPr lang="en-US" sz="3900" kern="1200"/>
            <a:t>IP</a:t>
          </a:r>
          <a:r>
            <a:rPr lang="en-US" sz="3900" kern="1200" dirty="0"/>
            <a:t> Header</a:t>
          </a:r>
        </a:p>
      </dsp:txBody>
      <dsp:txXfrm>
        <a:off x="1750742" y="1230306"/>
        <a:ext cx="6211066" cy="2976655"/>
      </dsp:txXfrm>
    </dsp:sp>
    <dsp:sp modelId="{8CED674A-2984-475F-9607-02C2B042CEB6}">
      <dsp:nvSpPr>
        <dsp:cNvPr id="0" name=""/>
        <dsp:cNvSpPr/>
      </dsp:nvSpPr>
      <dsp:spPr>
        <a:xfrm>
          <a:off x="1813353" y="2242872"/>
          <a:ext cx="1281230" cy="881597"/>
        </a:xfrm>
        <a:prstGeom prst="roundRect">
          <a:avLst>
            <a:gd name="adj" fmla="val 105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IP</a:t>
          </a:r>
          <a:r>
            <a:rPr lang="en-US" sz="1800" kern="1200" dirty="0"/>
            <a:t> addresses</a:t>
          </a:r>
        </a:p>
      </dsp:txBody>
      <dsp:txXfrm>
        <a:off x="1840465" y="2269984"/>
        <a:ext cx="1227006" cy="827373"/>
      </dsp:txXfrm>
    </dsp:sp>
    <dsp:sp modelId="{9DB58232-9035-4FDD-9261-4D45A53724DA}">
      <dsp:nvSpPr>
        <dsp:cNvPr id="0" name=""/>
        <dsp:cNvSpPr/>
      </dsp:nvSpPr>
      <dsp:spPr>
        <a:xfrm>
          <a:off x="1813353" y="3184407"/>
          <a:ext cx="1281230" cy="881597"/>
        </a:xfrm>
        <a:prstGeom prst="roundRect">
          <a:avLst>
            <a:gd name="adj" fmla="val 105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Protocol #s</a:t>
          </a:r>
        </a:p>
      </dsp:txBody>
      <dsp:txXfrm>
        <a:off x="1840465" y="3211519"/>
        <a:ext cx="1227006" cy="827373"/>
      </dsp:txXfrm>
    </dsp:sp>
    <dsp:sp modelId="{9FA19B86-BEFC-446C-8132-338A7E490D3B}">
      <dsp:nvSpPr>
        <dsp:cNvPr id="0" name=""/>
        <dsp:cNvSpPr/>
      </dsp:nvSpPr>
      <dsp:spPr>
        <a:xfrm>
          <a:off x="3265070" y="2265528"/>
          <a:ext cx="4587630" cy="1812422"/>
        </a:xfrm>
        <a:prstGeom prst="roundRect">
          <a:avLst>
            <a:gd name="adj" fmla="val 105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023012" numCol="1" spcCol="1270" anchor="t" anchorCtr="0">
          <a:noAutofit/>
        </a:bodyPr>
        <a:lstStyle/>
        <a:p>
          <a:pPr marL="0" lvl="0" indent="0" algn="l" defTabSz="1733550">
            <a:lnSpc>
              <a:spcPct val="90000"/>
            </a:lnSpc>
            <a:spcBef>
              <a:spcPct val="0"/>
            </a:spcBef>
            <a:spcAft>
              <a:spcPct val="35000"/>
            </a:spcAft>
            <a:buNone/>
          </a:pPr>
          <a:r>
            <a:rPr lang="en-US" sz="3900" kern="1200" dirty="0"/>
            <a:t>TCP Header</a:t>
          </a:r>
        </a:p>
      </dsp:txBody>
      <dsp:txXfrm>
        <a:off x="3320808" y="2321266"/>
        <a:ext cx="4476154" cy="1700946"/>
      </dsp:txXfrm>
    </dsp:sp>
    <dsp:sp modelId="{A544EF46-3041-4377-9E7B-A9D3B1E5788E}">
      <dsp:nvSpPr>
        <dsp:cNvPr id="0" name=""/>
        <dsp:cNvSpPr/>
      </dsp:nvSpPr>
      <dsp:spPr>
        <a:xfrm>
          <a:off x="3379761" y="3081118"/>
          <a:ext cx="1423666" cy="815590"/>
        </a:xfrm>
        <a:prstGeom prst="roundRect">
          <a:avLst>
            <a:gd name="adj" fmla="val 105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Ports</a:t>
          </a:r>
        </a:p>
      </dsp:txBody>
      <dsp:txXfrm>
        <a:off x="3404843" y="3106200"/>
        <a:ext cx="1373502" cy="765426"/>
      </dsp:txXfrm>
    </dsp:sp>
    <dsp:sp modelId="{C2EBA0A7-6267-45D0-B34A-20BC0B49A1D7}">
      <dsp:nvSpPr>
        <dsp:cNvPr id="0" name=""/>
        <dsp:cNvSpPr/>
      </dsp:nvSpPr>
      <dsp:spPr>
        <a:xfrm>
          <a:off x="4843930" y="3081118"/>
          <a:ext cx="1423666" cy="815590"/>
        </a:xfrm>
        <a:prstGeom prst="roundRect">
          <a:avLst>
            <a:gd name="adj" fmla="val 105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Seq. #</a:t>
          </a:r>
        </a:p>
      </dsp:txBody>
      <dsp:txXfrm>
        <a:off x="4869012" y="3106200"/>
        <a:ext cx="1373502" cy="765426"/>
      </dsp:txXfrm>
    </dsp:sp>
    <dsp:sp modelId="{36A3AB96-8CE9-4C31-A5F7-1D01CA5F4137}">
      <dsp:nvSpPr>
        <dsp:cNvPr id="0" name=""/>
        <dsp:cNvSpPr/>
      </dsp:nvSpPr>
      <dsp:spPr>
        <a:xfrm>
          <a:off x="6308098" y="3081118"/>
          <a:ext cx="1423666" cy="815590"/>
        </a:xfrm>
        <a:prstGeom prst="roundRect">
          <a:avLst>
            <a:gd name="adj" fmla="val 10500"/>
          </a:avLst>
        </a:prstGeom>
        <a:solidFill>
          <a:srgbClr val="ED6E2E">
            <a:alpha val="90000"/>
          </a:srgbClr>
        </a:solidFill>
        <a:ln w="25400" cap="flat" cmpd="sng" algn="ctr">
          <a:solidFill>
            <a:schemeClr val="bg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Data</a:t>
          </a:r>
        </a:p>
      </dsp:txBody>
      <dsp:txXfrm>
        <a:off x="6333180" y="3106200"/>
        <a:ext cx="1373502" cy="7654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5BA60-D843-40EB-B36D-303B182FC36A}">
      <dsp:nvSpPr>
        <dsp:cNvPr id="0" name=""/>
        <dsp:cNvSpPr/>
      </dsp:nvSpPr>
      <dsp:spPr>
        <a:xfrm rot="5400000">
          <a:off x="5278985" y="-2197938"/>
          <a:ext cx="729280"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Traffic marked as urgent</a:t>
          </a:r>
        </a:p>
        <a:p>
          <a:pPr marL="228600" lvl="1" indent="-228600" algn="l" defTabSz="889000">
            <a:lnSpc>
              <a:spcPct val="90000"/>
            </a:lnSpc>
            <a:spcBef>
              <a:spcPct val="0"/>
            </a:spcBef>
            <a:spcAft>
              <a:spcPct val="15000"/>
            </a:spcAft>
            <a:buChar char="•"/>
          </a:pPr>
          <a:r>
            <a:rPr lang="en-US" sz="2000" kern="1200" dirty="0"/>
            <a:t>Bit is rarely used</a:t>
          </a:r>
        </a:p>
      </dsp:txBody>
      <dsp:txXfrm rot="-5400000">
        <a:off x="2987802" y="128846"/>
        <a:ext cx="5276047" cy="658078"/>
      </dsp:txXfrm>
    </dsp:sp>
    <dsp:sp modelId="{0726EDD7-BF68-4791-A98D-E6E0AC53DCB2}">
      <dsp:nvSpPr>
        <dsp:cNvPr id="0" name=""/>
        <dsp:cNvSpPr/>
      </dsp:nvSpPr>
      <dsp:spPr>
        <a:xfrm>
          <a:off x="0" y="2084"/>
          <a:ext cx="2987802" cy="911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URG</a:t>
          </a:r>
        </a:p>
      </dsp:txBody>
      <dsp:txXfrm>
        <a:off x="44501" y="46585"/>
        <a:ext cx="2898800" cy="822598"/>
      </dsp:txXfrm>
    </dsp:sp>
    <dsp:sp modelId="{46F47575-0EA1-4F08-B65A-D43E9AE4667D}">
      <dsp:nvSpPr>
        <dsp:cNvPr id="0" name=""/>
        <dsp:cNvSpPr/>
      </dsp:nvSpPr>
      <dsp:spPr>
        <a:xfrm rot="5400000">
          <a:off x="5278985" y="-1240758"/>
          <a:ext cx="729280"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Acknowledges the attempt to synchronize communications</a:t>
          </a:r>
        </a:p>
      </dsp:txBody>
      <dsp:txXfrm rot="-5400000">
        <a:off x="2987802" y="1086026"/>
        <a:ext cx="5276047" cy="658078"/>
      </dsp:txXfrm>
    </dsp:sp>
    <dsp:sp modelId="{13F6C3E7-31B6-442B-8D8C-F34514AFA897}">
      <dsp:nvSpPr>
        <dsp:cNvPr id="0" name=""/>
        <dsp:cNvSpPr/>
      </dsp:nvSpPr>
      <dsp:spPr>
        <a:xfrm>
          <a:off x="0" y="959265"/>
          <a:ext cx="2987802" cy="911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ACK</a:t>
          </a:r>
        </a:p>
      </dsp:txBody>
      <dsp:txXfrm>
        <a:off x="44501" y="1003766"/>
        <a:ext cx="2898800" cy="822598"/>
      </dsp:txXfrm>
    </dsp:sp>
    <dsp:sp modelId="{E7D5D7F7-F5A8-445E-9ECF-ADA9FC1940C2}">
      <dsp:nvSpPr>
        <dsp:cNvPr id="0" name=""/>
        <dsp:cNvSpPr/>
      </dsp:nvSpPr>
      <dsp:spPr>
        <a:xfrm rot="5400000">
          <a:off x="5278985" y="-283577"/>
          <a:ext cx="729280"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Resets the connection</a:t>
          </a:r>
        </a:p>
      </dsp:txBody>
      <dsp:txXfrm rot="-5400000">
        <a:off x="2987802" y="2043207"/>
        <a:ext cx="5276047" cy="658078"/>
      </dsp:txXfrm>
    </dsp:sp>
    <dsp:sp modelId="{7B1DC578-2752-48B9-B39C-09D9439BC9A6}">
      <dsp:nvSpPr>
        <dsp:cNvPr id="0" name=""/>
        <dsp:cNvSpPr/>
      </dsp:nvSpPr>
      <dsp:spPr>
        <a:xfrm>
          <a:off x="0" y="1916446"/>
          <a:ext cx="2987802" cy="911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RST</a:t>
          </a:r>
        </a:p>
      </dsp:txBody>
      <dsp:txXfrm>
        <a:off x="44501" y="1960947"/>
        <a:ext cx="2898800" cy="822598"/>
      </dsp:txXfrm>
    </dsp:sp>
    <dsp:sp modelId="{A476C648-68EE-4B84-95A8-E717FFF59ADB}">
      <dsp:nvSpPr>
        <dsp:cNvPr id="0" name=""/>
        <dsp:cNvSpPr/>
      </dsp:nvSpPr>
      <dsp:spPr>
        <a:xfrm rot="5400000">
          <a:off x="5278985" y="673603"/>
          <a:ext cx="729280"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Synchronizes sequence numbers</a:t>
          </a:r>
        </a:p>
      </dsp:txBody>
      <dsp:txXfrm rot="-5400000">
        <a:off x="2987802" y="3000388"/>
        <a:ext cx="5276047" cy="658078"/>
      </dsp:txXfrm>
    </dsp:sp>
    <dsp:sp modelId="{E62E6BA5-AB95-4A40-9FF4-D72C7474CE95}">
      <dsp:nvSpPr>
        <dsp:cNvPr id="0" name=""/>
        <dsp:cNvSpPr/>
      </dsp:nvSpPr>
      <dsp:spPr>
        <a:xfrm>
          <a:off x="0" y="2873626"/>
          <a:ext cx="2987802" cy="911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SYN</a:t>
          </a:r>
        </a:p>
      </dsp:txBody>
      <dsp:txXfrm>
        <a:off x="44501" y="2918127"/>
        <a:ext cx="2898800" cy="822598"/>
      </dsp:txXfrm>
    </dsp:sp>
    <dsp:sp modelId="{6BE64E56-8348-4BFB-BEF6-2E007AD66ED0}">
      <dsp:nvSpPr>
        <dsp:cNvPr id="0" name=""/>
        <dsp:cNvSpPr/>
      </dsp:nvSpPr>
      <dsp:spPr>
        <a:xfrm rot="5400000">
          <a:off x="5278985" y="1630783"/>
          <a:ext cx="729280"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Indicates there is no more data from the sender</a:t>
          </a:r>
        </a:p>
      </dsp:txBody>
      <dsp:txXfrm rot="-5400000">
        <a:off x="2987802" y="3957568"/>
        <a:ext cx="5276047" cy="658078"/>
      </dsp:txXfrm>
    </dsp:sp>
    <dsp:sp modelId="{00E07EA9-4CCE-4583-9FBC-68D68E701FE8}">
      <dsp:nvSpPr>
        <dsp:cNvPr id="0" name=""/>
        <dsp:cNvSpPr/>
      </dsp:nvSpPr>
      <dsp:spPr>
        <a:xfrm>
          <a:off x="0" y="3830807"/>
          <a:ext cx="2987802" cy="9116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FIN</a:t>
          </a:r>
        </a:p>
      </dsp:txBody>
      <dsp:txXfrm>
        <a:off x="44501" y="3875308"/>
        <a:ext cx="2898800" cy="8225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4DAA5-2108-4AB1-8963-9D979B006B10}">
      <dsp:nvSpPr>
        <dsp:cNvPr id="0" name=""/>
        <dsp:cNvSpPr/>
      </dsp:nvSpPr>
      <dsp:spPr>
        <a:xfrm>
          <a:off x="850075" y="780153"/>
          <a:ext cx="5100451" cy="2742848"/>
        </a:xfrm>
        <a:prstGeom prst="round2DiagRect">
          <a:avLst>
            <a:gd name="adj1" fmla="val 0"/>
            <a:gd name="adj2"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603F91-CE5E-4C66-A348-D9617449E214}">
      <dsp:nvSpPr>
        <dsp:cNvPr id="0" name=""/>
        <dsp:cNvSpPr/>
      </dsp:nvSpPr>
      <dsp:spPr>
        <a:xfrm>
          <a:off x="3400301" y="1071061"/>
          <a:ext cx="680" cy="2161032"/>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43CEB1-7720-41A8-8209-18D9DEE356BB}">
      <dsp:nvSpPr>
        <dsp:cNvPr id="0" name=""/>
        <dsp:cNvSpPr/>
      </dsp:nvSpPr>
      <dsp:spPr>
        <a:xfrm>
          <a:off x="1020090" y="987945"/>
          <a:ext cx="2210195" cy="232726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solidFill>
                <a:schemeClr val="bg1"/>
              </a:solidFill>
            </a:rPr>
            <a:t>Network Monitoring</a:t>
          </a:r>
        </a:p>
      </dsp:txBody>
      <dsp:txXfrm>
        <a:off x="1020090" y="987945"/>
        <a:ext cx="2210195" cy="2327265"/>
      </dsp:txXfrm>
    </dsp:sp>
    <dsp:sp modelId="{8D52085C-58D1-4002-B6A5-F1CC50CE5EB2}">
      <dsp:nvSpPr>
        <dsp:cNvPr id="0" name=""/>
        <dsp:cNvSpPr/>
      </dsp:nvSpPr>
      <dsp:spPr>
        <a:xfrm>
          <a:off x="3570316" y="987945"/>
          <a:ext cx="2210195" cy="232726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solidFill>
                <a:schemeClr val="bg1"/>
              </a:solidFill>
            </a:rPr>
            <a:t>Network Analysis</a:t>
          </a:r>
        </a:p>
      </dsp:txBody>
      <dsp:txXfrm>
        <a:off x="3570316" y="987945"/>
        <a:ext cx="2210195" cy="2327265"/>
      </dsp:txXfrm>
    </dsp:sp>
    <dsp:sp modelId="{E427F017-13B4-44D0-B8D8-9920A5F973CD}">
      <dsp:nvSpPr>
        <dsp:cNvPr id="0" name=""/>
        <dsp:cNvSpPr/>
      </dsp:nvSpPr>
      <dsp:spPr>
        <a:xfrm rot="16200000">
          <a:off x="-1071061" y="1144724"/>
          <a:ext cx="2992198" cy="850075"/>
        </a:xfrm>
        <a:prstGeom prst="rightArrow">
          <a:avLst>
            <a:gd name="adj1" fmla="val 49830"/>
            <a:gd name="adj2" fmla="val 6066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r" defTabSz="1422400">
            <a:lnSpc>
              <a:spcPct val="90000"/>
            </a:lnSpc>
            <a:spcBef>
              <a:spcPct val="0"/>
            </a:spcBef>
            <a:spcAft>
              <a:spcPct val="35000"/>
            </a:spcAft>
            <a:buNone/>
          </a:pPr>
          <a:r>
            <a:rPr lang="en-US" sz="3200" b="1" kern="1200" dirty="0"/>
            <a:t>Big Picture</a:t>
          </a:r>
        </a:p>
      </dsp:txBody>
      <dsp:txXfrm>
        <a:off x="-942586" y="1486441"/>
        <a:ext cx="2735247" cy="423593"/>
      </dsp:txXfrm>
    </dsp:sp>
    <dsp:sp modelId="{91ADB196-7819-4DD8-AD9D-337B0A463D91}">
      <dsp:nvSpPr>
        <dsp:cNvPr id="0" name=""/>
        <dsp:cNvSpPr/>
      </dsp:nvSpPr>
      <dsp:spPr>
        <a:xfrm rot="5400000">
          <a:off x="4879465" y="2308356"/>
          <a:ext cx="2992198" cy="850075"/>
        </a:xfrm>
        <a:prstGeom prst="rightArrow">
          <a:avLst>
            <a:gd name="adj1" fmla="val 49830"/>
            <a:gd name="adj2" fmla="val 6066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r" defTabSz="1422400">
            <a:lnSpc>
              <a:spcPct val="90000"/>
            </a:lnSpc>
            <a:spcBef>
              <a:spcPct val="0"/>
            </a:spcBef>
            <a:spcAft>
              <a:spcPct val="35000"/>
            </a:spcAft>
            <a:buNone/>
          </a:pPr>
          <a:r>
            <a:rPr lang="en-US" sz="3200" b="1" kern="1200" dirty="0"/>
            <a:t>Details</a:t>
          </a:r>
        </a:p>
      </dsp:txBody>
      <dsp:txXfrm>
        <a:off x="5007941" y="2393122"/>
        <a:ext cx="2735247" cy="42359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2C187E-4065-46D3-9C9B-E31DE2DAFAD1}">
      <dsp:nvSpPr>
        <dsp:cNvPr id="0" name=""/>
        <dsp:cNvSpPr/>
      </dsp:nvSpPr>
      <dsp:spPr>
        <a:xfrm>
          <a:off x="0" y="405299"/>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FF10F8-706E-4ED9-BB9B-D4DBCB39271D}">
      <dsp:nvSpPr>
        <dsp:cNvPr id="0" name=""/>
        <dsp:cNvSpPr/>
      </dsp:nvSpPr>
      <dsp:spPr>
        <a:xfrm>
          <a:off x="414972" y="110099"/>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Authentication</a:t>
          </a:r>
        </a:p>
      </dsp:txBody>
      <dsp:txXfrm>
        <a:off x="443793" y="138920"/>
        <a:ext cx="5751973" cy="532758"/>
      </dsp:txXfrm>
    </dsp:sp>
    <dsp:sp modelId="{66C0CBC8-92E7-455B-9548-52AA6F15ED88}">
      <dsp:nvSpPr>
        <dsp:cNvPr id="0" name=""/>
        <dsp:cNvSpPr/>
      </dsp:nvSpPr>
      <dsp:spPr>
        <a:xfrm>
          <a:off x="0" y="13125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6DE224-6824-4438-8A14-08F9CF4842D5}">
      <dsp:nvSpPr>
        <dsp:cNvPr id="0" name=""/>
        <dsp:cNvSpPr/>
      </dsp:nvSpPr>
      <dsp:spPr>
        <a:xfrm>
          <a:off x="414972" y="10173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Application</a:t>
          </a:r>
        </a:p>
      </dsp:txBody>
      <dsp:txXfrm>
        <a:off x="443793" y="1046121"/>
        <a:ext cx="5751973" cy="532758"/>
      </dsp:txXfrm>
    </dsp:sp>
    <dsp:sp modelId="{05F1F569-377D-4514-B448-191496BEDF22}">
      <dsp:nvSpPr>
        <dsp:cNvPr id="0" name=""/>
        <dsp:cNvSpPr/>
      </dsp:nvSpPr>
      <dsp:spPr>
        <a:xfrm>
          <a:off x="0" y="22197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82128E8-123A-48FB-A6C6-9110549F3879}">
      <dsp:nvSpPr>
        <dsp:cNvPr id="0" name=""/>
        <dsp:cNvSpPr/>
      </dsp:nvSpPr>
      <dsp:spPr>
        <a:xfrm>
          <a:off x="414972" y="19245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Operating system event</a:t>
          </a:r>
        </a:p>
      </dsp:txBody>
      <dsp:txXfrm>
        <a:off x="443793" y="1953321"/>
        <a:ext cx="5751973" cy="532758"/>
      </dsp:txXfrm>
    </dsp:sp>
    <dsp:sp modelId="{35FCFC3D-CE5C-42E6-B9BC-769B2605AB25}">
      <dsp:nvSpPr>
        <dsp:cNvPr id="0" name=""/>
        <dsp:cNvSpPr/>
      </dsp:nvSpPr>
      <dsp:spPr>
        <a:xfrm>
          <a:off x="0" y="31269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AF7AD73-ECE1-40A4-A3BA-A253F720B581}">
      <dsp:nvSpPr>
        <dsp:cNvPr id="0" name=""/>
        <dsp:cNvSpPr/>
      </dsp:nvSpPr>
      <dsp:spPr>
        <a:xfrm>
          <a:off x="414972" y="28317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Network device</a:t>
          </a:r>
        </a:p>
      </dsp:txBody>
      <dsp:txXfrm>
        <a:off x="443793" y="2860521"/>
        <a:ext cx="5751973" cy="532758"/>
      </dsp:txXfrm>
    </dsp:sp>
    <dsp:sp modelId="{89D819BD-81C4-44F6-ABB1-1ECD35BE4F74}">
      <dsp:nvSpPr>
        <dsp:cNvPr id="0" name=""/>
        <dsp:cNvSpPr/>
      </dsp:nvSpPr>
      <dsp:spPr>
        <a:xfrm>
          <a:off x="0" y="40341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7B92AA-E149-426A-9B0E-46B83C3E8CB1}">
      <dsp:nvSpPr>
        <dsp:cNvPr id="0" name=""/>
        <dsp:cNvSpPr/>
      </dsp:nvSpPr>
      <dsp:spPr>
        <a:xfrm>
          <a:off x="414972" y="37389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Security event</a:t>
          </a:r>
        </a:p>
      </dsp:txBody>
      <dsp:txXfrm>
        <a:off x="443793" y="3767721"/>
        <a:ext cx="5751973" cy="5327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F22A40-41F5-4BD0-A648-CF9EA5A24846}">
      <dsp:nvSpPr>
        <dsp:cNvPr id="0" name=""/>
        <dsp:cNvSpPr/>
      </dsp:nvSpPr>
      <dsp:spPr>
        <a:xfrm>
          <a:off x="-4594335" y="-704407"/>
          <a:ext cx="5472816" cy="5472816"/>
        </a:xfrm>
        <a:prstGeom prst="blockArc">
          <a:avLst>
            <a:gd name="adj1" fmla="val 18900000"/>
            <a:gd name="adj2" fmla="val 2700000"/>
            <a:gd name="adj3" fmla="val 39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BF9CC5-FDC1-4846-81E4-F84E6D4B48BF}">
      <dsp:nvSpPr>
        <dsp:cNvPr id="0" name=""/>
        <dsp:cNvSpPr/>
      </dsp:nvSpPr>
      <dsp:spPr>
        <a:xfrm>
          <a:off x="564979" y="406400"/>
          <a:ext cx="5475833" cy="8128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111760" rIns="111760" bIns="111760" numCol="1" spcCol="1270" anchor="ctr" anchorCtr="0">
          <a:noAutofit/>
        </a:bodyPr>
        <a:lstStyle/>
        <a:p>
          <a:pPr marL="0" lvl="0" indent="0" algn="l" defTabSz="1955800">
            <a:lnSpc>
              <a:spcPct val="90000"/>
            </a:lnSpc>
            <a:spcBef>
              <a:spcPct val="0"/>
            </a:spcBef>
            <a:spcAft>
              <a:spcPct val="35000"/>
            </a:spcAft>
            <a:buNone/>
          </a:pPr>
          <a:r>
            <a:rPr lang="en-US" sz="4400" kern="1200" dirty="0"/>
            <a:t>NetStumbler</a:t>
          </a:r>
        </a:p>
      </dsp:txBody>
      <dsp:txXfrm>
        <a:off x="564979" y="406400"/>
        <a:ext cx="5475833" cy="812800"/>
      </dsp:txXfrm>
    </dsp:sp>
    <dsp:sp modelId="{F90F9275-0B28-44C0-AE4F-03973BF7FA74}">
      <dsp:nvSpPr>
        <dsp:cNvPr id="0" name=""/>
        <dsp:cNvSpPr/>
      </dsp:nvSpPr>
      <dsp:spPr>
        <a:xfrm>
          <a:off x="56979" y="304800"/>
          <a:ext cx="1016000" cy="10160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00B3B2-5328-4B34-A9AC-690DE7D79A5C}">
      <dsp:nvSpPr>
        <dsp:cNvPr id="0" name=""/>
        <dsp:cNvSpPr/>
      </dsp:nvSpPr>
      <dsp:spPr>
        <a:xfrm>
          <a:off x="860432" y="1625599"/>
          <a:ext cx="5180380" cy="8128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111760" rIns="111760" bIns="111760" numCol="1" spcCol="1270" anchor="ctr" anchorCtr="0">
          <a:noAutofit/>
        </a:bodyPr>
        <a:lstStyle/>
        <a:p>
          <a:pPr marL="0" lvl="0" indent="0" algn="l" defTabSz="1955800">
            <a:lnSpc>
              <a:spcPct val="90000"/>
            </a:lnSpc>
            <a:spcBef>
              <a:spcPct val="0"/>
            </a:spcBef>
            <a:spcAft>
              <a:spcPct val="35000"/>
            </a:spcAft>
            <a:buNone/>
          </a:pPr>
          <a:r>
            <a:rPr lang="en-US" sz="4400" kern="1200" dirty="0"/>
            <a:t>MacStumbler</a:t>
          </a:r>
        </a:p>
      </dsp:txBody>
      <dsp:txXfrm>
        <a:off x="860432" y="1625599"/>
        <a:ext cx="5180380" cy="812800"/>
      </dsp:txXfrm>
    </dsp:sp>
    <dsp:sp modelId="{B83D1149-B8DF-4329-B17A-3EF2FECAAB2B}">
      <dsp:nvSpPr>
        <dsp:cNvPr id="0" name=""/>
        <dsp:cNvSpPr/>
      </dsp:nvSpPr>
      <dsp:spPr>
        <a:xfrm>
          <a:off x="352432" y="1523999"/>
          <a:ext cx="1016000" cy="10160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0E1A5B-5E7C-426E-8EF3-BF84FD898257}">
      <dsp:nvSpPr>
        <dsp:cNvPr id="0" name=""/>
        <dsp:cNvSpPr/>
      </dsp:nvSpPr>
      <dsp:spPr>
        <a:xfrm>
          <a:off x="564979" y="2844800"/>
          <a:ext cx="5475833" cy="8128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111760" rIns="111760" bIns="111760" numCol="1" spcCol="1270" anchor="ctr" anchorCtr="0">
          <a:noAutofit/>
        </a:bodyPr>
        <a:lstStyle/>
        <a:p>
          <a:pPr marL="0" lvl="0" indent="0" algn="l" defTabSz="1955800">
            <a:lnSpc>
              <a:spcPct val="90000"/>
            </a:lnSpc>
            <a:spcBef>
              <a:spcPct val="0"/>
            </a:spcBef>
            <a:spcAft>
              <a:spcPct val="35000"/>
            </a:spcAft>
            <a:buNone/>
          </a:pPr>
          <a:r>
            <a:rPr lang="en-US" sz="4400" kern="1200" dirty="0"/>
            <a:t>iStumbler</a:t>
          </a:r>
        </a:p>
      </dsp:txBody>
      <dsp:txXfrm>
        <a:off x="564979" y="2844800"/>
        <a:ext cx="5475833" cy="812800"/>
      </dsp:txXfrm>
    </dsp:sp>
    <dsp:sp modelId="{ABDD2B84-2C48-44F7-A489-052D25AD3375}">
      <dsp:nvSpPr>
        <dsp:cNvPr id="0" name=""/>
        <dsp:cNvSpPr/>
      </dsp:nvSpPr>
      <dsp:spPr>
        <a:xfrm>
          <a:off x="56979" y="2743200"/>
          <a:ext cx="1016000" cy="1016000"/>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C09367-1C51-422A-A1A8-0D1977D88B9C}">
      <dsp:nvSpPr>
        <dsp:cNvPr id="0" name=""/>
        <dsp:cNvSpPr/>
      </dsp:nvSpPr>
      <dsp:spPr>
        <a:xfrm rot="5400000">
          <a:off x="5196055" y="-2094034"/>
          <a:ext cx="895141"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Enables computer to be connected to a network</a:t>
          </a:r>
        </a:p>
      </dsp:txBody>
      <dsp:txXfrm rot="-5400000">
        <a:off x="2987802" y="157916"/>
        <a:ext cx="5267951" cy="807747"/>
      </dsp:txXfrm>
    </dsp:sp>
    <dsp:sp modelId="{E5D35BDC-342C-4162-AD30-CE29DB558212}">
      <dsp:nvSpPr>
        <dsp:cNvPr id="0" name=""/>
        <dsp:cNvSpPr/>
      </dsp:nvSpPr>
      <dsp:spPr>
        <a:xfrm>
          <a:off x="0" y="2326"/>
          <a:ext cx="2987802" cy="111892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Network card</a:t>
          </a:r>
        </a:p>
      </dsp:txBody>
      <dsp:txXfrm>
        <a:off x="54622" y="56948"/>
        <a:ext cx="2878558" cy="1009683"/>
      </dsp:txXfrm>
    </dsp:sp>
    <dsp:sp modelId="{C37D61D8-4BBD-49EB-89C5-49554B563B96}">
      <dsp:nvSpPr>
        <dsp:cNvPr id="0" name=""/>
        <dsp:cNvSpPr/>
      </dsp:nvSpPr>
      <dsp:spPr>
        <a:xfrm rot="5400000">
          <a:off x="5196055" y="-919160"/>
          <a:ext cx="895141"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Connects computers on an Ethernet local area network (LAN)</a:t>
          </a:r>
        </a:p>
        <a:p>
          <a:pPr marL="171450" lvl="1" indent="-171450" algn="l" defTabSz="755650">
            <a:lnSpc>
              <a:spcPct val="90000"/>
            </a:lnSpc>
            <a:spcBef>
              <a:spcPct val="0"/>
            </a:spcBef>
            <a:spcAft>
              <a:spcPct val="15000"/>
            </a:spcAft>
            <a:buChar char="•"/>
          </a:pPr>
          <a:r>
            <a:rPr lang="en-US" sz="1700" kern="1200" dirty="0"/>
            <a:t>Sends any packet it receives out every port</a:t>
          </a:r>
        </a:p>
      </dsp:txBody>
      <dsp:txXfrm rot="-5400000">
        <a:off x="2987802" y="1332790"/>
        <a:ext cx="5267951" cy="807747"/>
      </dsp:txXfrm>
    </dsp:sp>
    <dsp:sp modelId="{1530A2AA-B751-4264-84F5-7389A4FF32E1}">
      <dsp:nvSpPr>
        <dsp:cNvPr id="0" name=""/>
        <dsp:cNvSpPr/>
      </dsp:nvSpPr>
      <dsp:spPr>
        <a:xfrm>
          <a:off x="0" y="1177199"/>
          <a:ext cx="2987802" cy="111892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Hub</a:t>
          </a:r>
        </a:p>
      </dsp:txBody>
      <dsp:txXfrm>
        <a:off x="54622" y="1231821"/>
        <a:ext cx="2878558" cy="1009683"/>
      </dsp:txXfrm>
    </dsp:sp>
    <dsp:sp modelId="{9FA6CDA3-6E68-40C3-8362-8ACB87E74D52}">
      <dsp:nvSpPr>
        <dsp:cNvPr id="0" name=""/>
        <dsp:cNvSpPr/>
      </dsp:nvSpPr>
      <dsp:spPr>
        <a:xfrm rot="5400000">
          <a:off x="5196055" y="255712"/>
          <a:ext cx="895141"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Prevents traffic jams by ensuring that data goes straight from its origin to its proper destination</a:t>
          </a:r>
        </a:p>
      </dsp:txBody>
      <dsp:txXfrm rot="-5400000">
        <a:off x="2987802" y="2507663"/>
        <a:ext cx="5267951" cy="807747"/>
      </dsp:txXfrm>
    </dsp:sp>
    <dsp:sp modelId="{68A78B2C-4845-4EB1-B95F-39EB6ED26866}">
      <dsp:nvSpPr>
        <dsp:cNvPr id="0" name=""/>
        <dsp:cNvSpPr/>
      </dsp:nvSpPr>
      <dsp:spPr>
        <a:xfrm>
          <a:off x="0" y="2352073"/>
          <a:ext cx="2987802" cy="111892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Switch</a:t>
          </a:r>
        </a:p>
      </dsp:txBody>
      <dsp:txXfrm>
        <a:off x="54622" y="2406695"/>
        <a:ext cx="2878558" cy="1009683"/>
      </dsp:txXfrm>
    </dsp:sp>
    <dsp:sp modelId="{6F1B3BED-3DAD-4EA3-B93C-F50D87999823}">
      <dsp:nvSpPr>
        <dsp:cNvPr id="0" name=""/>
        <dsp:cNvSpPr/>
      </dsp:nvSpPr>
      <dsp:spPr>
        <a:xfrm rot="5400000">
          <a:off x="5196055" y="1430586"/>
          <a:ext cx="895141"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Can connect different logical networks or subnets and enable traffic destined for the networks on the other side of the router to pass through</a:t>
          </a:r>
        </a:p>
      </dsp:txBody>
      <dsp:txXfrm rot="-5400000">
        <a:off x="2987802" y="3682537"/>
        <a:ext cx="5267951" cy="807747"/>
      </dsp:txXfrm>
    </dsp:sp>
    <dsp:sp modelId="{9552864A-2B29-4FE7-A906-A2087F2CB98D}">
      <dsp:nvSpPr>
        <dsp:cNvPr id="0" name=""/>
        <dsp:cNvSpPr/>
      </dsp:nvSpPr>
      <dsp:spPr>
        <a:xfrm>
          <a:off x="0" y="3526946"/>
          <a:ext cx="2987802" cy="111892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Router</a:t>
          </a:r>
        </a:p>
      </dsp:txBody>
      <dsp:txXfrm>
        <a:off x="54622" y="3581568"/>
        <a:ext cx="2878558" cy="10096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4822D3-14B2-4014-B7DE-F7EABB65C846}">
      <dsp:nvSpPr>
        <dsp:cNvPr id="0" name=""/>
        <dsp:cNvSpPr/>
      </dsp:nvSpPr>
      <dsp:spPr>
        <a:xfrm>
          <a:off x="916483" y="1984"/>
          <a:ext cx="2030015" cy="121800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show version</a:t>
          </a:r>
        </a:p>
      </dsp:txBody>
      <dsp:txXfrm>
        <a:off x="916483" y="1984"/>
        <a:ext cx="2030015" cy="1218009"/>
      </dsp:txXfrm>
    </dsp:sp>
    <dsp:sp modelId="{DCCB8D9B-675C-43A6-9044-D334740537AA}">
      <dsp:nvSpPr>
        <dsp:cNvPr id="0" name=""/>
        <dsp:cNvSpPr/>
      </dsp:nvSpPr>
      <dsp:spPr>
        <a:xfrm>
          <a:off x="3149500" y="1984"/>
          <a:ext cx="2030015" cy="121800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show running-config</a:t>
          </a:r>
        </a:p>
      </dsp:txBody>
      <dsp:txXfrm>
        <a:off x="3149500" y="1984"/>
        <a:ext cx="2030015" cy="1218009"/>
      </dsp:txXfrm>
    </dsp:sp>
    <dsp:sp modelId="{9DECC199-80AA-44D1-B956-4DAFB3870081}">
      <dsp:nvSpPr>
        <dsp:cNvPr id="0" name=""/>
        <dsp:cNvSpPr/>
      </dsp:nvSpPr>
      <dsp:spPr>
        <a:xfrm>
          <a:off x="916483" y="1422995"/>
          <a:ext cx="2030015" cy="121800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show startup-config</a:t>
          </a:r>
        </a:p>
      </dsp:txBody>
      <dsp:txXfrm>
        <a:off x="916483" y="1422995"/>
        <a:ext cx="2030015" cy="1218009"/>
      </dsp:txXfrm>
    </dsp:sp>
    <dsp:sp modelId="{FC6DEBDF-464D-48A4-930D-041A7E12F51E}">
      <dsp:nvSpPr>
        <dsp:cNvPr id="0" name=""/>
        <dsp:cNvSpPr/>
      </dsp:nvSpPr>
      <dsp:spPr>
        <a:xfrm>
          <a:off x="3149500" y="1422995"/>
          <a:ext cx="2030015" cy="121800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show </a:t>
          </a:r>
          <a:r>
            <a:rPr lang="en-US" sz="2500" kern="1200"/>
            <a:t>ip</a:t>
          </a:r>
          <a:r>
            <a:rPr lang="en-US" sz="2500" kern="1200" dirty="0"/>
            <a:t> route</a:t>
          </a:r>
        </a:p>
      </dsp:txBody>
      <dsp:txXfrm>
        <a:off x="3149500" y="1422995"/>
        <a:ext cx="2030015" cy="1218009"/>
      </dsp:txXfrm>
    </dsp:sp>
    <dsp:sp modelId="{34BA12E5-3DFB-4BCE-8577-EDAC32779BAF}">
      <dsp:nvSpPr>
        <dsp:cNvPr id="0" name=""/>
        <dsp:cNvSpPr/>
      </dsp:nvSpPr>
      <dsp:spPr>
        <a:xfrm>
          <a:off x="916483" y="2844006"/>
          <a:ext cx="2030015" cy="121800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show interfaces</a:t>
          </a:r>
        </a:p>
      </dsp:txBody>
      <dsp:txXfrm>
        <a:off x="916483" y="2844006"/>
        <a:ext cx="2030015" cy="1218009"/>
      </dsp:txXfrm>
    </dsp:sp>
    <dsp:sp modelId="{E5C51A0D-8132-44BF-B191-5CECD97F1D3E}">
      <dsp:nvSpPr>
        <dsp:cNvPr id="0" name=""/>
        <dsp:cNvSpPr/>
      </dsp:nvSpPr>
      <dsp:spPr>
        <a:xfrm>
          <a:off x="3149500" y="2844006"/>
          <a:ext cx="2030015" cy="121800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show logging</a:t>
          </a:r>
        </a:p>
      </dsp:txBody>
      <dsp:txXfrm>
        <a:off x="3149500" y="2844006"/>
        <a:ext cx="2030015" cy="121800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8E7892-5FD8-42F9-BEE2-DF72A649D72D}">
      <dsp:nvSpPr>
        <dsp:cNvPr id="0" name=""/>
        <dsp:cNvSpPr/>
      </dsp:nvSpPr>
      <dsp:spPr>
        <a:xfrm>
          <a:off x="4153" y="0"/>
          <a:ext cx="3995731" cy="46482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Packet filter</a:t>
          </a:r>
        </a:p>
      </dsp:txBody>
      <dsp:txXfrm>
        <a:off x="4153" y="0"/>
        <a:ext cx="3995731" cy="1394460"/>
      </dsp:txXfrm>
    </dsp:sp>
    <dsp:sp modelId="{5F804BAD-589D-4B67-AFD7-8A4CAA0F0641}">
      <dsp:nvSpPr>
        <dsp:cNvPr id="0" name=""/>
        <dsp:cNvSpPr/>
      </dsp:nvSpPr>
      <dsp:spPr>
        <a:xfrm>
          <a:off x="403726" y="1395821"/>
          <a:ext cx="3196585" cy="1401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en-US" sz="2700" kern="1200" dirty="0"/>
            <a:t>Permits/denies incoming packets based on rules</a:t>
          </a:r>
        </a:p>
      </dsp:txBody>
      <dsp:txXfrm>
        <a:off x="444774" y="1436869"/>
        <a:ext cx="3114489" cy="1319399"/>
      </dsp:txXfrm>
    </dsp:sp>
    <dsp:sp modelId="{2DA81052-A76C-4F75-8134-DEFDBDD7ED77}">
      <dsp:nvSpPr>
        <dsp:cNvPr id="0" name=""/>
        <dsp:cNvSpPr/>
      </dsp:nvSpPr>
      <dsp:spPr>
        <a:xfrm>
          <a:off x="403726" y="3012932"/>
          <a:ext cx="3196585" cy="1401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en-US" sz="2700" kern="1200" dirty="0"/>
            <a:t>Aka screened firewall</a:t>
          </a:r>
        </a:p>
      </dsp:txBody>
      <dsp:txXfrm>
        <a:off x="444774" y="3053980"/>
        <a:ext cx="3114489" cy="1319399"/>
      </dsp:txXfrm>
    </dsp:sp>
    <dsp:sp modelId="{3F09FFB0-00A1-48D9-BB6F-6C82B8F2A66F}">
      <dsp:nvSpPr>
        <dsp:cNvPr id="0" name=""/>
        <dsp:cNvSpPr/>
      </dsp:nvSpPr>
      <dsp:spPr>
        <a:xfrm>
          <a:off x="4299564" y="0"/>
          <a:ext cx="3995731" cy="46482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a:t>Stateful</a:t>
          </a:r>
          <a:r>
            <a:rPr lang="en-US" sz="4100" kern="1200" dirty="0"/>
            <a:t> packet inspection</a:t>
          </a:r>
        </a:p>
      </dsp:txBody>
      <dsp:txXfrm>
        <a:off x="4299564" y="0"/>
        <a:ext cx="3995731" cy="1394460"/>
      </dsp:txXfrm>
    </dsp:sp>
    <dsp:sp modelId="{6F97BC71-F4CF-4435-8EA0-23D5CB5A2D68}">
      <dsp:nvSpPr>
        <dsp:cNvPr id="0" name=""/>
        <dsp:cNvSpPr/>
      </dsp:nvSpPr>
      <dsp:spPr>
        <a:xfrm>
          <a:off x="4699138" y="1395821"/>
          <a:ext cx="3196585" cy="1401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en-US" sz="2700" kern="1200" dirty="0"/>
            <a:t>Examines all packets</a:t>
          </a:r>
        </a:p>
      </dsp:txBody>
      <dsp:txXfrm>
        <a:off x="4740186" y="1436869"/>
        <a:ext cx="3114489" cy="1319399"/>
      </dsp:txXfrm>
    </dsp:sp>
    <dsp:sp modelId="{A28159D7-C6DA-49E7-945E-C4F0BA82E60B}">
      <dsp:nvSpPr>
        <dsp:cNvPr id="0" name=""/>
        <dsp:cNvSpPr/>
      </dsp:nvSpPr>
      <dsp:spPr>
        <a:xfrm>
          <a:off x="4699138" y="3012932"/>
          <a:ext cx="3196585" cy="14014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en-US" sz="2700" kern="1200" dirty="0"/>
            <a:t>Considers previous packets when permitting/denying</a:t>
          </a:r>
        </a:p>
      </dsp:txBody>
      <dsp:txXfrm>
        <a:off x="4740186" y="3053980"/>
        <a:ext cx="3114489" cy="131939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B25AA9-0BEF-4A9D-A570-A43F58D9B118}">
      <dsp:nvSpPr>
        <dsp:cNvPr id="0" name=""/>
        <dsp:cNvSpPr/>
      </dsp:nvSpPr>
      <dsp:spPr>
        <a:xfrm>
          <a:off x="0" y="1471"/>
          <a:ext cx="2713352" cy="64076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kern="1200" dirty="0"/>
            <a:t>7. Application</a:t>
          </a:r>
        </a:p>
      </dsp:txBody>
      <dsp:txXfrm>
        <a:off x="0" y="1471"/>
        <a:ext cx="2713352" cy="640763"/>
      </dsp:txXfrm>
    </dsp:sp>
    <dsp:sp modelId="{269F2486-B868-4539-9C31-200A14FD8E75}">
      <dsp:nvSpPr>
        <dsp:cNvPr id="0" name=""/>
        <dsp:cNvSpPr/>
      </dsp:nvSpPr>
      <dsp:spPr>
        <a:xfrm>
          <a:off x="0" y="718250"/>
          <a:ext cx="2713352" cy="6451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kern="1200" dirty="0"/>
            <a:t>6. Presentation</a:t>
          </a:r>
        </a:p>
      </dsp:txBody>
      <dsp:txXfrm>
        <a:off x="0" y="718250"/>
        <a:ext cx="2713352" cy="645126"/>
      </dsp:txXfrm>
    </dsp:sp>
    <dsp:sp modelId="{A1944A1C-7878-48B2-97F6-DB038393C48C}">
      <dsp:nvSpPr>
        <dsp:cNvPr id="0" name=""/>
        <dsp:cNvSpPr/>
      </dsp:nvSpPr>
      <dsp:spPr>
        <a:xfrm>
          <a:off x="0" y="1439392"/>
          <a:ext cx="2713352" cy="64655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kern="1200" dirty="0"/>
            <a:t>5. Session</a:t>
          </a:r>
        </a:p>
      </dsp:txBody>
      <dsp:txXfrm>
        <a:off x="0" y="1439392"/>
        <a:ext cx="2713352" cy="646555"/>
      </dsp:txXfrm>
    </dsp:sp>
    <dsp:sp modelId="{831AE991-817E-4DB0-9705-51A2641AFD4D}">
      <dsp:nvSpPr>
        <dsp:cNvPr id="0" name=""/>
        <dsp:cNvSpPr/>
      </dsp:nvSpPr>
      <dsp:spPr>
        <a:xfrm>
          <a:off x="0" y="2161963"/>
          <a:ext cx="2713352" cy="63507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kern="1200" dirty="0"/>
            <a:t>4. Transport</a:t>
          </a:r>
        </a:p>
      </dsp:txBody>
      <dsp:txXfrm>
        <a:off x="0" y="2161963"/>
        <a:ext cx="2713352" cy="635077"/>
      </dsp:txXfrm>
    </dsp:sp>
    <dsp:sp modelId="{41309F9C-CC63-4962-89D9-722841786942}">
      <dsp:nvSpPr>
        <dsp:cNvPr id="0" name=""/>
        <dsp:cNvSpPr/>
      </dsp:nvSpPr>
      <dsp:spPr>
        <a:xfrm>
          <a:off x="0" y="2873056"/>
          <a:ext cx="2713352" cy="67608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kern="1200" dirty="0"/>
            <a:t>3. Network</a:t>
          </a:r>
        </a:p>
      </dsp:txBody>
      <dsp:txXfrm>
        <a:off x="0" y="2873056"/>
        <a:ext cx="2713352" cy="676080"/>
      </dsp:txXfrm>
    </dsp:sp>
    <dsp:sp modelId="{912A1CB9-C732-45A5-B229-42D78A516570}">
      <dsp:nvSpPr>
        <dsp:cNvPr id="0" name=""/>
        <dsp:cNvSpPr/>
      </dsp:nvSpPr>
      <dsp:spPr>
        <a:xfrm>
          <a:off x="0" y="3625152"/>
          <a:ext cx="2713352" cy="69020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kern="1200" dirty="0"/>
            <a:t>2. Data link</a:t>
          </a:r>
        </a:p>
      </dsp:txBody>
      <dsp:txXfrm>
        <a:off x="0" y="3625152"/>
        <a:ext cx="2713352" cy="690203"/>
      </dsp:txXfrm>
    </dsp:sp>
    <dsp:sp modelId="{4F3D4801-A823-4304-9865-8F43E27489D4}">
      <dsp:nvSpPr>
        <dsp:cNvPr id="0" name=""/>
        <dsp:cNvSpPr/>
      </dsp:nvSpPr>
      <dsp:spPr>
        <a:xfrm>
          <a:off x="0" y="4391371"/>
          <a:ext cx="2713352" cy="58093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1244600">
            <a:lnSpc>
              <a:spcPct val="90000"/>
            </a:lnSpc>
            <a:spcBef>
              <a:spcPct val="0"/>
            </a:spcBef>
            <a:spcAft>
              <a:spcPct val="35000"/>
            </a:spcAft>
            <a:buNone/>
          </a:pPr>
          <a:r>
            <a:rPr lang="en-US" sz="2800" b="1" kern="1200" dirty="0"/>
            <a:t>1. Physical</a:t>
          </a:r>
        </a:p>
      </dsp:txBody>
      <dsp:txXfrm>
        <a:off x="0" y="4391371"/>
        <a:ext cx="2713352" cy="58093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8CB644-3D7C-4438-8ED5-1BF683C6767B}">
      <dsp:nvSpPr>
        <dsp:cNvPr id="0" name=""/>
        <dsp:cNvSpPr/>
      </dsp:nvSpPr>
      <dsp:spPr>
        <a:xfrm>
          <a:off x="22163" y="4464"/>
          <a:ext cx="2865127" cy="189157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b="1" kern="1200" dirty="0"/>
            <a:t>Application</a:t>
          </a:r>
        </a:p>
      </dsp:txBody>
      <dsp:txXfrm>
        <a:off x="22163" y="4464"/>
        <a:ext cx="2865127" cy="1891573"/>
      </dsp:txXfrm>
    </dsp:sp>
    <dsp:sp modelId="{F645AA10-AC39-45FE-A2B7-B409F18E46F7}">
      <dsp:nvSpPr>
        <dsp:cNvPr id="0" name=""/>
        <dsp:cNvSpPr/>
      </dsp:nvSpPr>
      <dsp:spPr>
        <a:xfrm>
          <a:off x="74505" y="2035428"/>
          <a:ext cx="2760444" cy="8398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b="1" kern="1200" dirty="0"/>
            <a:t>Transport</a:t>
          </a:r>
        </a:p>
      </dsp:txBody>
      <dsp:txXfrm>
        <a:off x="74505" y="2035428"/>
        <a:ext cx="2760444" cy="839878"/>
      </dsp:txXfrm>
    </dsp:sp>
    <dsp:sp modelId="{7267DCC3-09ED-4F83-B70D-02BBB4582BF9}">
      <dsp:nvSpPr>
        <dsp:cNvPr id="0" name=""/>
        <dsp:cNvSpPr/>
      </dsp:nvSpPr>
      <dsp:spPr>
        <a:xfrm>
          <a:off x="51231" y="3014696"/>
          <a:ext cx="2806991" cy="55047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b="1" kern="1200" dirty="0"/>
            <a:t>Internet</a:t>
          </a:r>
        </a:p>
      </dsp:txBody>
      <dsp:txXfrm>
        <a:off x="51231" y="3014696"/>
        <a:ext cx="2806991" cy="550477"/>
      </dsp:txXfrm>
    </dsp:sp>
    <dsp:sp modelId="{F1A4E99B-DCE1-475B-9B6B-9B992935B5AE}">
      <dsp:nvSpPr>
        <dsp:cNvPr id="0" name=""/>
        <dsp:cNvSpPr/>
      </dsp:nvSpPr>
      <dsp:spPr>
        <a:xfrm>
          <a:off x="73793" y="3704564"/>
          <a:ext cx="2761868" cy="15002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b="1" kern="1200" dirty="0"/>
            <a:t>Network Interface</a:t>
          </a:r>
        </a:p>
      </dsp:txBody>
      <dsp:txXfrm>
        <a:off x="73793" y="3704564"/>
        <a:ext cx="2761868" cy="150027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266351-2969-4E62-9253-C7EBEA6709A7}">
      <dsp:nvSpPr>
        <dsp:cNvPr id="0" name=""/>
        <dsp:cNvSpPr/>
      </dsp:nvSpPr>
      <dsp:spPr>
        <a:xfrm>
          <a:off x="0" y="271929"/>
          <a:ext cx="6594763" cy="10631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1827" tIns="312420" rIns="511827"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Domain Name System (DNS), Dynamic Host Configuration Protocol (DHCP), Hypertext Transfer Protocol (HTTP),  Tele-network (Telnet), File Transfer Protocol (FTP)</a:t>
          </a:r>
          <a:endParaRPr lang="en-US" sz="1300" kern="1200" dirty="0"/>
        </a:p>
      </dsp:txBody>
      <dsp:txXfrm>
        <a:off x="0" y="271929"/>
        <a:ext cx="6594763" cy="1063125"/>
      </dsp:txXfrm>
    </dsp:sp>
    <dsp:sp modelId="{2EB7E732-14B7-4C5D-802A-92182A0B7AA4}">
      <dsp:nvSpPr>
        <dsp:cNvPr id="0" name=""/>
        <dsp:cNvSpPr/>
      </dsp:nvSpPr>
      <dsp:spPr>
        <a:xfrm>
          <a:off x="329738" y="50529"/>
          <a:ext cx="3122026"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486" tIns="0" rIns="174486" bIns="0" numCol="1" spcCol="1270" anchor="ctr" anchorCtr="0">
          <a:noAutofit/>
        </a:bodyPr>
        <a:lstStyle/>
        <a:p>
          <a:pPr marL="0" lvl="0" indent="0" algn="l" defTabSz="1066800">
            <a:lnSpc>
              <a:spcPct val="90000"/>
            </a:lnSpc>
            <a:spcBef>
              <a:spcPct val="0"/>
            </a:spcBef>
            <a:spcAft>
              <a:spcPct val="35000"/>
            </a:spcAft>
            <a:buNone/>
          </a:pPr>
          <a:r>
            <a:rPr lang="en-US" sz="2400" b="1" kern="1200" dirty="0"/>
            <a:t>Application</a:t>
          </a:r>
          <a:endParaRPr lang="en-US" sz="2400" kern="1200" dirty="0"/>
        </a:p>
      </dsp:txBody>
      <dsp:txXfrm>
        <a:off x="351354" y="72145"/>
        <a:ext cx="3078794" cy="399568"/>
      </dsp:txXfrm>
    </dsp:sp>
    <dsp:sp modelId="{5AC85D39-1CCC-4EE6-BA43-31090339AD76}">
      <dsp:nvSpPr>
        <dsp:cNvPr id="0" name=""/>
        <dsp:cNvSpPr/>
      </dsp:nvSpPr>
      <dsp:spPr>
        <a:xfrm>
          <a:off x="0" y="1637454"/>
          <a:ext cx="6594763" cy="8505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1827" tIns="312420" rIns="511827" bIns="113792" numCol="1" spcCol="1270" anchor="t" anchorCtr="0">
          <a:noAutofit/>
        </a:bodyPr>
        <a:lstStyle/>
        <a:p>
          <a:pPr marL="171450" lvl="1" indent="-171450" algn="l" defTabSz="711200">
            <a:lnSpc>
              <a:spcPct val="90000"/>
            </a:lnSpc>
            <a:spcBef>
              <a:spcPct val="0"/>
            </a:spcBef>
            <a:spcAft>
              <a:spcPct val="15000"/>
            </a:spcAft>
            <a:buChar char="•"/>
          </a:pPr>
          <a:r>
            <a:rPr lang="en-US" sz="1600" b="0" kern="1200" dirty="0"/>
            <a:t>Transmission Control Protocol (</a:t>
          </a:r>
          <a:r>
            <a:rPr lang="en-US" sz="1600" kern="1200" dirty="0"/>
            <a:t>TCP), </a:t>
          </a:r>
          <a:r>
            <a:rPr lang="en-US" sz="1600" b="0" kern="1200" dirty="0"/>
            <a:t>User Datagram Protocol (</a:t>
          </a:r>
          <a:r>
            <a:rPr lang="en-US" sz="1600" kern="1200" dirty="0"/>
            <a:t>UDP)</a:t>
          </a:r>
        </a:p>
      </dsp:txBody>
      <dsp:txXfrm>
        <a:off x="0" y="1637454"/>
        <a:ext cx="6594763" cy="850500"/>
      </dsp:txXfrm>
    </dsp:sp>
    <dsp:sp modelId="{BC7B7D26-BE08-461F-B737-CF7C06821497}">
      <dsp:nvSpPr>
        <dsp:cNvPr id="0" name=""/>
        <dsp:cNvSpPr/>
      </dsp:nvSpPr>
      <dsp:spPr>
        <a:xfrm>
          <a:off x="329738" y="1416054"/>
          <a:ext cx="3101807"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486" tIns="0" rIns="174486" bIns="0" numCol="1" spcCol="1270" anchor="ctr" anchorCtr="0">
          <a:noAutofit/>
        </a:bodyPr>
        <a:lstStyle/>
        <a:p>
          <a:pPr marL="0" lvl="0" indent="0" algn="l" defTabSz="1066800">
            <a:lnSpc>
              <a:spcPct val="90000"/>
            </a:lnSpc>
            <a:spcBef>
              <a:spcPct val="0"/>
            </a:spcBef>
            <a:spcAft>
              <a:spcPct val="35000"/>
            </a:spcAft>
            <a:buNone/>
          </a:pPr>
          <a:r>
            <a:rPr lang="en-US" sz="2400" b="1" kern="1200" dirty="0"/>
            <a:t>Transport</a:t>
          </a:r>
          <a:endParaRPr lang="en-US" sz="2400" kern="1200" dirty="0"/>
        </a:p>
      </dsp:txBody>
      <dsp:txXfrm>
        <a:off x="351354" y="1437670"/>
        <a:ext cx="3058575" cy="399568"/>
      </dsp:txXfrm>
    </dsp:sp>
    <dsp:sp modelId="{C61BC3D8-C1AB-42EF-A30A-EE6B0215FE11}">
      <dsp:nvSpPr>
        <dsp:cNvPr id="0" name=""/>
        <dsp:cNvSpPr/>
      </dsp:nvSpPr>
      <dsp:spPr>
        <a:xfrm>
          <a:off x="0" y="2790354"/>
          <a:ext cx="6594763" cy="10631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1827" tIns="312420" rIns="511827"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Internet Protocol (</a:t>
          </a:r>
          <a:r>
            <a:rPr lang="en-US" sz="1600" kern="1200"/>
            <a:t>IP</a:t>
          </a:r>
          <a:r>
            <a:rPr lang="en-US" sz="1600" kern="1200" dirty="0"/>
            <a:t>), IPSec, Internet Control Message Protocol (ICMP), Address Resolution Protocol (ARP), and Internet Group Management Protocol IGMP</a:t>
          </a:r>
          <a:endParaRPr lang="en-US" sz="1100" kern="1200" dirty="0"/>
        </a:p>
      </dsp:txBody>
      <dsp:txXfrm>
        <a:off x="0" y="2790354"/>
        <a:ext cx="6594763" cy="1063125"/>
      </dsp:txXfrm>
    </dsp:sp>
    <dsp:sp modelId="{DA00E7C2-26BF-43C6-9C07-D5BE8B55D987}">
      <dsp:nvSpPr>
        <dsp:cNvPr id="0" name=""/>
        <dsp:cNvSpPr/>
      </dsp:nvSpPr>
      <dsp:spPr>
        <a:xfrm>
          <a:off x="343593" y="2568954"/>
          <a:ext cx="3157249"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486" tIns="0" rIns="174486" bIns="0" numCol="1" spcCol="1270" anchor="ctr" anchorCtr="0">
          <a:noAutofit/>
        </a:bodyPr>
        <a:lstStyle/>
        <a:p>
          <a:pPr marL="0" lvl="0" indent="0" algn="l" defTabSz="1066800">
            <a:lnSpc>
              <a:spcPct val="90000"/>
            </a:lnSpc>
            <a:spcBef>
              <a:spcPct val="0"/>
            </a:spcBef>
            <a:spcAft>
              <a:spcPct val="35000"/>
            </a:spcAft>
            <a:buNone/>
          </a:pPr>
          <a:r>
            <a:rPr lang="en-US" sz="2400" b="1" kern="1200" dirty="0"/>
            <a:t>Internet</a:t>
          </a:r>
          <a:endParaRPr lang="en-US" sz="2400" kern="1200" dirty="0"/>
        </a:p>
      </dsp:txBody>
      <dsp:txXfrm>
        <a:off x="365209" y="2590570"/>
        <a:ext cx="3114017" cy="399568"/>
      </dsp:txXfrm>
    </dsp:sp>
    <dsp:sp modelId="{6BF05376-2FD7-46C0-A564-3B5B5F782316}">
      <dsp:nvSpPr>
        <dsp:cNvPr id="0" name=""/>
        <dsp:cNvSpPr/>
      </dsp:nvSpPr>
      <dsp:spPr>
        <a:xfrm>
          <a:off x="0" y="4155879"/>
          <a:ext cx="6594763" cy="8505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11827" tIns="312420" rIns="511827"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Serial Line Internet Protocol (SLIP), Purchasing Power Parity (PPP)</a:t>
          </a:r>
        </a:p>
      </dsp:txBody>
      <dsp:txXfrm>
        <a:off x="0" y="4155879"/>
        <a:ext cx="6594763" cy="850500"/>
      </dsp:txXfrm>
    </dsp:sp>
    <dsp:sp modelId="{B073CC66-2AAC-4569-A793-AAA33C84F9C1}">
      <dsp:nvSpPr>
        <dsp:cNvPr id="0" name=""/>
        <dsp:cNvSpPr/>
      </dsp:nvSpPr>
      <dsp:spPr>
        <a:xfrm>
          <a:off x="329738" y="3934479"/>
          <a:ext cx="3111640" cy="442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486" tIns="0" rIns="174486" bIns="0" numCol="1" spcCol="1270" anchor="ctr" anchorCtr="0">
          <a:noAutofit/>
        </a:bodyPr>
        <a:lstStyle/>
        <a:p>
          <a:pPr marL="0" lvl="0" indent="0" algn="l" defTabSz="1066800">
            <a:lnSpc>
              <a:spcPct val="90000"/>
            </a:lnSpc>
            <a:spcBef>
              <a:spcPct val="0"/>
            </a:spcBef>
            <a:spcAft>
              <a:spcPct val="35000"/>
            </a:spcAft>
            <a:buNone/>
          </a:pPr>
          <a:r>
            <a:rPr lang="en-US" sz="2400" b="1" kern="1200" dirty="0"/>
            <a:t>Network Interface</a:t>
          </a:r>
          <a:endParaRPr lang="en-US" sz="2400" kern="1200" dirty="0"/>
        </a:p>
      </dsp:txBody>
      <dsp:txXfrm>
        <a:off x="351354" y="3956095"/>
        <a:ext cx="3068408" cy="39956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F00FF6-AFC5-4441-AC9C-5854E5591C55}">
      <dsp:nvSpPr>
        <dsp:cNvPr id="0" name=""/>
        <dsp:cNvSpPr/>
      </dsp:nvSpPr>
      <dsp:spPr>
        <a:xfrm>
          <a:off x="246746" y="3966"/>
          <a:ext cx="2949866" cy="73746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Create a baseline</a:t>
          </a:r>
        </a:p>
      </dsp:txBody>
      <dsp:txXfrm>
        <a:off x="268346" y="25566"/>
        <a:ext cx="2906666" cy="694266"/>
      </dsp:txXfrm>
    </dsp:sp>
    <dsp:sp modelId="{28469EB6-0B21-4B41-BF47-C4FCC003047B}">
      <dsp:nvSpPr>
        <dsp:cNvPr id="0" name=""/>
        <dsp:cNvSpPr/>
      </dsp:nvSpPr>
      <dsp:spPr>
        <a:xfrm rot="5400000">
          <a:off x="1583405" y="759870"/>
          <a:ext cx="276549" cy="3318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rot="-5400000">
        <a:off x="1622123" y="787525"/>
        <a:ext cx="199115" cy="193584"/>
      </dsp:txXfrm>
    </dsp:sp>
    <dsp:sp modelId="{0E213280-A74C-43FD-A7FD-50687C5E92C2}">
      <dsp:nvSpPr>
        <dsp:cNvPr id="0" name=""/>
        <dsp:cNvSpPr/>
      </dsp:nvSpPr>
      <dsp:spPr>
        <a:xfrm>
          <a:off x="246746" y="1110166"/>
          <a:ext cx="2949866" cy="73746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Capture packets</a:t>
          </a:r>
        </a:p>
      </dsp:txBody>
      <dsp:txXfrm>
        <a:off x="268346" y="1131766"/>
        <a:ext cx="2906666" cy="694266"/>
      </dsp:txXfrm>
    </dsp:sp>
    <dsp:sp modelId="{D627B6BE-9CD1-4163-B2CE-B72E3E6D6D5F}">
      <dsp:nvSpPr>
        <dsp:cNvPr id="0" name=""/>
        <dsp:cNvSpPr/>
      </dsp:nvSpPr>
      <dsp:spPr>
        <a:xfrm rot="5400000">
          <a:off x="1583405" y="1866070"/>
          <a:ext cx="276549" cy="3318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rot="-5400000">
        <a:off x="1622123" y="1893725"/>
        <a:ext cx="199115" cy="193584"/>
      </dsp:txXfrm>
    </dsp:sp>
    <dsp:sp modelId="{DA417D9F-6ECC-46B8-A759-ABBA5BE52830}">
      <dsp:nvSpPr>
        <dsp:cNvPr id="0" name=""/>
        <dsp:cNvSpPr/>
      </dsp:nvSpPr>
      <dsp:spPr>
        <a:xfrm>
          <a:off x="246746" y="2216366"/>
          <a:ext cx="2949866" cy="73746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Analyze packets</a:t>
          </a:r>
        </a:p>
      </dsp:txBody>
      <dsp:txXfrm>
        <a:off x="268346" y="2237966"/>
        <a:ext cx="2906666" cy="694266"/>
      </dsp:txXfrm>
    </dsp:sp>
    <dsp:sp modelId="{CC539040-A5D9-4B31-B31F-624743353323}">
      <dsp:nvSpPr>
        <dsp:cNvPr id="0" name=""/>
        <dsp:cNvSpPr/>
      </dsp:nvSpPr>
      <dsp:spPr>
        <a:xfrm rot="5400000">
          <a:off x="1583405" y="2972269"/>
          <a:ext cx="276549" cy="3318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dirty="0"/>
        </a:p>
      </dsp:txBody>
      <dsp:txXfrm rot="-5400000">
        <a:off x="1622123" y="2999924"/>
        <a:ext cx="199115" cy="193584"/>
      </dsp:txXfrm>
    </dsp:sp>
    <dsp:sp modelId="{909E3367-99E2-4223-A671-5284D2961506}">
      <dsp:nvSpPr>
        <dsp:cNvPr id="0" name=""/>
        <dsp:cNvSpPr/>
      </dsp:nvSpPr>
      <dsp:spPr>
        <a:xfrm>
          <a:off x="246746" y="3322566"/>
          <a:ext cx="2949866" cy="73746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Investigate or resolve</a:t>
          </a:r>
        </a:p>
      </dsp:txBody>
      <dsp:txXfrm>
        <a:off x="268346" y="3344166"/>
        <a:ext cx="2906666" cy="694266"/>
      </dsp:txXfrm>
    </dsp:sp>
  </dsp:spTree>
</dsp:drawing>
</file>

<file path=ppt/diagrams/layout1.xml><?xml version="1.0" encoding="utf-8"?>
<dgm:layoutDef xmlns:dgm="http://schemas.openxmlformats.org/drawingml/2006/diagram" xmlns:a="http://schemas.openxmlformats.org/drawingml/2006/main" uniqueId="urn:diagrams.loki3.com/BracketList+Icon">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parTxLTRAlign" val="r"/>
                <dgm:param type="shpTxLTRAlignCh" val="r"/>
                <dgm:param type="txAnchorVertCh" val="mid"/>
                <dgm:param type="autoTxRot" val="grav"/>
              </dgm:alg>
            </dgm:if>
            <dgm:else name="Name26">
              <dgm:alg type="tx">
                <dgm:param type="parTxLTRAlign" val="l"/>
                <dgm:param type="shpTxLTRAlignCh" val="r"/>
                <dgm:param type="txAnchorVertCh" val="mid"/>
                <dgm:param type="autoTxRot" val="grav"/>
              </dgm:alg>
            </dgm:else>
          </dgm:choose>
          <dgm:choose name="Name27">
            <dgm:if name="Name28" func="var" arg="dir" op="equ" val="norm">
              <dgm:shape xmlns:r="http://schemas.openxmlformats.org/officeDocument/2006/relationships" rot="-90" type="rightArrow" r:blip="" hideGeom="1">
                <dgm:adjLst>
                  <dgm:adj idx="1" val="0.4983"/>
                  <dgm:adj idx="2" val="0.6066"/>
                </dgm:adjLst>
              </dgm:shape>
            </dgm:if>
            <dgm:else name="Name29">
              <dgm:shape xmlns:r="http://schemas.openxmlformats.org/officeDocument/2006/relationships" rot="90" type="leftArrow" r:blip=""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rot="-90" type="rightArrow" r:blip="">
                <dgm:adjLst>
                  <dgm:adj idx="1" val="0.4983"/>
                  <dgm:adj idx="2" val="0.6066"/>
                </dgm:adjLst>
              </dgm:shape>
            </dgm:if>
            <dgm:else name="Name32">
              <dgm:shape xmlns:r="http://schemas.openxmlformats.org/officeDocument/2006/relationships" rot="90" type="leftArrow" r:blip="">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parTxLTRAlign" val="r"/>
                    <dgm:param type="shpTxLTRAlignCh" val="r"/>
                    <dgm:param type="txAnchorVertCh" val="mid"/>
                    <dgm:param type="autoTxRot" val="grav"/>
                  </dgm:alg>
                </dgm:if>
                <dgm:else name="Name37">
                  <dgm:alg type="tx">
                    <dgm:param type="parTxLTRAlign" val="l"/>
                    <dgm:param type="shpTxLTRAlignCh" val="r"/>
                    <dgm:param type="txAnchorVertCh" val="mid"/>
                    <dgm:param type="autoTxRot" val="grav"/>
                  </dgm:alg>
                </dgm:else>
              </dgm:choose>
              <dgm:choose name="Name38">
                <dgm:if name="Name39" func="var" arg="dir" op="equ" val="norm">
                  <dgm:shape xmlns:r="http://schemas.openxmlformats.org/officeDocument/2006/relationships" rot="90" type="rightArrow" r:blip="" hideGeom="1">
                    <dgm:adjLst>
                      <dgm:adj idx="1" val="0.4983"/>
                      <dgm:adj idx="2" val="0.6066"/>
                    </dgm:adjLst>
                  </dgm:shape>
                </dgm:if>
                <dgm:else name="Name40">
                  <dgm:shape xmlns:r="http://schemas.openxmlformats.org/officeDocument/2006/relationships" rot="-90" type="leftArrow" r:blip=""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rot="90" type="rightArrow" r:blip="">
                    <dgm:adjLst>
                      <dgm:adj idx="1" val="0.4983"/>
                      <dgm:adj idx="2" val="0.6066"/>
                    </dgm:adjLst>
                  </dgm:shape>
                </dgm:if>
                <dgm:else name="Name43">
                  <dgm:shape xmlns:r="http://schemas.openxmlformats.org/officeDocument/2006/relationships" rot="-90" type="leftArrow" r:blip="">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0.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1.xml><?xml version="1.0" encoding="utf-8"?>
<dgm:layoutDef xmlns:dgm="http://schemas.openxmlformats.org/drawingml/2006/diagram" xmlns:a="http://schemas.openxmlformats.org/drawingml/2006/main" uniqueId="urn:diagrams.loki3.com/VaryingWidthList+Icon">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56A81824-3A0A-4449-B277-4C4EF2C82C98}" type="datetime1">
              <a:rPr lang="en-US"/>
              <a:pPr>
                <a:defRPr/>
              </a:pPr>
              <a:t>7/3/2017</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17C39099-B8B4-4332-AC94-4BC40256434E}" type="slidenum">
              <a:rPr lang="en-US"/>
              <a:pPr>
                <a:defRPr/>
              </a:pPr>
              <a:t>‹#›</a:t>
            </a:fld>
            <a:endParaRPr lang="en-US" dirty="0"/>
          </a:p>
        </p:txBody>
      </p:sp>
    </p:spTree>
    <p:extLst>
      <p:ext uri="{BB962C8B-B14F-4D97-AF65-F5344CB8AC3E}">
        <p14:creationId xmlns:p14="http://schemas.microsoft.com/office/powerpoint/2010/main" val="28659679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1BABA6E0-89E4-429A-81B3-821B55B4E3D8}" type="datetime1">
              <a:rPr lang="en-US"/>
              <a:pPr>
                <a:defRPr/>
              </a:pPr>
              <a:t>7/3/2017</a:t>
            </a:fld>
            <a:endParaRPr lang="en-US" dirty="0"/>
          </a:p>
        </p:txBody>
      </p:sp>
      <p:sp>
        <p:nvSpPr>
          <p:cNvPr id="2867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059EE265-D607-49AA-A1E4-38CADC22C3FF}" type="slidenum">
              <a:rPr lang="en-US"/>
              <a:pPr>
                <a:defRPr/>
              </a:pPr>
              <a:t>‹#›</a:t>
            </a:fld>
            <a:endParaRPr lang="en-US" dirty="0"/>
          </a:p>
        </p:txBody>
      </p:sp>
    </p:spTree>
    <p:extLst>
      <p:ext uri="{BB962C8B-B14F-4D97-AF65-F5344CB8AC3E}">
        <p14:creationId xmlns:p14="http://schemas.microsoft.com/office/powerpoint/2010/main" val="172363315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30275"/>
            <a:fld id="{0B8C3F24-A87F-48D9-9CF8-C10D302E2D23}" type="slidenum">
              <a:rPr lang="en-US" smtClean="0">
                <a:ea typeface="MS PGothic" pitchFamily="34" charset="-128"/>
              </a:rPr>
              <a:pPr defTabSz="930275"/>
              <a:t>1</a:t>
            </a:fld>
            <a:endParaRPr lang="en-US" dirty="0">
              <a:ea typeface="MS PGothic" pitchFamily="34"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653691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1072500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2045752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p:spPr>
        <p:txBody>
          <a:bodyPr/>
          <a:lstStyle/>
          <a:p>
            <a:r>
              <a:rPr lang="en-US" dirty="0">
                <a:ea typeface="ＭＳ Ｐゴシック" pitchFamily="34" charset="-128"/>
              </a:rPr>
              <a:t>Information that is sent across a network is divided into chunks, called packets. Packets exist in the OSI model at Layer 3 and are typically formatted according to the Internet Protocol—though you may come across many other protocols and their unique formats. Packets are divided into two parts: </a:t>
            </a:r>
          </a:p>
          <a:p>
            <a:pPr marL="171450" indent="-171450">
              <a:buFont typeface="Arial" panose="020B0604020202020204" pitchFamily="34" charset="0"/>
              <a:buChar char="•"/>
            </a:pPr>
            <a:r>
              <a:rPr lang="en-US" dirty="0">
                <a:ea typeface="ＭＳ Ｐゴシック" pitchFamily="34" charset="-128"/>
              </a:rPr>
              <a:t>The header—Contains the address information (to and from as well as any special handling instructions)</a:t>
            </a:r>
          </a:p>
          <a:p>
            <a:pPr marL="171450" indent="-171450">
              <a:buFont typeface="Arial" panose="020B0604020202020204" pitchFamily="34" charset="0"/>
              <a:buChar char="•"/>
            </a:pPr>
            <a:r>
              <a:rPr lang="en-US" dirty="0">
                <a:ea typeface="ＭＳ Ｐゴシック" pitchFamily="34" charset="-128"/>
              </a:rPr>
              <a:t>The payload—Contains the content</a:t>
            </a:r>
          </a:p>
          <a:p>
            <a:endParaRPr lang="en-US" dirty="0">
              <a:ea typeface="ＭＳ Ｐゴシック" pitchFamily="34" charset="-128"/>
            </a:endParaRPr>
          </a:p>
        </p:txBody>
      </p:sp>
      <p:sp>
        <p:nvSpPr>
          <p:cNvPr id="34820" name="Date Placeholder 3"/>
          <p:cNvSpPr>
            <a:spLocks noGrp="1"/>
          </p:cNvSpPr>
          <p:nvPr>
            <p:ph type="dt" sz="quarter" idx="1"/>
          </p:nvPr>
        </p:nvSpPr>
        <p:spPr>
          <a:noFill/>
        </p:spPr>
        <p:txBody>
          <a:bodyPr/>
          <a:lstStyle/>
          <a:p>
            <a:fld id="{405E1C88-B882-4D1C-885B-6B39BCB2AC2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4822" name="Slide Number Placeholder 5"/>
          <p:cNvSpPr>
            <a:spLocks noGrp="1"/>
          </p:cNvSpPr>
          <p:nvPr>
            <p:ph type="sldNum" sz="quarter" idx="5"/>
          </p:nvPr>
        </p:nvSpPr>
        <p:spPr>
          <a:noFill/>
        </p:spPr>
        <p:txBody>
          <a:bodyPr/>
          <a:lstStyle/>
          <a:p>
            <a:fld id="{9EED4516-A898-4299-8641-44DD56E321B8}" type="slidenum">
              <a:rPr lang="en-US" smtClean="0">
                <a:latin typeface="Times New Roman" pitchFamily="18" charset="0"/>
                <a:ea typeface="ＭＳ Ｐゴシック" pitchFamily="34" charset="-128"/>
              </a:rPr>
              <a:pPr/>
              <a:t>4</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3338686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The Ethernet header has the source and destination MAC address.</a:t>
            </a:r>
          </a:p>
          <a:p>
            <a:r>
              <a:rPr lang="en-US" sz="1200" b="0" i="0" u="none" strike="noStrike" kern="1200" baseline="0" dirty="0">
                <a:solidFill>
                  <a:schemeClr val="tx1"/>
                </a:solidFill>
                <a:latin typeface="Times New Roman" pitchFamily="18" charset="0"/>
                <a:ea typeface="+mn-ea"/>
                <a:cs typeface="+mn-cs"/>
              </a:rPr>
              <a:t>• The </a:t>
            </a:r>
            <a:r>
              <a:rPr lang="en-US" sz="1200" b="0" i="0" u="none" strike="noStrike" kern="1200" baseline="0">
                <a:solidFill>
                  <a:schemeClr val="tx1"/>
                </a:solidFill>
                <a:latin typeface="Times New Roman" pitchFamily="18" charset="0"/>
                <a:ea typeface="+mn-ea"/>
                <a:cs typeface="+mn-cs"/>
              </a:rPr>
              <a:t>IP</a:t>
            </a:r>
            <a:r>
              <a:rPr lang="en-US" sz="1200" b="0" i="0" u="none" strike="noStrike" kern="1200" baseline="0" dirty="0">
                <a:solidFill>
                  <a:schemeClr val="tx1"/>
                </a:solidFill>
                <a:latin typeface="Times New Roman" pitchFamily="18" charset="0"/>
                <a:ea typeface="+mn-ea"/>
                <a:cs typeface="+mn-cs"/>
              </a:rPr>
              <a:t> header contains the source </a:t>
            </a:r>
            <a:r>
              <a:rPr lang="en-US" sz="1200" b="0" i="0" u="none" strike="noStrike" kern="1200" baseline="0">
                <a:solidFill>
                  <a:schemeClr val="tx1"/>
                </a:solidFill>
                <a:latin typeface="Times New Roman" pitchFamily="18" charset="0"/>
                <a:ea typeface="+mn-ea"/>
                <a:cs typeface="+mn-cs"/>
              </a:rPr>
              <a:t>IP</a:t>
            </a:r>
            <a:r>
              <a:rPr lang="en-US" sz="1200" b="0" i="0" u="none" strike="noStrike" kern="1200" baseline="0" dirty="0">
                <a:solidFill>
                  <a:schemeClr val="tx1"/>
                </a:solidFill>
                <a:latin typeface="Times New Roman" pitchFamily="18" charset="0"/>
                <a:ea typeface="+mn-ea"/>
                <a:cs typeface="+mn-cs"/>
              </a:rPr>
              <a:t> address, the destination </a:t>
            </a:r>
            <a:r>
              <a:rPr lang="en-US" sz="1200" b="0" i="0" u="none" strike="noStrike" kern="1200" baseline="0">
                <a:solidFill>
                  <a:schemeClr val="tx1"/>
                </a:solidFill>
                <a:latin typeface="Times New Roman" pitchFamily="18" charset="0"/>
                <a:ea typeface="+mn-ea"/>
                <a:cs typeface="+mn-cs"/>
              </a:rPr>
              <a:t>IP</a:t>
            </a:r>
            <a:r>
              <a:rPr lang="en-US" sz="1200" b="0" i="0" u="none" strike="noStrike" kern="1200" baseline="0" dirty="0">
                <a:solidFill>
                  <a:schemeClr val="tx1"/>
                </a:solidFill>
                <a:latin typeface="Times New Roman" pitchFamily="18" charset="0"/>
                <a:ea typeface="+mn-ea"/>
                <a:cs typeface="+mn-cs"/>
              </a:rPr>
              <a:t> address, and the protocol number of the protocol in the </a:t>
            </a:r>
            <a:r>
              <a:rPr lang="en-US" sz="1200" b="0" i="0" u="none" strike="noStrike" kern="1200" baseline="0">
                <a:solidFill>
                  <a:schemeClr val="tx1"/>
                </a:solidFill>
                <a:latin typeface="Times New Roman" pitchFamily="18" charset="0"/>
                <a:ea typeface="+mn-ea"/>
                <a:cs typeface="+mn-cs"/>
              </a:rPr>
              <a:t>IP</a:t>
            </a:r>
            <a:r>
              <a:rPr lang="en-US" sz="1200" b="0" i="0" u="none" strike="noStrike" kern="1200" baseline="0" dirty="0">
                <a:solidFill>
                  <a:schemeClr val="tx1"/>
                </a:solidFill>
                <a:latin typeface="Times New Roman" pitchFamily="18" charset="0"/>
                <a:ea typeface="+mn-ea"/>
                <a:cs typeface="+mn-cs"/>
              </a:rPr>
              <a:t> packet’s payload. These are critical</a:t>
            </a:r>
          </a:p>
          <a:p>
            <a:r>
              <a:rPr lang="en-US" sz="1200" b="0" i="0" u="none" strike="noStrike" kern="1200" baseline="0" dirty="0">
                <a:solidFill>
                  <a:schemeClr val="tx1"/>
                </a:solidFill>
                <a:latin typeface="Times New Roman" pitchFamily="18" charset="0"/>
                <a:ea typeface="+mn-ea"/>
                <a:cs typeface="+mn-cs"/>
              </a:rPr>
              <a:t>pieces of information.</a:t>
            </a:r>
          </a:p>
          <a:p>
            <a:r>
              <a:rPr lang="en-US" sz="1200" b="0" i="0" u="none" strike="noStrike" kern="1200" baseline="0" dirty="0">
                <a:solidFill>
                  <a:schemeClr val="tx1"/>
                </a:solidFill>
                <a:latin typeface="Times New Roman" pitchFamily="18" charset="0"/>
                <a:ea typeface="+mn-ea"/>
                <a:cs typeface="+mn-cs"/>
              </a:rPr>
              <a:t>• The TCP header contains the source port, destination port, a sequence number, and several other fields. The sequence number is very important to network traffic; for example, knowing this is packet 4 of 10 is important. The TCP header also has synchronization bits that are used to establish and terminate communications between both communicating parties.</a:t>
            </a:r>
          </a:p>
          <a:p>
            <a:r>
              <a:rPr lang="en-US" sz="1200" b="0" i="0" u="none" strike="noStrike" kern="1200" baseline="0" dirty="0">
                <a:solidFill>
                  <a:schemeClr val="tx1"/>
                </a:solidFill>
                <a:latin typeface="Times New Roman" pitchFamily="18" charset="0"/>
                <a:ea typeface="+mn-ea"/>
                <a:cs typeface="+mn-cs"/>
              </a:rPr>
              <a:t>• It is also possible that certain types of traffic will have a User Datagram Protocol (UDP) header instead of a TCP header. A UDP header still has a source and destination port number, but it lacks a sequence number and synchronization bits.</a:t>
            </a:r>
            <a:endParaRPr lang="en-US" dirty="0">
              <a:ea typeface="ＭＳ Ｐゴシック" pitchFamily="34" charset="-128"/>
            </a:endParaRPr>
          </a:p>
        </p:txBody>
      </p:sp>
      <p:sp>
        <p:nvSpPr>
          <p:cNvPr id="33796" name="Date Placeholder 3"/>
          <p:cNvSpPr>
            <a:spLocks noGrp="1"/>
          </p:cNvSpPr>
          <p:nvPr>
            <p:ph type="dt" sz="quarter" idx="1"/>
          </p:nvPr>
        </p:nvSpPr>
        <p:spPr>
          <a:noFill/>
        </p:spPr>
        <p:txBody>
          <a:bodyPr/>
          <a:lstStyle/>
          <a:p>
            <a:fld id="{5B2AD763-50D8-488F-80FA-E6D985340D0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3798" name="Slide Number Placeholder 5"/>
          <p:cNvSpPr>
            <a:spLocks noGrp="1"/>
          </p:cNvSpPr>
          <p:nvPr>
            <p:ph type="sldNum" sz="quarter" idx="5"/>
          </p:nvPr>
        </p:nvSpPr>
        <p:spPr>
          <a:noFill/>
        </p:spPr>
        <p:txBody>
          <a:bodyPr/>
          <a:lstStyle/>
          <a:p>
            <a:fld id="{9D913640-8216-44A0-B2D8-922104407B16}" type="slidenum">
              <a:rPr lang="en-US" smtClean="0">
                <a:latin typeface="Times New Roman" pitchFamily="18" charset="0"/>
                <a:ea typeface="ＭＳ Ｐゴシック" pitchFamily="34" charset="-128"/>
              </a:rPr>
              <a:pPr/>
              <a:t>5</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9228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URG (1 bit)—Traffic is marked as urgent, though this bit is rarely used. It is more common that the </a:t>
            </a:r>
            <a:r>
              <a:rPr lang="en-US" sz="1200" b="0" i="0" u="none" strike="noStrike" kern="1200" baseline="0">
                <a:solidFill>
                  <a:schemeClr val="tx1"/>
                </a:solidFill>
                <a:latin typeface="Times New Roman" pitchFamily="18" charset="0"/>
                <a:ea typeface="+mn-ea"/>
                <a:cs typeface="+mn-cs"/>
              </a:rPr>
              <a:t>IP</a:t>
            </a:r>
            <a:r>
              <a:rPr lang="en-US" sz="1200" b="0" i="0" u="none" strike="noStrike" kern="1200" baseline="0" dirty="0">
                <a:solidFill>
                  <a:schemeClr val="tx1"/>
                </a:solidFill>
                <a:latin typeface="Times New Roman" pitchFamily="18" charset="0"/>
                <a:ea typeface="+mn-ea"/>
                <a:cs typeface="+mn-cs"/>
              </a:rPr>
              <a:t> precedence bits are used for priority when there is a need.</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ACK (1 bit)—This bit acknowledges the attempt to synchronize communications.</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RST (1 bit)—The RST bit resets the connection.</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SYN (1 bit)—This bit synchronizes sequence numbers.</a:t>
            </a:r>
          </a:p>
          <a:p>
            <a:pPr marL="171450" indent="-171450">
              <a:buFont typeface="Arial" pitchFamily="34" charset="0"/>
              <a:buChar char="•"/>
            </a:pPr>
            <a:r>
              <a:rPr lang="en-US" sz="1200" b="0" i="0" u="none" strike="noStrike" kern="1200" baseline="0" dirty="0">
                <a:solidFill>
                  <a:schemeClr val="tx1"/>
                </a:solidFill>
                <a:latin typeface="Times New Roman" pitchFamily="18" charset="0"/>
                <a:ea typeface="+mn-ea"/>
                <a:cs typeface="+mn-cs"/>
              </a:rPr>
              <a:t>FIN (1 bit)—This bit indicates there is no more data from the sender.</a:t>
            </a:r>
            <a:endParaRPr lang="en-US" dirty="0">
              <a:ea typeface="ＭＳ Ｐゴシック" pitchFamily="34" charset="-128"/>
            </a:endParaRPr>
          </a:p>
        </p:txBody>
      </p:sp>
      <p:sp>
        <p:nvSpPr>
          <p:cNvPr id="33796" name="Date Placeholder 3"/>
          <p:cNvSpPr>
            <a:spLocks noGrp="1"/>
          </p:cNvSpPr>
          <p:nvPr>
            <p:ph type="dt" sz="quarter" idx="1"/>
          </p:nvPr>
        </p:nvSpPr>
        <p:spPr>
          <a:noFill/>
        </p:spPr>
        <p:txBody>
          <a:bodyPr/>
          <a:lstStyle/>
          <a:p>
            <a:fld id="{5B2AD763-50D8-488F-80FA-E6D985340D0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3798" name="Slide Number Placeholder 5"/>
          <p:cNvSpPr>
            <a:spLocks noGrp="1"/>
          </p:cNvSpPr>
          <p:nvPr>
            <p:ph type="sldNum" sz="quarter" idx="5"/>
          </p:nvPr>
        </p:nvSpPr>
        <p:spPr>
          <a:noFill/>
        </p:spPr>
        <p:txBody>
          <a:bodyPr/>
          <a:lstStyle/>
          <a:p>
            <a:fld id="{9D913640-8216-44A0-B2D8-922104407B16}" type="slidenum">
              <a:rPr lang="en-US" smtClean="0">
                <a:latin typeface="Times New Roman" pitchFamily="18" charset="0"/>
                <a:ea typeface="ＭＳ Ｐゴシック" pitchFamily="34" charset="-128"/>
              </a:rPr>
              <a:pPr/>
              <a:t>6</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390009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r>
              <a:rPr lang="en-US" dirty="0">
                <a:ea typeface="ＭＳ Ｐゴシック" pitchFamily="34" charset="-128"/>
              </a:rPr>
              <a:t>The TCP three-way handshake used by TCP establishes a session between two systems.</a:t>
            </a:r>
          </a:p>
          <a:p>
            <a:endParaRPr lang="en-US" dirty="0">
              <a:ea typeface="ＭＳ Ｐゴシック" pitchFamily="34" charset="-128"/>
            </a:endParaRPr>
          </a:p>
          <a:p>
            <a:r>
              <a:rPr lang="en-US" dirty="0">
                <a:ea typeface="ＭＳ Ｐゴシック" pitchFamily="34" charset="-128"/>
              </a:rPr>
              <a:t>The first system sends a packet with the SYN flag set.</a:t>
            </a:r>
          </a:p>
          <a:p>
            <a:endParaRPr lang="en-US" dirty="0">
              <a:ea typeface="ＭＳ Ｐゴシック" pitchFamily="34" charset="-128"/>
            </a:endParaRPr>
          </a:p>
          <a:p>
            <a:r>
              <a:rPr lang="en-US" dirty="0">
                <a:ea typeface="ＭＳ Ｐゴシック" pitchFamily="34" charset="-128"/>
              </a:rPr>
              <a:t>The second system responds with a packet that has the SYN and ACK flags set.</a:t>
            </a:r>
          </a:p>
          <a:p>
            <a:endParaRPr lang="en-US" dirty="0">
              <a:ea typeface="ＭＳ Ｐゴシック" pitchFamily="34" charset="-128"/>
            </a:endParaRPr>
          </a:p>
          <a:p>
            <a:r>
              <a:rPr lang="en-US" dirty="0">
                <a:ea typeface="ＭＳ Ｐゴシック" pitchFamily="34" charset="-128"/>
              </a:rPr>
              <a:t>The first system responds with a packet with the ACK flag set.</a:t>
            </a:r>
          </a:p>
          <a:p>
            <a:endParaRPr lang="en-US" dirty="0">
              <a:ea typeface="ＭＳ Ｐゴシック" pitchFamily="34" charset="-128"/>
            </a:endParaRPr>
          </a:p>
          <a:p>
            <a:r>
              <a:rPr lang="en-US" dirty="0">
                <a:ea typeface="ＭＳ Ｐゴシック" pitchFamily="34" charset="-128"/>
              </a:rPr>
              <a:t>The two systems have now started a session.</a:t>
            </a:r>
          </a:p>
        </p:txBody>
      </p:sp>
      <p:sp>
        <p:nvSpPr>
          <p:cNvPr id="45060" name="Date Placeholder 3"/>
          <p:cNvSpPr>
            <a:spLocks noGrp="1"/>
          </p:cNvSpPr>
          <p:nvPr>
            <p:ph type="dt" sz="quarter" idx="1"/>
          </p:nvPr>
        </p:nvSpPr>
        <p:spPr>
          <a:noFill/>
        </p:spPr>
        <p:txBody>
          <a:bodyPr/>
          <a:lstStyle/>
          <a:p>
            <a:fld id="{EA913C55-97D7-44D5-8611-98477403C6AF}"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45062" name="Slide Number Placeholder 5"/>
          <p:cNvSpPr>
            <a:spLocks noGrp="1"/>
          </p:cNvSpPr>
          <p:nvPr>
            <p:ph type="sldNum" sz="quarter" idx="5"/>
          </p:nvPr>
        </p:nvSpPr>
        <p:spPr>
          <a:noFill/>
        </p:spPr>
        <p:txBody>
          <a:bodyPr/>
          <a:lstStyle/>
          <a:p>
            <a:fld id="{9462C46D-730A-4A8C-AD4C-F36AF2F819E1}" type="slidenum">
              <a:rPr lang="en-US" smtClean="0">
                <a:latin typeface="Times New Roman" pitchFamily="18" charset="0"/>
                <a:ea typeface="ＭＳ Ｐゴシック" pitchFamily="34" charset="-128"/>
              </a:rPr>
              <a:pPr/>
              <a:t>7</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0392770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r>
              <a:rPr lang="en-US" dirty="0">
                <a:ea typeface="ＭＳ Ｐゴシック" pitchFamily="34" charset="-128"/>
              </a:rPr>
              <a:t>Because a TCP connection is two-way, it needs to be “torn down” in both directions.</a:t>
            </a:r>
          </a:p>
          <a:p>
            <a:endParaRPr lang="en-US" dirty="0">
              <a:ea typeface="ＭＳ Ｐゴシック" pitchFamily="34" charset="-128"/>
            </a:endParaRPr>
          </a:p>
          <a:p>
            <a:r>
              <a:rPr lang="en-US" dirty="0">
                <a:ea typeface="ＭＳ Ｐゴシック" pitchFamily="34" charset="-128"/>
              </a:rPr>
              <a:t>The TCP connection termination process uses four packets.</a:t>
            </a:r>
          </a:p>
          <a:p>
            <a:endParaRPr lang="en-US" dirty="0">
              <a:ea typeface="ＭＳ Ｐゴシック" pitchFamily="34" charset="-128"/>
            </a:endParaRPr>
          </a:p>
          <a:p>
            <a:r>
              <a:rPr lang="en-US" dirty="0">
                <a:ea typeface="ＭＳ Ｐゴシック" pitchFamily="34" charset="-128"/>
              </a:rPr>
              <a:t>The first system sends a TCP packet with the ACK and FIN flags set requesting termination.</a:t>
            </a:r>
          </a:p>
          <a:p>
            <a:endParaRPr lang="en-US" dirty="0">
              <a:ea typeface="ＭＳ Ｐゴシック" pitchFamily="34" charset="-128"/>
            </a:endParaRPr>
          </a:p>
          <a:p>
            <a:r>
              <a:rPr lang="en-US" dirty="0">
                <a:ea typeface="ＭＳ Ｐゴシック" pitchFamily="34" charset="-128"/>
              </a:rPr>
              <a:t>The second system sends an ACK response.</a:t>
            </a:r>
          </a:p>
          <a:p>
            <a:endParaRPr lang="en-US" dirty="0">
              <a:ea typeface="ＭＳ Ｐゴシック" pitchFamily="34" charset="-128"/>
            </a:endParaRPr>
          </a:p>
          <a:p>
            <a:r>
              <a:rPr lang="en-US" dirty="0">
                <a:ea typeface="ＭＳ Ｐゴシック" pitchFamily="34" charset="-128"/>
              </a:rPr>
              <a:t>The second system then sends a packet with ACK and FIN flags set.</a:t>
            </a:r>
          </a:p>
          <a:p>
            <a:endParaRPr lang="en-US" dirty="0">
              <a:ea typeface="ＭＳ Ｐゴシック" pitchFamily="34" charset="-128"/>
            </a:endParaRPr>
          </a:p>
          <a:p>
            <a:r>
              <a:rPr lang="en-US" dirty="0">
                <a:ea typeface="ＭＳ Ｐゴシック" pitchFamily="34" charset="-128"/>
              </a:rPr>
              <a:t>The first system returns an ACK response.</a:t>
            </a:r>
          </a:p>
        </p:txBody>
      </p:sp>
      <p:sp>
        <p:nvSpPr>
          <p:cNvPr id="46084" name="Date Placeholder 3"/>
          <p:cNvSpPr>
            <a:spLocks noGrp="1"/>
          </p:cNvSpPr>
          <p:nvPr>
            <p:ph type="dt" sz="quarter" idx="1"/>
          </p:nvPr>
        </p:nvSpPr>
        <p:spPr>
          <a:noFill/>
        </p:spPr>
        <p:txBody>
          <a:bodyPr/>
          <a:lstStyle/>
          <a:p>
            <a:fld id="{B1357352-2267-4A26-AD58-84DC0AF23201}"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46086" name="Slide Number Placeholder 5"/>
          <p:cNvSpPr>
            <a:spLocks noGrp="1"/>
          </p:cNvSpPr>
          <p:nvPr>
            <p:ph type="sldNum" sz="quarter" idx="5"/>
          </p:nvPr>
        </p:nvSpPr>
        <p:spPr>
          <a:noFill/>
        </p:spPr>
        <p:txBody>
          <a:bodyPr/>
          <a:lstStyle/>
          <a:p>
            <a:fld id="{FB5F16BC-C978-4627-87A2-3DCDD4176381}" type="slidenum">
              <a:rPr lang="en-US" smtClean="0">
                <a:latin typeface="Times New Roman" pitchFamily="18" charset="0"/>
                <a:ea typeface="ＭＳ Ｐゴシック" pitchFamily="34" charset="-128"/>
              </a:rPr>
              <a:pPr/>
              <a:t>8</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621790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r>
              <a:rPr lang="en-US" dirty="0">
                <a:ea typeface="ＭＳ Ｐゴシック" pitchFamily="34" charset="-128"/>
              </a:rPr>
              <a:t>Sometimes a host may need to terminate a connection quickly, due to a port being unreachable or a timeout, for example.</a:t>
            </a:r>
          </a:p>
          <a:p>
            <a:endParaRPr lang="en-US" dirty="0">
              <a:ea typeface="ＭＳ Ｐゴシック" pitchFamily="34" charset="-128"/>
            </a:endParaRPr>
          </a:p>
          <a:p>
            <a:r>
              <a:rPr lang="en-US" dirty="0">
                <a:ea typeface="ＭＳ Ｐゴシック" pitchFamily="34" charset="-128"/>
              </a:rPr>
              <a:t>Can send a Reset (RST) packet. </a:t>
            </a:r>
          </a:p>
          <a:p>
            <a:endParaRPr lang="en-US" dirty="0">
              <a:ea typeface="ＭＳ Ｐゴシック" pitchFamily="34" charset="-128"/>
            </a:endParaRPr>
          </a:p>
          <a:p>
            <a:r>
              <a:rPr lang="en-US" dirty="0">
                <a:ea typeface="ＭＳ Ｐゴシック" pitchFamily="34" charset="-128"/>
              </a:rPr>
              <a:t>Initial SYN packet should never have FIN or RST associated with it. Indicates an attack/malicious attempt to get by your firewall.</a:t>
            </a:r>
          </a:p>
          <a:p>
            <a:endParaRPr lang="en-US" dirty="0">
              <a:ea typeface="ＭＳ Ｐゴシック" pitchFamily="34" charset="-128"/>
            </a:endParaRPr>
          </a:p>
          <a:p>
            <a:r>
              <a:rPr lang="en-US" dirty="0">
                <a:ea typeface="ＭＳ Ｐゴシック" pitchFamily="34" charset="-128"/>
              </a:rPr>
              <a:t> </a:t>
            </a:r>
          </a:p>
        </p:txBody>
      </p:sp>
      <p:sp>
        <p:nvSpPr>
          <p:cNvPr id="47108" name="Date Placeholder 3"/>
          <p:cNvSpPr>
            <a:spLocks noGrp="1"/>
          </p:cNvSpPr>
          <p:nvPr>
            <p:ph type="dt" sz="quarter" idx="1"/>
          </p:nvPr>
        </p:nvSpPr>
        <p:spPr>
          <a:noFill/>
        </p:spPr>
        <p:txBody>
          <a:bodyPr/>
          <a:lstStyle/>
          <a:p>
            <a:fld id="{760ABFBC-2696-4420-B9A5-A0B57A1CBDA2}"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47110" name="Slide Number Placeholder 5"/>
          <p:cNvSpPr>
            <a:spLocks noGrp="1"/>
          </p:cNvSpPr>
          <p:nvPr>
            <p:ph type="sldNum" sz="quarter" idx="5"/>
          </p:nvPr>
        </p:nvSpPr>
        <p:spPr>
          <a:noFill/>
        </p:spPr>
        <p:txBody>
          <a:bodyPr/>
          <a:lstStyle/>
          <a:p>
            <a:fld id="{1DB1EA07-5C71-49F3-8DAD-5D20D9117EF1}" type="slidenum">
              <a:rPr lang="en-US" smtClean="0">
                <a:latin typeface="Times New Roman" pitchFamily="18" charset="0"/>
                <a:ea typeface="ＭＳ Ｐゴシック" pitchFamily="34" charset="-128"/>
              </a:rPr>
              <a:pPr/>
              <a:t>9</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761595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10</a:t>
            </a:fld>
            <a:endParaRPr lang="en-US" dirty="0"/>
          </a:p>
        </p:txBody>
      </p:sp>
    </p:spTree>
    <p:extLst>
      <p:ext uri="{BB962C8B-B14F-4D97-AF65-F5344CB8AC3E}">
        <p14:creationId xmlns:p14="http://schemas.microsoft.com/office/powerpoint/2010/main" val="3136772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11</a:t>
            </a:fld>
            <a:endParaRPr lang="en-US" dirty="0"/>
          </a:p>
        </p:txBody>
      </p:sp>
    </p:spTree>
    <p:extLst>
      <p:ext uri="{BB962C8B-B14F-4D97-AF65-F5344CB8AC3E}">
        <p14:creationId xmlns:p14="http://schemas.microsoft.com/office/powerpoint/2010/main" val="3341627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12</a:t>
            </a:fld>
            <a:endParaRPr lang="en-US" dirty="0"/>
          </a:p>
        </p:txBody>
      </p:sp>
    </p:spTree>
    <p:extLst>
      <p:ext uri="{BB962C8B-B14F-4D97-AF65-F5344CB8AC3E}">
        <p14:creationId xmlns:p14="http://schemas.microsoft.com/office/powerpoint/2010/main" val="921427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The TCP (OSI model Layer 4) and </a:t>
            </a:r>
            <a:r>
              <a:rPr lang="en-US"/>
              <a:t>IP</a:t>
            </a:r>
            <a:r>
              <a:rPr lang="en-US" dirty="0"/>
              <a:t> (OSI model Layer 3) portions of a unit of information transfer contain only a header and payload. However, if the Layer 2 portion of a unit of information transfer is analyzed, then in addition to a header and payload, there is also a part at the end called the trailer.</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13</a:t>
            </a:fld>
            <a:endParaRPr lang="en-US" dirty="0"/>
          </a:p>
        </p:txBody>
      </p:sp>
    </p:spTree>
    <p:extLst>
      <p:ext uri="{BB962C8B-B14F-4D97-AF65-F5344CB8AC3E}">
        <p14:creationId xmlns:p14="http://schemas.microsoft.com/office/powerpoint/2010/main" val="2981517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Ethernet uses a 32-bit cyclic redundancy check (CRC). The sender calculates the CRC using a very complex calculation on the source address, destination address, length, payload, and pad, if any. The four-octet (32-bit) result is stored in the trailer by the sender and the frame is transmitted. The receiving device repeats the exact same calculation as the sender and compares the result with the value stored in the trailer. </a:t>
            </a:r>
          </a:p>
          <a:p>
            <a:pPr marL="0" indent="0">
              <a:buFont typeface="Arial" pitchFamily="34" charset="0"/>
              <a:buNone/>
            </a:pPr>
            <a:endParaRPr lang="en-US" dirty="0"/>
          </a:p>
          <a:p>
            <a:pPr marL="0" indent="0">
              <a:buFont typeface="Arial" pitchFamily="34" charset="0"/>
              <a:buNone/>
            </a:pPr>
            <a:r>
              <a:rPr lang="en-US" dirty="0"/>
              <a:t>If the values match, the frame is good and the frame is processed. But if the values do not match, the receiving device has a decision to make. The decision is made consistently based upon the protocol involved.</a:t>
            </a:r>
          </a:p>
          <a:p>
            <a:pPr marL="0" indent="0">
              <a:buFont typeface="Arial" pitchFamily="34" charset="0"/>
              <a:buNone/>
            </a:pPr>
            <a:endParaRPr lang="en-US" dirty="0"/>
          </a:p>
          <a:p>
            <a:pPr marL="0" indent="0">
              <a:buFont typeface="Arial" pitchFamily="34" charset="0"/>
              <a:buNone/>
            </a:pPr>
            <a:r>
              <a:rPr lang="en-US" dirty="0"/>
              <a:t>In the case of Ethernet, the receiver discards the errored frame and sends no indication whatsoever that the frame has been discarded. The receiver usually</a:t>
            </a:r>
          </a:p>
          <a:p>
            <a:pPr marL="0" indent="0">
              <a:buFont typeface="Arial" pitchFamily="34" charset="0"/>
              <a:buNone/>
            </a:pPr>
            <a:r>
              <a:rPr lang="en-US" dirty="0"/>
              <a:t>does, however, update some internal counter, which can be queried to say how many frames were discarded. There is also a counter that says how many frames arrived and passed the CRC check.</a:t>
            </a:r>
          </a:p>
          <a:p>
            <a:pPr marL="0" indent="0">
              <a:buFont typeface="Arial" pitchFamily="34" charset="0"/>
              <a:buNone/>
            </a:pPr>
            <a:endParaRPr lang="en-US" dirty="0"/>
          </a:p>
          <a:p>
            <a:pPr marL="0" indent="0">
              <a:buFont typeface="Arial" pitchFamily="34" charset="0"/>
              <a:buNone/>
            </a:pPr>
            <a:r>
              <a:rPr lang="en-US" dirty="0"/>
              <a:t>Ethernet relies on the fact that an upper-layer protocol may or may not request a retransmission of the errored frame or may or may not do something else, based on how the protocol works. In the case of Internet Protocol, there is, likewise, not a retransmission request for an errored or missing frame, nor is there a retransmission request in the UDP protocol. TCP, on the other hand, does request a retransmission. If a frame does not pass the CRC check of Ethernet, it is discarded. TCP knows that Ethernet discarded a frame because of the sequence number in the TCP header. If a lower-level frame is discarded, and therefore is missing from the sequence, then TCP will request a retransmission. It will also usually request a retransmission in the case of a sequence error.</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14</a:t>
            </a:fld>
            <a:endParaRPr lang="en-US" dirty="0"/>
          </a:p>
        </p:txBody>
      </p:sp>
    </p:spTree>
    <p:extLst>
      <p:ext uri="{BB962C8B-B14F-4D97-AF65-F5344CB8AC3E}">
        <p14:creationId xmlns:p14="http://schemas.microsoft.com/office/powerpoint/2010/main" val="3854681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15</a:t>
            </a:fld>
            <a:endParaRPr lang="en-US" dirty="0"/>
          </a:p>
        </p:txBody>
      </p:sp>
    </p:spTree>
    <p:extLst>
      <p:ext uri="{BB962C8B-B14F-4D97-AF65-F5344CB8AC3E}">
        <p14:creationId xmlns:p14="http://schemas.microsoft.com/office/powerpoint/2010/main" val="1900743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Consider the information you gather from these ports.</a:t>
            </a:r>
          </a:p>
          <a:p>
            <a:pPr marL="0" indent="0">
              <a:buFont typeface="Arial" pitchFamily="34" charset="0"/>
              <a:buNone/>
            </a:pPr>
            <a:endParaRPr lang="en-US" dirty="0"/>
          </a:p>
          <a:p>
            <a:pPr marL="0" indent="0">
              <a:buFont typeface="Arial" pitchFamily="34" charset="0"/>
              <a:buNone/>
            </a:pPr>
            <a:r>
              <a:rPr lang="en-US" dirty="0"/>
              <a:t>Assume you capture traffic going to and from a database server on port 21. This means someone is using FTP to upload or download files with that server. But you</a:t>
            </a:r>
          </a:p>
          <a:p>
            <a:pPr marL="0" indent="0">
              <a:buFont typeface="Arial" pitchFamily="34" charset="0"/>
              <a:buNone/>
            </a:pPr>
            <a:r>
              <a:rPr lang="en-US" dirty="0"/>
              <a:t>query the network administrator and find he or she doesn’t use FTP on his or her database server. This is likely a sign of an intruder or, at the very least, of an insider who is not adhering to system policy.</a:t>
            </a:r>
          </a:p>
          <a:p>
            <a:pPr marL="0" indent="0">
              <a:buFont typeface="Arial" pitchFamily="34" charset="0"/>
              <a:buNone/>
            </a:pPr>
            <a:endParaRPr lang="en-US" dirty="0"/>
          </a:p>
          <a:p>
            <a:pPr marL="0" indent="0">
              <a:buFont typeface="Arial" pitchFamily="34" charset="0"/>
              <a:buNone/>
            </a:pPr>
            <a:r>
              <a:rPr lang="en-US" dirty="0"/>
              <a:t>Frequent attempts to connect to a web server on port 23 (Telnet) is evidence of a well-known old hacker trick, which is to attempt to telnet into a web server and grab the server’s banner or banners. This allows the hacker to determine the exact operating system and web server running unless the system administrator has modified the banner to avoid this hacker trick. </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16</a:t>
            </a:fld>
            <a:endParaRPr lang="en-US" dirty="0"/>
          </a:p>
        </p:txBody>
      </p:sp>
    </p:spTree>
    <p:extLst>
      <p:ext uri="{BB962C8B-B14F-4D97-AF65-F5344CB8AC3E}">
        <p14:creationId xmlns:p14="http://schemas.microsoft.com/office/powerpoint/2010/main" val="4002528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These are utilities that give an intruder complete access to the target system.</a:t>
            </a:r>
          </a:p>
          <a:p>
            <a:pPr marL="0" indent="0">
              <a:buFont typeface="Arial" pitchFamily="34" charset="0"/>
              <a:buNone/>
            </a:pPr>
            <a:endParaRPr lang="en-US" dirty="0"/>
          </a:p>
          <a:p>
            <a:pPr marL="0" indent="0">
              <a:buFont typeface="Arial" pitchFamily="34" charset="0"/>
              <a:buNone/>
            </a:pPr>
            <a:r>
              <a:rPr lang="en-US" dirty="0"/>
              <a:t>Only Timbuktu has any legitimate use. Timbuktu is an open source alternative to PC Anywhere. It allows program users to log on to a remote system and work just like they were sitting in front of the desktop. It is possible that technical support personnel are using Timbuktu to make support calls more efficient. But it is also possible that an intruder is logging on and taking over the system.</a:t>
            </a:r>
          </a:p>
          <a:p>
            <a:pPr marL="0" indent="0">
              <a:buFont typeface="Arial" pitchFamily="34" charset="0"/>
              <a:buNone/>
            </a:pPr>
            <a:endParaRPr lang="en-US" dirty="0"/>
          </a:p>
          <a:p>
            <a:pPr marL="0" indent="0">
              <a:buFont typeface="Arial" pitchFamily="34" charset="0"/>
              <a:buNone/>
            </a:pPr>
            <a:r>
              <a:rPr lang="en-US" dirty="0"/>
              <a:t>The other items are examples of backdoor hacker software with no legitimate use.</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17</a:t>
            </a:fld>
            <a:endParaRPr lang="en-US" dirty="0"/>
          </a:p>
        </p:txBody>
      </p:sp>
    </p:spTree>
    <p:extLst>
      <p:ext uri="{BB962C8B-B14F-4D97-AF65-F5344CB8AC3E}">
        <p14:creationId xmlns:p14="http://schemas.microsoft.com/office/powerpoint/2010/main" val="446044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18</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3963096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19</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4575667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20</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7867211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21</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1342274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22</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880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23</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16556955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24</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6486378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25</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40555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26</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1526319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r>
              <a:rPr lang="en-US" sz="1000" dirty="0"/>
              <a:t>Forensic network analysis uses tools and techniques of the network trade. Network monitoring helps get the “big picture” perspective, an insight into how networks and systems behave. Network analysis takes a deeper look at the traces between systems, networks, and intruders.</a:t>
            </a:r>
          </a:p>
          <a:p>
            <a:endParaRPr lang="en-US" sz="1000" dirty="0"/>
          </a:p>
          <a:p>
            <a:pPr>
              <a:spcAft>
                <a:spcPts val="1000"/>
              </a:spcAft>
            </a:pPr>
            <a:r>
              <a:rPr lang="en-US" sz="1400" dirty="0"/>
              <a:t>Also referred to as “network forensic analysis.” Analysis of network data to reconstruct network activity over a specific period of time</a:t>
            </a:r>
          </a:p>
          <a:p>
            <a:pPr>
              <a:spcAft>
                <a:spcPts val="1000"/>
              </a:spcAft>
            </a:pPr>
            <a:r>
              <a:rPr lang="en-US" sz="1400" dirty="0"/>
              <a:t>Commonly used to:</a:t>
            </a:r>
          </a:p>
          <a:p>
            <a:pPr marL="742950" lvl="1" indent="-285750">
              <a:spcAft>
                <a:spcPts val="1000"/>
              </a:spcAft>
              <a:buFontTx/>
              <a:buChar char="•"/>
            </a:pPr>
            <a:r>
              <a:rPr lang="en-US" sz="1600" dirty="0"/>
              <a:t>Reconstruct the sequence of events that took place during a network-based security incident</a:t>
            </a:r>
          </a:p>
          <a:p>
            <a:pPr marL="742950" lvl="1" indent="-285750">
              <a:spcAft>
                <a:spcPts val="1000"/>
              </a:spcAft>
              <a:buFontTx/>
              <a:buChar char="•"/>
            </a:pPr>
            <a:r>
              <a:rPr lang="en-US" sz="1600" dirty="0"/>
              <a:t>Discover the source of security policy violations, vulnerabilities, or information assurance breaches</a:t>
            </a:r>
          </a:p>
          <a:p>
            <a:pPr marL="742950" lvl="1" indent="-285750">
              <a:spcAft>
                <a:spcPts val="1000"/>
              </a:spcAft>
              <a:buFontTx/>
              <a:buChar char="•"/>
            </a:pPr>
            <a:r>
              <a:rPr lang="en-US" sz="1600" dirty="0"/>
              <a:t>Investigate individuals suspected of crimes</a:t>
            </a:r>
          </a:p>
          <a:p>
            <a:endParaRPr lang="en-US" sz="1000" dirty="0"/>
          </a:p>
        </p:txBody>
      </p:sp>
      <p:sp>
        <p:nvSpPr>
          <p:cNvPr id="57348" name="Date Placeholder 3"/>
          <p:cNvSpPr>
            <a:spLocks noGrp="1"/>
          </p:cNvSpPr>
          <p:nvPr>
            <p:ph type="dt" sz="quarter" idx="1"/>
          </p:nvPr>
        </p:nvSpPr>
        <p:spPr>
          <a:noFill/>
        </p:spPr>
        <p:txBody>
          <a:bodyPr/>
          <a:lstStyle/>
          <a:p>
            <a:pPr defTabSz="931863"/>
            <a:fld id="{05528CE9-EE75-49CA-BF44-B09D24625D0F}" type="datetime1">
              <a:rPr lang="en-US" smtClean="0"/>
              <a:pPr defTabSz="931863"/>
              <a:t>7/3/2017</a:t>
            </a:fld>
            <a:endParaRPr lang="en-US" dirty="0"/>
          </a:p>
        </p:txBody>
      </p:sp>
      <p:sp>
        <p:nvSpPr>
          <p:cNvPr id="57349" name="Footer Placeholder 4"/>
          <p:cNvSpPr>
            <a:spLocks noGrp="1"/>
          </p:cNvSpPr>
          <p:nvPr>
            <p:ph type="ftr" sz="quarter" idx="4"/>
          </p:nvPr>
        </p:nvSpPr>
        <p:spPr>
          <a:xfrm>
            <a:off x="0" y="8829675"/>
            <a:ext cx="3038475" cy="465138"/>
          </a:xfrm>
          <a:prstGeom prst="rect">
            <a:avLst/>
          </a:prstGeom>
          <a:noFill/>
        </p:spPr>
        <p:txBody>
          <a:bodyPr/>
          <a:lstStyle/>
          <a:p>
            <a:pPr defTabSz="931863"/>
            <a:endParaRPr lang="en-US" dirty="0"/>
          </a:p>
        </p:txBody>
      </p:sp>
      <p:sp>
        <p:nvSpPr>
          <p:cNvPr id="57350" name="Slide Number Placeholder 5"/>
          <p:cNvSpPr>
            <a:spLocks noGrp="1"/>
          </p:cNvSpPr>
          <p:nvPr>
            <p:ph type="sldNum" sz="quarter" idx="5"/>
          </p:nvPr>
        </p:nvSpPr>
        <p:spPr>
          <a:noFill/>
        </p:spPr>
        <p:txBody>
          <a:bodyPr/>
          <a:lstStyle/>
          <a:p>
            <a:pPr defTabSz="931863"/>
            <a:fld id="{494B44D9-B800-4639-A80F-3B3C47A77F43}" type="slidenum">
              <a:rPr lang="en-US" smtClean="0"/>
              <a:pPr defTabSz="931863"/>
              <a:t>27</a:t>
            </a:fld>
            <a:endParaRPr lang="en-US" dirty="0"/>
          </a:p>
        </p:txBody>
      </p:sp>
    </p:spTree>
    <p:extLst>
      <p:ext uri="{BB962C8B-B14F-4D97-AF65-F5344CB8AC3E}">
        <p14:creationId xmlns:p14="http://schemas.microsoft.com/office/powerpoint/2010/main" val="31927522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6976441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9940" name="Date Placeholder 3"/>
          <p:cNvSpPr>
            <a:spLocks noGrp="1"/>
          </p:cNvSpPr>
          <p:nvPr>
            <p:ph type="dt" sz="quarter" idx="1"/>
          </p:nvPr>
        </p:nvSpPr>
        <p:spPr>
          <a:noFill/>
        </p:spPr>
        <p:txBody>
          <a:bodyPr/>
          <a:lstStyle/>
          <a:p>
            <a:fld id="{5831695A-3A74-45D6-B368-B06C2A355F30}"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9942" name="Slide Number Placeholder 5"/>
          <p:cNvSpPr>
            <a:spLocks noGrp="1"/>
          </p:cNvSpPr>
          <p:nvPr>
            <p:ph type="sldNum" sz="quarter" idx="5"/>
          </p:nvPr>
        </p:nvSpPr>
        <p:spPr>
          <a:noFill/>
        </p:spPr>
        <p:txBody>
          <a:bodyPr/>
          <a:lstStyle/>
          <a:p>
            <a:fld id="{8A063552-D83F-4827-8630-70079BB96116}" type="slidenum">
              <a:rPr lang="en-US" smtClean="0">
                <a:latin typeface="Times New Roman" pitchFamily="18" charset="0"/>
                <a:ea typeface="ＭＳ Ｐゴシック" pitchFamily="34" charset="-128"/>
              </a:rPr>
              <a:pPr/>
              <a:t>29</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9818634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9940" name="Date Placeholder 3"/>
          <p:cNvSpPr>
            <a:spLocks noGrp="1"/>
          </p:cNvSpPr>
          <p:nvPr>
            <p:ph type="dt" sz="quarter" idx="1"/>
          </p:nvPr>
        </p:nvSpPr>
        <p:spPr>
          <a:noFill/>
        </p:spPr>
        <p:txBody>
          <a:bodyPr/>
          <a:lstStyle/>
          <a:p>
            <a:fld id="{5831695A-3A74-45D6-B368-B06C2A355F30}"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9942" name="Slide Number Placeholder 5"/>
          <p:cNvSpPr>
            <a:spLocks noGrp="1"/>
          </p:cNvSpPr>
          <p:nvPr>
            <p:ph type="sldNum" sz="quarter" idx="5"/>
          </p:nvPr>
        </p:nvSpPr>
        <p:spPr>
          <a:noFill/>
        </p:spPr>
        <p:txBody>
          <a:bodyPr/>
          <a:lstStyle/>
          <a:p>
            <a:fld id="{8A063552-D83F-4827-8630-70079BB96116}" type="slidenum">
              <a:rPr lang="en-US" smtClean="0">
                <a:latin typeface="Times New Roman" pitchFamily="18" charset="0"/>
                <a:ea typeface="ＭＳ Ｐゴシック" pitchFamily="34" charset="-128"/>
              </a:rPr>
              <a:pPr/>
              <a:t>30</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556470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Simply select</a:t>
            </a:r>
            <a:r>
              <a:rPr lang="en-US" baseline="0" dirty="0"/>
              <a:t> </a:t>
            </a:r>
            <a:r>
              <a:rPr lang="en-US" dirty="0"/>
              <a:t>an interface, or network card, then start the process.</a:t>
            </a:r>
          </a:p>
          <a:p>
            <a:pPr marL="0" indent="0">
              <a:buFont typeface="Arial" pitchFamily="34" charset="0"/>
              <a:buNone/>
            </a:pPr>
            <a:endParaRPr lang="en-US" dirty="0"/>
          </a:p>
          <a:p>
            <a:pPr marL="0" indent="0">
              <a:buFont typeface="Arial" pitchFamily="34" charset="0"/>
              <a:buNone/>
            </a:pPr>
            <a:r>
              <a:rPr lang="en-US" dirty="0"/>
              <a:t>Image shows the address the packets are either coming from or going to, protocols, timing, and many other useful pieces of information. At any time, you can</a:t>
            </a:r>
          </a:p>
          <a:p>
            <a:pPr marL="0" indent="0">
              <a:buFont typeface="Arial" pitchFamily="34" charset="0"/>
              <a:buNone/>
            </a:pPr>
            <a:r>
              <a:rPr lang="en-US" dirty="0"/>
              <a:t>stop the packet-capture process and view the individual packets.</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31</a:t>
            </a:fld>
            <a:endParaRPr lang="en-US" dirty="0"/>
          </a:p>
        </p:txBody>
      </p:sp>
    </p:spTree>
    <p:extLst>
      <p:ext uri="{BB962C8B-B14F-4D97-AF65-F5344CB8AC3E}">
        <p14:creationId xmlns:p14="http://schemas.microsoft.com/office/powerpoint/2010/main" val="4770114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Details of of a particular packet</a:t>
            </a:r>
          </a:p>
          <a:p>
            <a:pPr marL="0" indent="0">
              <a:buFont typeface="Arial" pitchFamily="34" charset="0"/>
              <a:buNone/>
            </a:pPr>
            <a:endParaRPr lang="en-US" dirty="0"/>
          </a:p>
          <a:p>
            <a:pPr marL="0" indent="0">
              <a:buFont typeface="Arial" pitchFamily="34" charset="0"/>
              <a:buNone/>
            </a:pPr>
            <a:r>
              <a:rPr lang="en-US" dirty="0"/>
              <a:t>You can see the source and destination MAC address, protocol, source and destination </a:t>
            </a:r>
            <a:r>
              <a:rPr lang="en-US"/>
              <a:t>IP</a:t>
            </a:r>
            <a:r>
              <a:rPr lang="en-US" dirty="0"/>
              <a:t> addresses—if appropriate—and much more.</a:t>
            </a:r>
          </a:p>
          <a:p>
            <a:pPr marL="0" indent="0">
              <a:buFont typeface="Arial" pitchFamily="34" charset="0"/>
              <a:buNone/>
            </a:pPr>
            <a:endParaRPr lang="en-US" dirty="0"/>
          </a:p>
          <a:p>
            <a:pPr marL="0" indent="0">
              <a:buFont typeface="Arial" pitchFamily="34" charset="0"/>
              <a:buNone/>
            </a:pPr>
            <a:r>
              <a:rPr lang="en-US" dirty="0"/>
              <a:t>You can see the data in the packet at the bottom of the screen. Data isn't always readable. If the packet is an image file or is encrypted, you won’t</a:t>
            </a:r>
          </a:p>
          <a:p>
            <a:pPr marL="0" indent="0">
              <a:buFont typeface="Arial" pitchFamily="34" charset="0"/>
              <a:buNone/>
            </a:pPr>
            <a:r>
              <a:rPr lang="en-US" dirty="0"/>
              <a:t>be able to read much of what is displayed.</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32</a:t>
            </a:fld>
            <a:endParaRPr lang="en-US" dirty="0"/>
          </a:p>
        </p:txBody>
      </p:sp>
    </p:spTree>
    <p:extLst>
      <p:ext uri="{BB962C8B-B14F-4D97-AF65-F5344CB8AC3E}">
        <p14:creationId xmlns:p14="http://schemas.microsoft.com/office/powerpoint/2010/main" val="22364773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171450" indent="-171450">
              <a:buFont typeface="Arial" pitchFamily="34" charset="0"/>
              <a:buChar char="•"/>
            </a:pPr>
            <a:r>
              <a:rPr lang="en-US" dirty="0"/>
              <a:t>Similar to Wireshark.</a:t>
            </a:r>
          </a:p>
          <a:p>
            <a:pPr marL="171450" indent="-171450">
              <a:buFont typeface="Arial" pitchFamily="34" charset="0"/>
              <a:buChar char="•"/>
            </a:pPr>
            <a:r>
              <a:rPr lang="en-US" dirty="0"/>
              <a:t>Captures web traffic.</a:t>
            </a:r>
          </a:p>
          <a:p>
            <a:pPr marL="171450" indent="-171450">
              <a:buFont typeface="Arial" pitchFamily="34" charset="0"/>
              <a:buChar char="•"/>
            </a:pPr>
            <a:r>
              <a:rPr lang="en-US" dirty="0"/>
              <a:t>You can see all the HTTP commands going to the server and the responses from the server.</a:t>
            </a:r>
          </a:p>
          <a:p>
            <a:pPr marL="171450" indent="-171450">
              <a:buFont typeface="Arial" pitchFamily="34" charset="0"/>
              <a:buChar char="•"/>
            </a:pPr>
            <a:r>
              <a:rPr lang="en-US" dirty="0"/>
              <a:t>To interpret data, you need to understand the basic HTTP commands as well as the response codes. </a:t>
            </a:r>
          </a:p>
          <a:p>
            <a:pPr marL="171450" indent="-171450">
              <a:buFont typeface="Arial" pitchFamily="34" charset="0"/>
              <a:buChar char="•"/>
            </a:pPr>
            <a:r>
              <a:rPr lang="en-US" dirty="0"/>
              <a:t>The most common HTTP commands are GET, HEAD, PUT, and POST. You might see only those four during most of your analysis of web traffic.</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33</a:t>
            </a:fld>
            <a:endParaRPr lang="en-US" dirty="0"/>
          </a:p>
        </p:txBody>
      </p:sp>
    </p:spTree>
    <p:extLst>
      <p:ext uri="{BB962C8B-B14F-4D97-AF65-F5344CB8AC3E}">
        <p14:creationId xmlns:p14="http://schemas.microsoft.com/office/powerpoint/2010/main" val="9338316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34</a:t>
            </a:fld>
            <a:endParaRPr lang="en-US" dirty="0"/>
          </a:p>
        </p:txBody>
      </p:sp>
    </p:spTree>
    <p:extLst>
      <p:ext uri="{BB962C8B-B14F-4D97-AF65-F5344CB8AC3E}">
        <p14:creationId xmlns:p14="http://schemas.microsoft.com/office/powerpoint/2010/main" val="18432974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35</a:t>
            </a:fld>
            <a:endParaRPr lang="en-US" dirty="0"/>
          </a:p>
        </p:txBody>
      </p:sp>
    </p:spTree>
    <p:extLst>
      <p:ext uri="{BB962C8B-B14F-4D97-AF65-F5344CB8AC3E}">
        <p14:creationId xmlns:p14="http://schemas.microsoft.com/office/powerpoint/2010/main" val="35184818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171450" indent="-171450">
              <a:buFont typeface="Arial" pitchFamily="34" charset="0"/>
              <a:buChar char="•"/>
            </a:pPr>
            <a:r>
              <a:rPr lang="en-US" dirty="0"/>
              <a:t>Allows the user to map out what ports are open on a target system and what services are running</a:t>
            </a:r>
          </a:p>
          <a:p>
            <a:pPr marL="171450" indent="-171450">
              <a:buFont typeface="Arial" pitchFamily="34" charset="0"/>
              <a:buChar char="•"/>
            </a:pPr>
            <a:r>
              <a:rPr lang="en-US" dirty="0"/>
              <a:t>Is a command-line tool, but has a Windows interface called Zenmap</a:t>
            </a:r>
          </a:p>
          <a:p>
            <a:pPr marL="171450" indent="-171450">
              <a:buFont typeface="Arial" pitchFamily="34" charset="0"/>
              <a:buChar char="•"/>
            </a:pPr>
            <a:r>
              <a:rPr lang="en-US" dirty="0"/>
              <a:t>Popular with hackers because it can be configured to operate stealthily and determine all open ports on an individual machine, or for all machines in an entire range of </a:t>
            </a:r>
            <a:r>
              <a:rPr lang="en-US"/>
              <a:t>IP</a:t>
            </a:r>
            <a:r>
              <a:rPr lang="en-US" dirty="0"/>
              <a:t> addresses</a:t>
            </a:r>
          </a:p>
          <a:p>
            <a:pPr marL="171450" indent="-171450">
              <a:buFont typeface="Arial" pitchFamily="34" charset="0"/>
              <a:buChar char="•"/>
            </a:pPr>
            <a:r>
              <a:rPr lang="en-US" dirty="0"/>
              <a:t>Popular with administrators because of its ability to discover open ports on the network</a:t>
            </a:r>
          </a:p>
          <a:p>
            <a:pPr marL="171450" indent="-171450">
              <a:buFont typeface="Arial" pitchFamily="34" charset="0"/>
              <a:buChar char="•"/>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36</a:t>
            </a:fld>
            <a:endParaRPr lang="en-US" dirty="0"/>
          </a:p>
        </p:txBody>
      </p:sp>
    </p:spTree>
    <p:extLst>
      <p:ext uri="{BB962C8B-B14F-4D97-AF65-F5344CB8AC3E}">
        <p14:creationId xmlns:p14="http://schemas.microsoft.com/office/powerpoint/2010/main" val="31578643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37</a:t>
            </a:fld>
            <a:endParaRPr lang="en-US" dirty="0"/>
          </a:p>
        </p:txBody>
      </p:sp>
    </p:spTree>
    <p:extLst>
      <p:ext uri="{BB962C8B-B14F-4D97-AF65-F5344CB8AC3E}">
        <p14:creationId xmlns:p14="http://schemas.microsoft.com/office/powerpoint/2010/main" val="40117661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28673477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r>
              <a:rPr lang="en-US" dirty="0"/>
              <a:t>Vulnerabilities: unnecessary services, open ports</a:t>
            </a:r>
          </a:p>
          <a:p>
            <a:endParaRPr lang="en-US" dirty="0"/>
          </a:p>
          <a:p>
            <a:r>
              <a:rPr lang="en-US" dirty="0"/>
              <a:t>Probing: an attacker scans a network to gather information or find known vulnerabilities. May use Nmap, SAINT, or other vulnerability assessment tools.</a:t>
            </a:r>
          </a:p>
          <a:p>
            <a:endParaRPr lang="en-US" dirty="0"/>
          </a:p>
          <a:p>
            <a:r>
              <a:rPr lang="en-US" dirty="0"/>
              <a:t>DoS: Overwhelming a system with requests</a:t>
            </a:r>
          </a:p>
          <a:p>
            <a:endParaRPr lang="en-US" dirty="0"/>
          </a:p>
          <a:p>
            <a:r>
              <a:rPr lang="en-US" dirty="0"/>
              <a:t>User-to-root: attacker uses an ordinary user account to access a system, and then exploits a vulnerability to get root privileges</a:t>
            </a:r>
          </a:p>
          <a:p>
            <a:endParaRPr lang="en-US" dirty="0"/>
          </a:p>
          <a:p>
            <a:r>
              <a:rPr lang="en-US" dirty="0"/>
              <a:t>Remote-to-local: attacker does not have a user account but exploits a vulnerability to gain access</a:t>
            </a:r>
          </a:p>
          <a:p>
            <a:endParaRPr lang="en-US" dirty="0"/>
          </a:p>
        </p:txBody>
      </p:sp>
      <p:sp>
        <p:nvSpPr>
          <p:cNvPr id="58372"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5462EB81-C1F2-47C4-87AD-2CAECA34E190}" type="datetime1">
              <a:rPr lang="en-US" sz="1300">
                <a:latin typeface="Times New Roman" pitchFamily="18" charset="0"/>
              </a:rPr>
              <a:pPr algn="r" defTabSz="931863"/>
              <a:t>7/3/2017</a:t>
            </a:fld>
            <a:endParaRPr lang="en-US" sz="1300" dirty="0">
              <a:latin typeface="Times New Roman" pitchFamily="18" charset="0"/>
            </a:endParaRPr>
          </a:p>
        </p:txBody>
      </p:sp>
      <p:sp>
        <p:nvSpPr>
          <p:cNvPr id="58373" name="Footer Placeholder 4"/>
          <p:cNvSpPr txBox="1">
            <a:spLocks noGrp="1"/>
          </p:cNvSpPr>
          <p:nvPr/>
        </p:nvSpPr>
        <p:spPr bwMode="auto">
          <a:xfrm>
            <a:off x="0" y="8832850"/>
            <a:ext cx="3038475" cy="463550"/>
          </a:xfrm>
          <a:prstGeom prst="rect">
            <a:avLst/>
          </a:prstGeom>
          <a:noFill/>
          <a:ln w="9525">
            <a:noFill/>
            <a:miter lim="800000"/>
            <a:headEnd/>
            <a:tailEnd/>
          </a:ln>
        </p:spPr>
        <p:txBody>
          <a:bodyPr lIns="93172" tIns="46586" rIns="93172" bIns="46586" anchor="b"/>
          <a:lstStyle/>
          <a:p>
            <a:pPr defTabSz="931863"/>
            <a:endParaRPr lang="en-US" sz="1300" dirty="0">
              <a:latin typeface="Times New Roman" pitchFamily="18" charset="0"/>
            </a:endParaRPr>
          </a:p>
        </p:txBody>
      </p:sp>
      <p:sp>
        <p:nvSpPr>
          <p:cNvPr id="58374"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2A760B6D-3FA6-44DA-9927-C57AC6C09EFC}" type="slidenum">
              <a:rPr lang="en-US" sz="1300">
                <a:latin typeface="Times New Roman" pitchFamily="18" charset="0"/>
              </a:rPr>
              <a:pPr algn="r" defTabSz="931863"/>
              <a:t>39</a:t>
            </a:fld>
            <a:endParaRPr lang="en-US" sz="1300" dirty="0">
              <a:latin typeface="Times New Roman" pitchFamily="18" charset="0"/>
            </a:endParaRPr>
          </a:p>
        </p:txBody>
      </p:sp>
    </p:spTree>
    <p:extLst>
      <p:ext uri="{BB962C8B-B14F-4D97-AF65-F5344CB8AC3E}">
        <p14:creationId xmlns:p14="http://schemas.microsoft.com/office/powerpoint/2010/main" val="2673226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dirty="0"/>
          </a:p>
        </p:txBody>
      </p:sp>
      <p:sp>
        <p:nvSpPr>
          <p:cNvPr id="36868" name="Date Placeholder 3"/>
          <p:cNvSpPr>
            <a:spLocks noGrp="1"/>
          </p:cNvSpPr>
          <p:nvPr>
            <p:ph type="dt" sz="quarter" idx="1"/>
          </p:nvPr>
        </p:nvSpPr>
        <p:spPr>
          <a:noFill/>
        </p:spPr>
        <p:txBody>
          <a:bodyPr/>
          <a:lstStyle/>
          <a:p>
            <a:pPr defTabSz="931863"/>
            <a:fld id="{1879DD54-7CD2-46E4-8B78-260C05271D6B}" type="datetime1">
              <a:rPr lang="en-US" smtClean="0"/>
              <a:pPr defTabSz="931863"/>
              <a:t>7/3/2017</a:t>
            </a:fld>
            <a:endParaRPr lang="en-US" dirty="0"/>
          </a:p>
        </p:txBody>
      </p:sp>
      <p:sp>
        <p:nvSpPr>
          <p:cNvPr id="36869" name="Footer Placeholder 4"/>
          <p:cNvSpPr>
            <a:spLocks noGrp="1"/>
          </p:cNvSpPr>
          <p:nvPr>
            <p:ph type="ftr" sz="quarter" idx="4"/>
          </p:nvPr>
        </p:nvSpPr>
        <p:spPr>
          <a:xfrm>
            <a:off x="0" y="8829675"/>
            <a:ext cx="3038475" cy="465138"/>
          </a:xfrm>
          <a:prstGeom prst="rect">
            <a:avLst/>
          </a:prstGeom>
          <a:noFill/>
        </p:spPr>
        <p:txBody>
          <a:bodyPr/>
          <a:lstStyle/>
          <a:p>
            <a:pPr defTabSz="931863"/>
            <a:endParaRPr lang="en-US" dirty="0"/>
          </a:p>
        </p:txBody>
      </p:sp>
      <p:sp>
        <p:nvSpPr>
          <p:cNvPr id="36870" name="Slide Number Placeholder 5"/>
          <p:cNvSpPr>
            <a:spLocks noGrp="1"/>
          </p:cNvSpPr>
          <p:nvPr>
            <p:ph type="sldNum" sz="quarter" idx="5"/>
          </p:nvPr>
        </p:nvSpPr>
        <p:spPr>
          <a:noFill/>
        </p:spPr>
        <p:txBody>
          <a:bodyPr/>
          <a:lstStyle/>
          <a:p>
            <a:pPr defTabSz="931863"/>
            <a:fld id="{82F0951B-7F56-4DDB-82EB-87EB7CB79C46}" type="slidenum">
              <a:rPr lang="en-US" smtClean="0"/>
              <a:pPr defTabSz="931863"/>
              <a:t>40</a:t>
            </a:fld>
            <a:endParaRPr lang="en-US" dirty="0"/>
          </a:p>
        </p:txBody>
      </p:sp>
    </p:spTree>
    <p:extLst>
      <p:ext uri="{BB962C8B-B14F-4D97-AF65-F5344CB8AC3E}">
        <p14:creationId xmlns:p14="http://schemas.microsoft.com/office/powerpoint/2010/main" val="4837660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Authentication logs show accounts related to a particular event and the authenticated user’s </a:t>
            </a:r>
            <a:r>
              <a:rPr lang="en-US"/>
              <a:t>IP</a:t>
            </a:r>
            <a:r>
              <a:rPr lang="en-US" dirty="0"/>
              <a:t> address. They contain date and timestamps as well as</a:t>
            </a:r>
          </a:p>
          <a:p>
            <a:pPr marL="0" indent="0">
              <a:buFont typeface="Arial" pitchFamily="34" charset="0"/>
              <a:buNone/>
            </a:pPr>
            <a:r>
              <a:rPr lang="en-US" dirty="0"/>
              <a:t>the username and </a:t>
            </a:r>
            <a:r>
              <a:rPr lang="en-US"/>
              <a:t>IP</a:t>
            </a:r>
            <a:r>
              <a:rPr lang="en-US" dirty="0"/>
              <a:t> address of the requestor.</a:t>
            </a:r>
          </a:p>
          <a:p>
            <a:pPr marL="0" indent="0">
              <a:buFont typeface="Arial" pitchFamily="34" charset="0"/>
              <a:buNone/>
            </a:pPr>
            <a:endParaRPr lang="en-US" dirty="0"/>
          </a:p>
          <a:p>
            <a:pPr marL="0" indent="0">
              <a:buFont typeface="Arial" pitchFamily="34" charset="0"/>
              <a:buNone/>
            </a:pPr>
            <a:r>
              <a:rPr lang="en-US" dirty="0"/>
              <a:t>Application logs record the time, date, and application identifier. When someone uses an application, it produces a text file on the</a:t>
            </a:r>
          </a:p>
          <a:p>
            <a:pPr marL="0" indent="0">
              <a:buFont typeface="Arial" pitchFamily="34" charset="0"/>
              <a:buNone/>
            </a:pPr>
            <a:r>
              <a:rPr lang="en-US" dirty="0"/>
              <a:t>desktop system containing the application identifier, the date and time the user started the application, and how long that person used the application.</a:t>
            </a:r>
          </a:p>
          <a:p>
            <a:pPr marL="0" indent="0">
              <a:buFont typeface="Arial" pitchFamily="34" charset="0"/>
              <a:buNone/>
            </a:pPr>
            <a:endParaRPr lang="en-US" dirty="0"/>
          </a:p>
          <a:p>
            <a:pPr marL="0" indent="0">
              <a:buFont typeface="Arial" pitchFamily="34" charset="0"/>
              <a:buNone/>
            </a:pPr>
            <a:r>
              <a:rPr lang="en-US" dirty="0"/>
              <a:t>Operating systems log certain events, such as the use of devices, errors, and reboots. Operating system logs can be analyzed to identify patterns of activity and unusual events.</a:t>
            </a:r>
          </a:p>
          <a:p>
            <a:pPr marL="0" indent="0">
              <a:buFont typeface="Arial" pitchFamily="34" charset="0"/>
              <a:buNone/>
            </a:pPr>
            <a:endParaRPr lang="en-US" dirty="0"/>
          </a:p>
          <a:p>
            <a:pPr marL="0" indent="0">
              <a:buFont typeface="Arial" pitchFamily="34" charset="0"/>
              <a:buNone/>
            </a:pPr>
            <a:r>
              <a:rPr lang="en-US" dirty="0"/>
              <a:t>Network device logs, such as firewall and router logs, provide information about the activities that take place on the network. You can also coordinate and synchronize them with logs provided by other systems to create a more complete picture of an attack. For example, a firewall log may show access attempts that the firewall blocked. These attempts may indicate an attack. Log files can show how an attacker entered a network. They can also help find the source of illicit activities.</a:t>
            </a:r>
          </a:p>
          <a:p>
            <a:pPr marL="0" indent="0">
              <a:buFont typeface="Arial" pitchFamily="34" charset="0"/>
              <a:buNone/>
            </a:pPr>
            <a:endParaRPr lang="en-US" dirty="0"/>
          </a:p>
          <a:p>
            <a:pPr marL="0" indent="0">
              <a:buFont typeface="Arial" pitchFamily="34" charset="0"/>
              <a:buNone/>
            </a:pPr>
            <a:r>
              <a:rPr lang="en-US" dirty="0"/>
              <a:t>Log files from servers and Windows security event logs on domain controllers, for instance, can attribute activities to a specific user account. This may lead you to the person responsible.</a:t>
            </a:r>
          </a:p>
          <a:p>
            <a:pPr marL="0" indent="0">
              <a:buFont typeface="Arial" pitchFamily="34" charset="0"/>
              <a:buNone/>
            </a:pPr>
            <a:endParaRPr lang="en-US" dirty="0"/>
          </a:p>
          <a:p>
            <a:pPr marL="0" indent="0">
              <a:buFont typeface="Arial" pitchFamily="34" charset="0"/>
              <a:buNone/>
            </a:pPr>
            <a:r>
              <a:rPr lang="en-US" dirty="0"/>
              <a:t>Intrusion detection systems (IDSs) record events that match known attack signatures, such as buffer overflows or malicious code execution. Configure an IDS to capture all the network traffic associated with a specific event. In this way, you can discover what commands an attacker ran and what files he or she accessed. You can also determine what files the criminal downloaded, such as malicious code, or uploaded, such as files copied from the system. </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41</a:t>
            </a:fld>
            <a:endParaRPr lang="en-US" dirty="0"/>
          </a:p>
        </p:txBody>
      </p:sp>
    </p:spTree>
    <p:extLst>
      <p:ext uri="{BB962C8B-B14F-4D97-AF65-F5344CB8AC3E}">
        <p14:creationId xmlns:p14="http://schemas.microsoft.com/office/powerpoint/2010/main" val="7281571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p>
        </p:txBody>
      </p:sp>
      <p:sp>
        <p:nvSpPr>
          <p:cNvPr id="37892" name="Date Placeholder 3"/>
          <p:cNvSpPr>
            <a:spLocks noGrp="1"/>
          </p:cNvSpPr>
          <p:nvPr>
            <p:ph type="dt" sz="quarter" idx="1"/>
          </p:nvPr>
        </p:nvSpPr>
        <p:spPr>
          <a:noFill/>
        </p:spPr>
        <p:txBody>
          <a:bodyPr/>
          <a:lstStyle/>
          <a:p>
            <a:pPr defTabSz="931863"/>
            <a:fld id="{F382369D-CD86-40BF-A8F8-2774712692BE}" type="datetime1">
              <a:rPr lang="en-US" smtClean="0"/>
              <a:pPr defTabSz="931863"/>
              <a:t>7/3/2017</a:t>
            </a:fld>
            <a:endParaRPr lang="en-US" dirty="0"/>
          </a:p>
        </p:txBody>
      </p:sp>
      <p:sp>
        <p:nvSpPr>
          <p:cNvPr id="37893" name="Footer Placeholder 4"/>
          <p:cNvSpPr>
            <a:spLocks noGrp="1"/>
          </p:cNvSpPr>
          <p:nvPr>
            <p:ph type="ftr" sz="quarter" idx="4"/>
          </p:nvPr>
        </p:nvSpPr>
        <p:spPr>
          <a:xfrm>
            <a:off x="0" y="8829675"/>
            <a:ext cx="3038475" cy="465138"/>
          </a:xfrm>
          <a:prstGeom prst="rect">
            <a:avLst/>
          </a:prstGeom>
          <a:noFill/>
        </p:spPr>
        <p:txBody>
          <a:bodyPr/>
          <a:lstStyle/>
          <a:p>
            <a:pPr defTabSz="931863"/>
            <a:endParaRPr lang="en-US" dirty="0"/>
          </a:p>
        </p:txBody>
      </p:sp>
      <p:sp>
        <p:nvSpPr>
          <p:cNvPr id="37894" name="Slide Number Placeholder 5"/>
          <p:cNvSpPr>
            <a:spLocks noGrp="1"/>
          </p:cNvSpPr>
          <p:nvPr>
            <p:ph type="sldNum" sz="quarter" idx="5"/>
          </p:nvPr>
        </p:nvSpPr>
        <p:spPr>
          <a:noFill/>
        </p:spPr>
        <p:txBody>
          <a:bodyPr/>
          <a:lstStyle/>
          <a:p>
            <a:pPr defTabSz="931863"/>
            <a:fld id="{6CBC51F1-5D38-4206-8D8D-550BD910DA95}" type="slidenum">
              <a:rPr lang="en-US" smtClean="0"/>
              <a:pPr defTabSz="931863"/>
              <a:t>42</a:t>
            </a:fld>
            <a:endParaRPr lang="en-US" dirty="0"/>
          </a:p>
        </p:txBody>
      </p:sp>
    </p:spTree>
    <p:extLst>
      <p:ext uri="{BB962C8B-B14F-4D97-AF65-F5344CB8AC3E}">
        <p14:creationId xmlns:p14="http://schemas.microsoft.com/office/powerpoint/2010/main" val="8411952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p:spPr>
        <p:txBody>
          <a:bodyPr/>
          <a:lstStyle/>
          <a:p>
            <a:r>
              <a:rPr lang="en-US" dirty="0">
                <a:ea typeface="ＭＳ Ｐゴシック" pitchFamily="34" charset="-128"/>
              </a:rPr>
              <a:t>802.11a—This was the first widely used Wi-Fi standard. It operated at 5 GHz and was relatively slow.</a:t>
            </a:r>
          </a:p>
          <a:p>
            <a:endParaRPr lang="en-US" dirty="0">
              <a:ea typeface="ＭＳ Ｐゴシック" pitchFamily="34" charset="-128"/>
            </a:endParaRPr>
          </a:p>
          <a:p>
            <a:r>
              <a:rPr lang="en-US" dirty="0">
                <a:ea typeface="ＭＳ Ｐゴシック" pitchFamily="34" charset="-128"/>
              </a:rPr>
              <a:t>802.11b—This standard operated at 2.4 GHz and had an indoor range of 125 feet with a bandwidth of 11 megabits per second (Mbps).</a:t>
            </a:r>
          </a:p>
          <a:p>
            <a:endParaRPr lang="en-US" dirty="0">
              <a:ea typeface="ＭＳ Ｐゴシック" pitchFamily="34" charset="-128"/>
            </a:endParaRPr>
          </a:p>
          <a:p>
            <a:r>
              <a:rPr lang="en-US" dirty="0">
                <a:ea typeface="ＭＳ Ｐゴシック" pitchFamily="34" charset="-128"/>
              </a:rPr>
              <a:t>802.11g—There are still many of these wireless networks in operation, but you can no longer purchase new Wi-Fi access points that use it. This standard has an indoor range of 125 feet and a bandwidth of 54 Mbps. It includes backward compatibility with 802.11b.</a:t>
            </a:r>
          </a:p>
          <a:p>
            <a:endParaRPr lang="en-US" dirty="0">
              <a:ea typeface="ＭＳ Ｐゴシック" pitchFamily="34" charset="-128"/>
            </a:endParaRPr>
          </a:p>
        </p:txBody>
      </p:sp>
    </p:spTree>
    <p:extLst>
      <p:ext uri="{BB962C8B-B14F-4D97-AF65-F5344CB8AC3E}">
        <p14:creationId xmlns:p14="http://schemas.microsoft.com/office/powerpoint/2010/main" val="28657708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p:spPr>
        <p:txBody>
          <a:bodyPr/>
          <a:lstStyle/>
          <a:p>
            <a:pPr marL="0" indent="0">
              <a:buFont typeface="Arial" pitchFamily="34" charset="0"/>
              <a:buNone/>
            </a:pPr>
            <a:r>
              <a:rPr lang="en-US" sz="1200" dirty="0"/>
              <a:t>802.11n—This standard was a tremendous improvement over preceding wireless networks. It obtained a bandwidth of 100 to 140 Mbps. It operates at frequencies of 2.4 or 5.0 GHz, and has an indoor range of up to 230 feet.</a:t>
            </a:r>
          </a:p>
          <a:p>
            <a:pPr marL="0" indent="0">
              <a:buFont typeface="Arial" pitchFamily="34" charset="0"/>
              <a:buNone/>
            </a:pPr>
            <a:endParaRPr lang="en-US" sz="1200" dirty="0"/>
          </a:p>
          <a:p>
            <a:pPr marL="0" indent="0">
              <a:buFont typeface="Arial" pitchFamily="34" charset="0"/>
              <a:buNone/>
            </a:pPr>
            <a:r>
              <a:rPr lang="en-US" sz="1200" dirty="0"/>
              <a:t>IEEE 802.11n-2009—This technology gets bandwidth of up to 600 Mbps with the use of four spatial streams at a channel width of 40 MHz. It uses multiple-input multiple-output (MIMO), which uses multiple antennas to coherently resolve more information than possible using a single antenna.</a:t>
            </a:r>
          </a:p>
          <a:p>
            <a:pPr marL="0" indent="0">
              <a:buFont typeface="Arial" pitchFamily="34" charset="0"/>
              <a:buNone/>
            </a:pPr>
            <a:endParaRPr lang="en-US" sz="1200" dirty="0"/>
          </a:p>
        </p:txBody>
      </p:sp>
    </p:spTree>
    <p:extLst>
      <p:ext uri="{BB962C8B-B14F-4D97-AF65-F5344CB8AC3E}">
        <p14:creationId xmlns:p14="http://schemas.microsoft.com/office/powerpoint/2010/main" val="8657920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p:spPr>
        <p:txBody>
          <a:bodyPr/>
          <a:lstStyle/>
          <a:p>
            <a:pPr marL="0" indent="0">
              <a:buFont typeface="Arial" pitchFamily="34" charset="0"/>
              <a:buNone/>
            </a:pPr>
            <a:r>
              <a:rPr lang="en-US" sz="1200" dirty="0"/>
              <a:t>IEEE 802.11ac—This standard was approved in January 2014. It has throughput of up to 1 Gbps with at least 500 Mbps. It uses up to eight MIMO.</a:t>
            </a:r>
          </a:p>
          <a:p>
            <a:pPr marL="0" indent="0">
              <a:buFont typeface="Arial" pitchFamily="34" charset="0"/>
              <a:buNone/>
            </a:pPr>
            <a:endParaRPr lang="en-US" sz="1200" dirty="0"/>
          </a:p>
          <a:p>
            <a:pPr marL="0" indent="0">
              <a:buFont typeface="Arial" pitchFamily="34" charset="0"/>
              <a:buNone/>
            </a:pPr>
            <a:r>
              <a:rPr lang="en-US" sz="1200" dirty="0"/>
              <a:t>IEEE 802.11ad Wireless Gigabyte Alliance—This supports data transmission rates up to 7 Gbps—more than 10 times faster than the highest 802.11n rate.</a:t>
            </a:r>
          </a:p>
          <a:p>
            <a:pPr marL="0" indent="0">
              <a:buFont typeface="Arial" pitchFamily="34" charset="0"/>
              <a:buNone/>
            </a:pPr>
            <a:endParaRPr lang="en-US" sz="1200" dirty="0"/>
          </a:p>
          <a:p>
            <a:pPr marL="0" indent="0">
              <a:buFont typeface="Arial" pitchFamily="34" charset="0"/>
              <a:buNone/>
            </a:pPr>
            <a:endParaRPr lang="en-US" sz="1200" dirty="0"/>
          </a:p>
        </p:txBody>
      </p:sp>
    </p:spTree>
    <p:extLst>
      <p:ext uri="{BB962C8B-B14F-4D97-AF65-F5344CB8AC3E}">
        <p14:creationId xmlns:p14="http://schemas.microsoft.com/office/powerpoint/2010/main" val="40636947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53252"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80FD1E11-60A7-454B-A363-B5895234A81C}" type="datetime1">
              <a:rPr lang="en-US" sz="1300">
                <a:latin typeface="Times New Roman" pitchFamily="18" charset="0"/>
              </a:rPr>
              <a:pPr algn="r" defTabSz="931863"/>
              <a:t>7/3/2017</a:t>
            </a:fld>
            <a:endParaRPr lang="en-US" sz="1300" dirty="0">
              <a:latin typeface="Times New Roman" pitchFamily="18" charset="0"/>
            </a:endParaRPr>
          </a:p>
        </p:txBody>
      </p:sp>
      <p:sp>
        <p:nvSpPr>
          <p:cNvPr id="53254"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3993286F-A1E9-44AB-A2E3-A93B399253F6}" type="slidenum">
              <a:rPr lang="en-US" sz="1300">
                <a:latin typeface="Times New Roman" pitchFamily="18" charset="0"/>
              </a:rPr>
              <a:pPr algn="r" defTabSz="931863"/>
              <a:t>46</a:t>
            </a:fld>
            <a:endParaRPr lang="en-US" sz="1300" dirty="0">
              <a:latin typeface="Times New Roman" pitchFamily="18" charset="0"/>
            </a:endParaRPr>
          </a:p>
        </p:txBody>
      </p:sp>
    </p:spTree>
    <p:extLst>
      <p:ext uri="{BB962C8B-B14F-4D97-AF65-F5344CB8AC3E}">
        <p14:creationId xmlns:p14="http://schemas.microsoft.com/office/powerpoint/2010/main" val="42103883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53252"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80FD1E11-60A7-454B-A363-B5895234A81C}" type="datetime1">
              <a:rPr lang="en-US" sz="1300">
                <a:latin typeface="Times New Roman" pitchFamily="18" charset="0"/>
              </a:rPr>
              <a:pPr algn="r" defTabSz="931863"/>
              <a:t>7/3/2017</a:t>
            </a:fld>
            <a:endParaRPr lang="en-US" sz="1300" dirty="0">
              <a:latin typeface="Times New Roman" pitchFamily="18" charset="0"/>
            </a:endParaRPr>
          </a:p>
        </p:txBody>
      </p:sp>
      <p:sp>
        <p:nvSpPr>
          <p:cNvPr id="53254"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3993286F-A1E9-44AB-A2E3-A93B399253F6}" type="slidenum">
              <a:rPr lang="en-US" sz="1300">
                <a:latin typeface="Times New Roman" pitchFamily="18" charset="0"/>
              </a:rPr>
              <a:pPr algn="r" defTabSz="931863"/>
              <a:t>47</a:t>
            </a:fld>
            <a:endParaRPr lang="en-US" sz="1300" dirty="0">
              <a:latin typeface="Times New Roman" pitchFamily="18" charset="0"/>
            </a:endParaRPr>
          </a:p>
        </p:txBody>
      </p:sp>
    </p:spTree>
    <p:extLst>
      <p:ext uri="{BB962C8B-B14F-4D97-AF65-F5344CB8AC3E}">
        <p14:creationId xmlns:p14="http://schemas.microsoft.com/office/powerpoint/2010/main" val="29706184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53252"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80FD1E11-60A7-454B-A363-B5895234A81C}" type="datetime1">
              <a:rPr lang="en-US" sz="1300">
                <a:latin typeface="Times New Roman" pitchFamily="18" charset="0"/>
              </a:rPr>
              <a:pPr algn="r" defTabSz="931863"/>
              <a:t>7/3/2017</a:t>
            </a:fld>
            <a:endParaRPr lang="en-US" sz="1300" dirty="0">
              <a:latin typeface="Times New Roman" pitchFamily="18" charset="0"/>
            </a:endParaRPr>
          </a:p>
        </p:txBody>
      </p:sp>
      <p:sp>
        <p:nvSpPr>
          <p:cNvPr id="53254"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3993286F-A1E9-44AB-A2E3-A93B399253F6}" type="slidenum">
              <a:rPr lang="en-US" sz="1300">
                <a:latin typeface="Times New Roman" pitchFamily="18" charset="0"/>
              </a:rPr>
              <a:pPr algn="r" defTabSz="931863"/>
              <a:t>48</a:t>
            </a:fld>
            <a:endParaRPr lang="en-US" sz="1300" dirty="0">
              <a:latin typeface="Times New Roman" pitchFamily="18" charset="0"/>
            </a:endParaRPr>
          </a:p>
        </p:txBody>
      </p:sp>
    </p:spTree>
    <p:extLst>
      <p:ext uri="{BB962C8B-B14F-4D97-AF65-F5344CB8AC3E}">
        <p14:creationId xmlns:p14="http://schemas.microsoft.com/office/powerpoint/2010/main" val="7238377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53252"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80FD1E11-60A7-454B-A363-B5895234A81C}" type="datetime1">
              <a:rPr lang="en-US" sz="1300">
                <a:latin typeface="Times New Roman" pitchFamily="18" charset="0"/>
              </a:rPr>
              <a:pPr algn="r" defTabSz="931863"/>
              <a:t>7/3/2017</a:t>
            </a:fld>
            <a:endParaRPr lang="en-US" sz="1300" dirty="0">
              <a:latin typeface="Times New Roman" pitchFamily="18" charset="0"/>
            </a:endParaRPr>
          </a:p>
        </p:txBody>
      </p:sp>
      <p:sp>
        <p:nvSpPr>
          <p:cNvPr id="53254"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3993286F-A1E9-44AB-A2E3-A93B399253F6}" type="slidenum">
              <a:rPr lang="en-US" sz="1300">
                <a:latin typeface="Times New Roman" pitchFamily="18" charset="0"/>
              </a:rPr>
              <a:pPr algn="r" defTabSz="931863"/>
              <a:t>49</a:t>
            </a:fld>
            <a:endParaRPr lang="en-US" sz="1300" dirty="0">
              <a:latin typeface="Times New Roman" pitchFamily="18" charset="0"/>
            </a:endParaRPr>
          </a:p>
        </p:txBody>
      </p:sp>
    </p:spTree>
    <p:extLst>
      <p:ext uri="{BB962C8B-B14F-4D97-AF65-F5344CB8AC3E}">
        <p14:creationId xmlns:p14="http://schemas.microsoft.com/office/powerpoint/2010/main" val="41823187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53252"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80FD1E11-60A7-454B-A363-B5895234A81C}" type="datetime1">
              <a:rPr lang="en-US" sz="1300">
                <a:latin typeface="Times New Roman" pitchFamily="18" charset="0"/>
              </a:rPr>
              <a:pPr algn="r" defTabSz="931863"/>
              <a:t>7/3/2017</a:t>
            </a:fld>
            <a:endParaRPr lang="en-US" sz="1300" dirty="0">
              <a:latin typeface="Times New Roman" pitchFamily="18" charset="0"/>
            </a:endParaRPr>
          </a:p>
        </p:txBody>
      </p:sp>
      <p:sp>
        <p:nvSpPr>
          <p:cNvPr id="53254"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3993286F-A1E9-44AB-A2E3-A93B399253F6}" type="slidenum">
              <a:rPr lang="en-US" sz="1300">
                <a:latin typeface="Times New Roman" pitchFamily="18" charset="0"/>
              </a:rPr>
              <a:pPr algn="r" defTabSz="931863"/>
              <a:t>50</a:t>
            </a:fld>
            <a:endParaRPr lang="en-US" sz="1300" dirty="0">
              <a:latin typeface="Times New Roman" pitchFamily="18" charset="0"/>
            </a:endParaRPr>
          </a:p>
        </p:txBody>
      </p:sp>
    </p:spTree>
    <p:extLst>
      <p:ext uri="{BB962C8B-B14F-4D97-AF65-F5344CB8AC3E}">
        <p14:creationId xmlns:p14="http://schemas.microsoft.com/office/powerpoint/2010/main" val="24809067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r>
              <a:rPr lang="en-US" dirty="0">
                <a:ea typeface="ＭＳ Ｐゴシック" pitchFamily="34" charset="-128"/>
              </a:rPr>
              <a:t>A </a:t>
            </a:r>
            <a:r>
              <a:rPr lang="en-US" b="1" dirty="0">
                <a:ea typeface="ＭＳ Ｐゴシック" pitchFamily="34" charset="-128"/>
              </a:rPr>
              <a:t>network interface card (NIC)</a:t>
            </a:r>
            <a:r>
              <a:rPr lang="en-US" dirty="0">
                <a:ea typeface="ＭＳ Ｐゴシック" pitchFamily="34" charset="-128"/>
              </a:rPr>
              <a:t> allows the computer to be connected to a network. Network interface cards are relatively simple devices that don’t store information for any appreciable period of time.</a:t>
            </a:r>
          </a:p>
          <a:p>
            <a:endParaRPr lang="en-US" dirty="0">
              <a:ea typeface="ＭＳ Ｐゴシック" pitchFamily="34" charset="-128"/>
            </a:endParaRPr>
          </a:p>
          <a:p>
            <a:r>
              <a:rPr lang="en-US" dirty="0">
                <a:ea typeface="ＭＳ Ｐゴシック" pitchFamily="34" charset="-128"/>
              </a:rPr>
              <a:t>A </a:t>
            </a:r>
            <a:r>
              <a:rPr lang="en-US" b="1" dirty="0">
                <a:ea typeface="ＭＳ Ｐゴシック" pitchFamily="34" charset="-128"/>
              </a:rPr>
              <a:t>hub</a:t>
            </a:r>
            <a:r>
              <a:rPr lang="en-US" dirty="0">
                <a:ea typeface="ＭＳ Ｐゴシック" pitchFamily="34" charset="-128"/>
              </a:rPr>
              <a:t> connects computers on an Ethernet LAN. Essentially, a hub does not do anything to see that packets get to their proper destination</a:t>
            </a:r>
          </a:p>
          <a:p>
            <a:endParaRPr lang="en-US" dirty="0">
              <a:ea typeface="ＭＳ Ｐゴシック" pitchFamily="34" charset="-128"/>
            </a:endParaRPr>
          </a:p>
          <a:p>
            <a:r>
              <a:rPr lang="en-US" dirty="0">
                <a:ea typeface="ＭＳ Ｐゴシック" pitchFamily="34" charset="-128"/>
              </a:rPr>
              <a:t>A </a:t>
            </a:r>
            <a:r>
              <a:rPr lang="en-US" b="1" dirty="0">
                <a:ea typeface="ＭＳ Ｐゴシック" pitchFamily="34" charset="-128"/>
              </a:rPr>
              <a:t>switch</a:t>
            </a:r>
            <a:r>
              <a:rPr lang="en-US" dirty="0">
                <a:ea typeface="ＭＳ Ｐゴシック" pitchFamily="34" charset="-128"/>
              </a:rPr>
              <a:t> prevents traffic jams by ensuring that data goes straight from its origin to its proper destination. Switches remember the address of every node on the network and anticipate where data needs to go. A switch operates only with the computers on the same LAN because it operates based on the MAC address in a packet, which is not routable. It cannot send data out to the Internet or across a wide area network (WAN). These functions require a router.</a:t>
            </a:r>
          </a:p>
          <a:p>
            <a:endParaRPr lang="en-US" dirty="0">
              <a:ea typeface="ＭＳ Ｐゴシック" pitchFamily="34" charset="-128"/>
            </a:endParaRPr>
          </a:p>
          <a:p>
            <a:r>
              <a:rPr lang="en-US" dirty="0">
                <a:ea typeface="ＭＳ Ｐゴシック" pitchFamily="34" charset="-128"/>
              </a:rPr>
              <a:t>A </a:t>
            </a:r>
            <a:r>
              <a:rPr lang="en-US" b="1" dirty="0">
                <a:ea typeface="ＭＳ Ｐゴシック" pitchFamily="34" charset="-128"/>
              </a:rPr>
              <a:t>router</a:t>
            </a:r>
            <a:r>
              <a:rPr lang="en-US" dirty="0">
                <a:ea typeface="ＭＳ Ｐゴシック" pitchFamily="34" charset="-128"/>
              </a:rPr>
              <a:t> is similar to a switch, but it can also connect different logical networks or subnets and enable traffic that is destined for the networks on the other side of the router to pass through. Routers utilize the </a:t>
            </a:r>
            <a:r>
              <a:rPr lang="en-US">
                <a:ea typeface="ＭＳ Ｐゴシック" pitchFamily="34" charset="-128"/>
              </a:rPr>
              <a:t>IP</a:t>
            </a:r>
            <a:r>
              <a:rPr lang="en-US" dirty="0">
                <a:ea typeface="ＭＳ Ｐゴシック" pitchFamily="34" charset="-128"/>
              </a:rPr>
              <a:t> address to determine the path of outgoing packets and work at the Network Layer of the OSI model.</a:t>
            </a:r>
          </a:p>
          <a:p>
            <a:endParaRPr lang="en-US" dirty="0">
              <a:ea typeface="ＭＳ Ｐゴシック" pitchFamily="34" charset="-128"/>
            </a:endParaRPr>
          </a:p>
          <a:p>
            <a:r>
              <a:rPr lang="en-US" dirty="0">
                <a:ea typeface="ＭＳ Ｐゴシック" pitchFamily="34" charset="-128"/>
              </a:rPr>
              <a:t>Modern routers are complex devices. They handle packets, often have firewall and Dynamic Host Configuration Protocol (DHCP) capabilities, are programmable, and maintain logs.</a:t>
            </a: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51</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39071621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ea typeface="ＭＳ Ｐゴシック" pitchFamily="34" charset="-128"/>
              </a:rPr>
              <a:t>Routers determine where to send information from one computer to another. They maintain a routing table to keep track of routes, or which connections are to be used for different networks. Some of these routes are programmed in manually, but many are “learned” automatically by the router. It does this by examining incoming packets and, if one comes from an </a:t>
            </a:r>
            <a:r>
              <a:rPr lang="en-US">
                <a:ea typeface="ＭＳ Ｐゴシック" pitchFamily="34" charset="-128"/>
              </a:rPr>
              <a:t>IP</a:t>
            </a:r>
            <a:r>
              <a:rPr lang="en-US" dirty="0">
                <a:ea typeface="ＭＳ Ｐゴシック" pitchFamily="34" charset="-128"/>
              </a:rPr>
              <a:t> address the router has not seen before, adding that address to its routing table. Modern routers also inform each other about new routes and routes that are no longer working to make routing as efficient as possible.</a:t>
            </a:r>
          </a:p>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52</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11286755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r>
              <a:rPr lang="en-US" dirty="0">
                <a:ea typeface="ＭＳ Ｐゴシック" pitchFamily="34" charset="-128"/>
              </a:rPr>
              <a:t>Routers can be vulnerable to several types of attacks, including router table poisoning. Router table poisoning is one of the most common and effective attacks. With router table poisoning, an attacker alters the routing data update packets that the routing protocols need, resulting in incorrect entries in the routing table. </a:t>
            </a: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53</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2073287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r>
              <a:rPr lang="en-US" dirty="0">
                <a:ea typeface="ＭＳ Ｐゴシック" pitchFamily="34" charset="-128"/>
              </a:rPr>
              <a:t>Connect with the router so you can run certain commands. HyperTerminal is a free tool that can be used to connect to and interact with your routers. Because the router is live, it is important to record everything you do.</a:t>
            </a: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54</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17646737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HyperTerminal is</a:t>
            </a:r>
            <a:r>
              <a:rPr lang="en-US" baseline="0" dirty="0"/>
              <a:t> an example of a tool you can use to connect to and interact with routers.</a:t>
            </a: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55</a:t>
            </a:fld>
            <a:endParaRPr lang="en-US" dirty="0"/>
          </a:p>
        </p:txBody>
      </p:sp>
    </p:spTree>
    <p:extLst>
      <p:ext uri="{BB962C8B-B14F-4D97-AF65-F5344CB8AC3E}">
        <p14:creationId xmlns:p14="http://schemas.microsoft.com/office/powerpoint/2010/main" val="32712192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r>
              <a:rPr lang="en-US" dirty="0"/>
              <a:t>Several commands are important to router forensics. The most important and most commonly used commands from Cisco routers are:</a:t>
            </a:r>
          </a:p>
          <a:p>
            <a:pPr marL="171450" indent="-171450">
              <a:buFont typeface="Arial" panose="020B0604020202020204" pitchFamily="34" charset="0"/>
              <a:buChar char="•"/>
            </a:pPr>
            <a:r>
              <a:rPr lang="en-US" b="1" dirty="0"/>
              <a:t>show version</a:t>
            </a:r>
            <a:r>
              <a:rPr lang="en-US" dirty="0"/>
              <a:t>—Provides a significant amount of hardware and software detail about the router. It displays the platform, operating system version, system image file, any interfaces, the amount of RAM the router has, and the number of network and voice interfaces there are.</a:t>
            </a:r>
          </a:p>
          <a:p>
            <a:pPr marL="171450" indent="-171450">
              <a:buFont typeface="Arial" panose="020B0604020202020204" pitchFamily="34" charset="0"/>
              <a:buChar char="•"/>
            </a:pPr>
            <a:r>
              <a:rPr lang="en-US" b="1" dirty="0"/>
              <a:t>show running-config</a:t>
            </a:r>
            <a:r>
              <a:rPr lang="en-US" dirty="0"/>
              <a:t>—Provides the currently executing configuration.</a:t>
            </a:r>
          </a:p>
          <a:p>
            <a:pPr marL="171450" indent="-171450">
              <a:buFont typeface="Arial" panose="020B0604020202020204" pitchFamily="34" charset="0"/>
              <a:buChar char="•"/>
            </a:pPr>
            <a:r>
              <a:rPr lang="en-US" b="1" dirty="0"/>
              <a:t>show startup-config</a:t>
            </a:r>
            <a:r>
              <a:rPr lang="en-US" dirty="0"/>
              <a:t>—Provides the system’s start-up configurations. Differences between show startup-config and show running-config can be indicative of a hacker having altered the system.</a:t>
            </a:r>
          </a:p>
          <a:p>
            <a:pPr marL="171450" indent="-171450">
              <a:buFont typeface="Arial" panose="020B0604020202020204" pitchFamily="34" charset="0"/>
              <a:buChar char="•"/>
            </a:pPr>
            <a:r>
              <a:rPr lang="en-US" b="1" dirty="0"/>
              <a:t>show ip route</a:t>
            </a:r>
            <a:r>
              <a:rPr lang="en-US" dirty="0"/>
              <a:t>—Shows the routing table. A primary reason that hackers infiltrate routers is to manipulate the routing table.</a:t>
            </a:r>
          </a:p>
        </p:txBody>
      </p:sp>
      <p:sp>
        <p:nvSpPr>
          <p:cNvPr id="58372"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5462EB81-C1F2-47C4-87AD-2CAECA34E190}" type="datetime1">
              <a:rPr lang="en-US" sz="1300">
                <a:latin typeface="Times New Roman" pitchFamily="18" charset="0"/>
              </a:rPr>
              <a:pPr algn="r" defTabSz="931863"/>
              <a:t>7/3/2017</a:t>
            </a:fld>
            <a:endParaRPr lang="en-US" sz="1300" dirty="0">
              <a:latin typeface="Times New Roman" pitchFamily="18" charset="0"/>
            </a:endParaRPr>
          </a:p>
        </p:txBody>
      </p:sp>
      <p:sp>
        <p:nvSpPr>
          <p:cNvPr id="58373" name="Footer Placeholder 4"/>
          <p:cNvSpPr txBox="1">
            <a:spLocks noGrp="1"/>
          </p:cNvSpPr>
          <p:nvPr/>
        </p:nvSpPr>
        <p:spPr bwMode="auto">
          <a:xfrm>
            <a:off x="0" y="8832850"/>
            <a:ext cx="3038475" cy="463550"/>
          </a:xfrm>
          <a:prstGeom prst="rect">
            <a:avLst/>
          </a:prstGeom>
          <a:noFill/>
          <a:ln w="9525">
            <a:noFill/>
            <a:miter lim="800000"/>
            <a:headEnd/>
            <a:tailEnd/>
          </a:ln>
        </p:spPr>
        <p:txBody>
          <a:bodyPr lIns="93172" tIns="46586" rIns="93172" bIns="46586" anchor="b"/>
          <a:lstStyle/>
          <a:p>
            <a:pPr defTabSz="931863"/>
            <a:endParaRPr lang="en-US" sz="1300" dirty="0">
              <a:latin typeface="Times New Roman" pitchFamily="18" charset="0"/>
            </a:endParaRPr>
          </a:p>
        </p:txBody>
      </p:sp>
      <p:sp>
        <p:nvSpPr>
          <p:cNvPr id="58374"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2A760B6D-3FA6-44DA-9927-C57AC6C09EFC}" type="slidenum">
              <a:rPr lang="en-US" sz="1300">
                <a:latin typeface="Times New Roman" pitchFamily="18" charset="0"/>
              </a:rPr>
              <a:pPr algn="r" defTabSz="931863"/>
              <a:t>56</a:t>
            </a:fld>
            <a:endParaRPr lang="en-US" sz="1300" dirty="0">
              <a:latin typeface="Times New Roman" pitchFamily="18" charset="0"/>
            </a:endParaRPr>
          </a:p>
        </p:txBody>
      </p:sp>
    </p:spTree>
    <p:extLst>
      <p:ext uri="{BB962C8B-B14F-4D97-AF65-F5344CB8AC3E}">
        <p14:creationId xmlns:p14="http://schemas.microsoft.com/office/powerpoint/2010/main" val="17965181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57</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7745250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pPr marL="341313" indent="-341313">
              <a:defRPr/>
            </a:pPr>
            <a:r>
              <a:rPr lang="en-US" sz="2800" dirty="0">
                <a:ea typeface="ＭＳ Ｐゴシック" pitchFamily="34" charset="-128"/>
              </a:rPr>
              <a:t>Can filter between other networks and systems</a:t>
            </a:r>
          </a:p>
          <a:p>
            <a:pPr marL="341313" indent="-341313">
              <a:defRPr/>
            </a:pPr>
            <a:r>
              <a:rPr lang="en-US" sz="2800" dirty="0">
                <a:ea typeface="ＭＳ Ｐゴシック" pitchFamily="34" charset="-128"/>
              </a:rPr>
              <a:t>Commercial or corporate firewalls</a:t>
            </a:r>
          </a:p>
          <a:p>
            <a:pPr marL="341313" indent="-341313">
              <a:defRPr/>
            </a:pPr>
            <a:r>
              <a:rPr lang="en-US" sz="2800" dirty="0">
                <a:ea typeface="ＭＳ Ｐゴシック" pitchFamily="34" charset="-128"/>
              </a:rPr>
              <a:t>Optimized for network-wide firewall filtering</a:t>
            </a:r>
          </a:p>
          <a:p>
            <a:pPr marL="341313" indent="-341313">
              <a:defRPr/>
            </a:pPr>
            <a:r>
              <a:rPr lang="en-US" sz="2800" dirty="0">
                <a:ea typeface="ＭＳ Ｐゴシック" pitchFamily="34" charset="-128"/>
              </a:rPr>
              <a:t>Incorporate enterprise-grade network services</a:t>
            </a:r>
          </a:p>
          <a:p>
            <a:pPr lvl="1">
              <a:defRPr/>
            </a:pPr>
            <a:r>
              <a:rPr lang="en-US" sz="2400" dirty="0">
                <a:ea typeface="ＭＳ Ｐゴシック" pitchFamily="34" charset="-128"/>
              </a:rPr>
              <a:t>VPN</a:t>
            </a:r>
          </a:p>
          <a:p>
            <a:pPr lvl="1">
              <a:defRPr/>
            </a:pPr>
            <a:r>
              <a:rPr lang="en-US" sz="2400" dirty="0">
                <a:ea typeface="ＭＳ Ｐゴシック" pitchFamily="34" charset="-128"/>
              </a:rPr>
              <a:t>Enterprise-class encryption protocols</a:t>
            </a:r>
          </a:p>
          <a:p>
            <a:pPr lvl="1">
              <a:defRPr/>
            </a:pPr>
            <a:r>
              <a:rPr lang="en-US" sz="2400" dirty="0">
                <a:ea typeface="ＭＳ Ｐゴシック" pitchFamily="34" charset="-128"/>
              </a:rPr>
              <a:t>Enterprise-class security services</a:t>
            </a:r>
          </a:p>
          <a:p>
            <a:endParaRPr lang="en-US" dirty="0">
              <a:ea typeface="ＭＳ Ｐゴシック" pitchFamily="34" charset="-128"/>
            </a:endParaRPr>
          </a:p>
        </p:txBody>
      </p:sp>
      <p:sp>
        <p:nvSpPr>
          <p:cNvPr id="62468" name="Date Placeholder 3"/>
          <p:cNvSpPr>
            <a:spLocks noGrp="1"/>
          </p:cNvSpPr>
          <p:nvPr>
            <p:ph type="dt" sz="quarter" idx="1"/>
          </p:nvPr>
        </p:nvSpPr>
        <p:spPr>
          <a:noFill/>
        </p:spPr>
        <p:txBody>
          <a:bodyPr/>
          <a:lstStyle/>
          <a:p>
            <a:fld id="{680AF914-0DA0-4442-8538-C6832E32146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62470" name="Slide Number Placeholder 5"/>
          <p:cNvSpPr>
            <a:spLocks noGrp="1"/>
          </p:cNvSpPr>
          <p:nvPr>
            <p:ph type="sldNum" sz="quarter" idx="5"/>
          </p:nvPr>
        </p:nvSpPr>
        <p:spPr>
          <a:noFill/>
        </p:spPr>
        <p:txBody>
          <a:bodyPr/>
          <a:lstStyle/>
          <a:p>
            <a:fld id="{640A083C-0DAA-473B-8BFB-5388E27649FA}" type="slidenum">
              <a:rPr lang="en-US" smtClean="0">
                <a:latin typeface="Times New Roman" pitchFamily="18" charset="0"/>
                <a:ea typeface="ＭＳ Ｐゴシック" pitchFamily="34" charset="-128"/>
              </a:rPr>
              <a:pPr/>
              <a:t>58</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30761713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r>
              <a:rPr lang="en-US" b="1" dirty="0">
                <a:ea typeface="ＭＳ Ｐゴシック" pitchFamily="34" charset="-128"/>
              </a:rPr>
              <a:t>P</a:t>
            </a:r>
            <a:r>
              <a:rPr lang="en-US" b="1" baseline="0" dirty="0">
                <a:ea typeface="ＭＳ Ｐゴシック" pitchFamily="34" charset="-128"/>
              </a:rPr>
              <a:t>acket filter firewall</a:t>
            </a:r>
          </a:p>
          <a:p>
            <a:pPr marL="171450" indent="-171450">
              <a:buFont typeface="Arial" panose="020B0604020202020204" pitchFamily="34" charset="0"/>
              <a:buChar char="•"/>
            </a:pPr>
            <a:r>
              <a:rPr lang="en-US" dirty="0">
                <a:ea typeface="ＭＳ Ｐゴシック" pitchFamily="34" charset="-128"/>
              </a:rPr>
              <a:t>The most basic type of firewall</a:t>
            </a:r>
          </a:p>
          <a:p>
            <a:pPr marL="171450" indent="-171450">
              <a:buFont typeface="Arial" panose="020B0604020202020204" pitchFamily="34" charset="0"/>
              <a:buChar char="•"/>
            </a:pPr>
            <a:r>
              <a:rPr lang="en-US" dirty="0">
                <a:ea typeface="ＭＳ Ｐゴシック" pitchFamily="34" charset="-128"/>
              </a:rPr>
              <a:t>Filters incoming packets and either allows them entrance or denies them passage based on a set of rules</a:t>
            </a:r>
          </a:p>
          <a:p>
            <a:pPr marL="171450" indent="-171450">
              <a:buFont typeface="Arial" panose="020B0604020202020204" pitchFamily="34" charset="0"/>
              <a:buChar char="•"/>
            </a:pPr>
            <a:r>
              <a:rPr lang="en-US" dirty="0">
                <a:ea typeface="ＭＳ Ｐゴシック" pitchFamily="34" charset="-128"/>
              </a:rPr>
              <a:t>Also referred to as a screened firewall</a:t>
            </a:r>
          </a:p>
          <a:p>
            <a:pPr marL="171450" indent="-171450">
              <a:buFont typeface="Arial" panose="020B0604020202020204" pitchFamily="34" charset="0"/>
              <a:buChar char="•"/>
            </a:pPr>
            <a:r>
              <a:rPr lang="en-US" dirty="0">
                <a:ea typeface="ＭＳ Ｐゴシック" pitchFamily="34" charset="-128"/>
              </a:rPr>
              <a:t>Can filter packets based on packet size, protocol used, source IP address, and so on</a:t>
            </a:r>
          </a:p>
          <a:p>
            <a:pPr marL="171450" indent="-171450">
              <a:buFont typeface="Arial" panose="020B0604020202020204" pitchFamily="34" charset="0"/>
              <a:buChar char="•"/>
            </a:pPr>
            <a:r>
              <a:rPr lang="en-US" dirty="0">
                <a:ea typeface="ＭＳ Ｐゴシック" pitchFamily="34" charset="-128"/>
              </a:rPr>
              <a:t>Many routers offer this type of firewall option in addition to their normal routing functions</a:t>
            </a:r>
          </a:p>
          <a:p>
            <a:endParaRPr lang="en-US" dirty="0">
              <a:ea typeface="ＭＳ Ｐゴシック" pitchFamily="34" charset="-128"/>
            </a:endParaRPr>
          </a:p>
          <a:p>
            <a:r>
              <a:rPr lang="en-US" b="1">
                <a:ea typeface="ＭＳ Ｐゴシック" pitchFamily="34" charset="-128"/>
              </a:rPr>
              <a:t>Stateful</a:t>
            </a:r>
            <a:r>
              <a:rPr lang="en-US" b="1" dirty="0">
                <a:ea typeface="ＭＳ Ｐゴシック" pitchFamily="34" charset="-128"/>
              </a:rPr>
              <a:t> packet inspection (SPI) firewall</a:t>
            </a:r>
          </a:p>
          <a:p>
            <a:pPr marL="171450" indent="-171450">
              <a:buFont typeface="Arial" panose="020B0604020202020204" pitchFamily="34" charset="0"/>
              <a:buChar char="•"/>
            </a:pPr>
            <a:r>
              <a:rPr lang="en-US" dirty="0">
                <a:ea typeface="ＭＳ Ｐゴシック" pitchFamily="34" charset="-128"/>
              </a:rPr>
              <a:t>Examines each and every packet, denying or permitting based on not only the current packet, but also considering previous packets in the conversation</a:t>
            </a:r>
          </a:p>
          <a:p>
            <a:pPr marL="171450" indent="-171450">
              <a:buFont typeface="Arial" panose="020B0604020202020204" pitchFamily="34" charset="0"/>
              <a:buChar char="•"/>
            </a:pPr>
            <a:r>
              <a:rPr lang="en-US" dirty="0">
                <a:ea typeface="ＭＳ Ｐゴシック" pitchFamily="34" charset="-128"/>
              </a:rPr>
              <a:t>Firewall is aware of the context in which a specific packet was sent</a:t>
            </a:r>
          </a:p>
          <a:p>
            <a:pPr marL="171450" indent="-171450">
              <a:buFont typeface="Arial" panose="020B0604020202020204" pitchFamily="34" charset="0"/>
              <a:buChar char="•"/>
            </a:pPr>
            <a:r>
              <a:rPr lang="en-US" dirty="0">
                <a:ea typeface="ＭＳ Ｐゴシック" pitchFamily="34" charset="-128"/>
              </a:rPr>
              <a:t>Are far less susceptible to ping floods, SYN floods, and spoofing</a:t>
            </a:r>
          </a:p>
          <a:p>
            <a:endParaRPr lang="en-US" dirty="0">
              <a:ea typeface="ＭＳ Ｐゴシック" pitchFamily="34" charset="-128"/>
            </a:endParaRPr>
          </a:p>
          <a:p>
            <a:r>
              <a:rPr lang="en-US" b="1" dirty="0">
                <a:ea typeface="ＭＳ Ｐゴシック" pitchFamily="34" charset="-128"/>
              </a:rPr>
              <a:t>Application filter</a:t>
            </a:r>
          </a:p>
          <a:p>
            <a:r>
              <a:rPr lang="en-US" dirty="0">
                <a:ea typeface="ＭＳ Ｐゴシック" pitchFamily="34" charset="-128"/>
              </a:rPr>
              <a:t>Combines stateful packet inspection with scanning for specific application issues</a:t>
            </a:r>
          </a:p>
          <a:p>
            <a:r>
              <a:rPr lang="en-US" dirty="0">
                <a:ea typeface="ＭＳ Ｐゴシック" pitchFamily="34" charset="-128"/>
              </a:rPr>
              <a:t>Example: Web Application Firewall (WAF) scans for typical web attacks such as SQL injection and cross-site scripting</a:t>
            </a:r>
          </a:p>
          <a:p>
            <a:endParaRPr lang="en-US" dirty="0">
              <a:ea typeface="ＭＳ Ｐゴシック" pitchFamily="34" charset="-128"/>
            </a:endParaRPr>
          </a:p>
        </p:txBody>
      </p:sp>
      <p:sp>
        <p:nvSpPr>
          <p:cNvPr id="37892" name="Date Placeholder 3"/>
          <p:cNvSpPr>
            <a:spLocks noGrp="1"/>
          </p:cNvSpPr>
          <p:nvPr>
            <p:ph type="dt" sz="quarter" idx="1"/>
          </p:nvPr>
        </p:nvSpPr>
        <p:spPr>
          <a:noFill/>
        </p:spPr>
        <p:txBody>
          <a:bodyPr/>
          <a:lstStyle/>
          <a:p>
            <a:fld id="{2650EDFE-1C06-4677-B787-73F31B9B574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7894" name="Slide Number Placeholder 5"/>
          <p:cNvSpPr>
            <a:spLocks noGrp="1"/>
          </p:cNvSpPr>
          <p:nvPr>
            <p:ph type="sldNum" sz="quarter" idx="5"/>
          </p:nvPr>
        </p:nvSpPr>
        <p:spPr>
          <a:noFill/>
        </p:spPr>
        <p:txBody>
          <a:bodyPr/>
          <a:lstStyle/>
          <a:p>
            <a:fld id="{55841350-D659-422A-A549-04B6198A1810}" type="slidenum">
              <a:rPr lang="en-US" smtClean="0">
                <a:latin typeface="Times New Roman" pitchFamily="18" charset="0"/>
                <a:ea typeface="ＭＳ Ｐゴシック" pitchFamily="34" charset="-128"/>
              </a:rPr>
              <a:pPr/>
              <a:t>59</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124935202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60</a:t>
            </a:fld>
            <a:endParaRPr lang="en-US" dirty="0"/>
          </a:p>
        </p:txBody>
      </p:sp>
    </p:spTree>
    <p:extLst>
      <p:ext uri="{BB962C8B-B14F-4D97-AF65-F5344CB8AC3E}">
        <p14:creationId xmlns:p14="http://schemas.microsoft.com/office/powerpoint/2010/main" val="2106709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eaLnBrk="0" hangingPunct="0">
              <a:spcBef>
                <a:spcPct val="20000"/>
              </a:spcBef>
              <a:buClr>
                <a:srgbClr val="ED6E2E"/>
              </a:buClr>
              <a:buFont typeface="Wingdings" pitchFamily="2" charset="2"/>
              <a:buNone/>
            </a:pPr>
            <a:r>
              <a:rPr lang="en-US" sz="1200" dirty="0"/>
              <a:t>In a decoy scan strategy, an attacker spoofs scans that originate from a large number of decoy machines and adds his or her IP address somewhere in the mix.</a:t>
            </a:r>
          </a:p>
          <a:p>
            <a:endParaRPr lang="en-US" dirty="0"/>
          </a:p>
        </p:txBody>
      </p:sp>
      <p:sp>
        <p:nvSpPr>
          <p:cNvPr id="4" name="Date Placeholder 3"/>
          <p:cNvSpPr>
            <a:spLocks noGrp="1"/>
          </p:cNvSpPr>
          <p:nvPr>
            <p:ph type="dt" idx="10"/>
          </p:nvPr>
        </p:nvSpPr>
        <p:spPr/>
        <p:txBody>
          <a:bodyPr/>
          <a:lstStyle/>
          <a:p>
            <a:pPr>
              <a:defRPr/>
            </a:pPr>
            <a:fld id="{1BABA6E0-89E4-429A-81B3-821B55B4E3D8}" type="datetime1">
              <a:rPr lang="en-US" smtClean="0"/>
              <a:pPr>
                <a:defRPr/>
              </a:pPr>
              <a:t>7/3/2017</a:t>
            </a:fld>
            <a:endParaRPr lang="en-US" dirty="0"/>
          </a:p>
        </p:txBody>
      </p:sp>
      <p:sp>
        <p:nvSpPr>
          <p:cNvPr id="5" name="Slide Number Placeholder 4"/>
          <p:cNvSpPr>
            <a:spLocks noGrp="1"/>
          </p:cNvSpPr>
          <p:nvPr>
            <p:ph type="sldNum" sz="quarter" idx="11"/>
          </p:nvPr>
        </p:nvSpPr>
        <p:spPr/>
        <p:txBody>
          <a:bodyPr/>
          <a:lstStyle/>
          <a:p>
            <a:pPr>
              <a:defRPr/>
            </a:pPr>
            <a:fld id="{059EE265-D607-49AA-A1E4-38CADC22C3FF}" type="slidenum">
              <a:rPr lang="en-US" smtClean="0"/>
              <a:pPr>
                <a:defRPr/>
              </a:pPr>
              <a:t>61</a:t>
            </a:fld>
            <a:endParaRPr lang="en-US" dirty="0"/>
          </a:p>
        </p:txBody>
      </p:sp>
    </p:spTree>
    <p:extLst>
      <p:ext uri="{BB962C8B-B14F-4D97-AF65-F5344CB8AC3E}">
        <p14:creationId xmlns:p14="http://schemas.microsoft.com/office/powerpoint/2010/main" val="4616785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52228" name="Date Placeholder 3"/>
          <p:cNvSpPr>
            <a:spLocks noGrp="1"/>
          </p:cNvSpPr>
          <p:nvPr>
            <p:ph type="dt" sz="quarter" idx="1"/>
          </p:nvPr>
        </p:nvSpPr>
        <p:spPr>
          <a:noFill/>
        </p:spPr>
        <p:txBody>
          <a:bodyPr/>
          <a:lstStyle/>
          <a:p>
            <a:fld id="{4E8C4DB2-0579-4BB9-BFFE-E06ACDD9DF84}"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52229" name="Footer Placeholder 4"/>
          <p:cNvSpPr>
            <a:spLocks noGrp="1"/>
          </p:cNvSpPr>
          <p:nvPr>
            <p:ph type="ftr" sz="quarter" idx="4"/>
          </p:nvPr>
        </p:nvSpPr>
        <p:spPr>
          <a:xfrm>
            <a:off x="0" y="8832850"/>
            <a:ext cx="3038475" cy="463550"/>
          </a:xfrm>
          <a:prstGeom prst="rect">
            <a:avLst/>
          </a:prstGeom>
          <a:noFill/>
        </p:spPr>
        <p:txBody>
          <a:bodyPr/>
          <a:lstStyle/>
          <a:p>
            <a:endParaRPr lang="en-US" dirty="0">
              <a:latin typeface="Times New Roman" pitchFamily="18" charset="0"/>
              <a:ea typeface="ＭＳ Ｐゴシック" pitchFamily="34" charset="-128"/>
            </a:endParaRPr>
          </a:p>
        </p:txBody>
      </p:sp>
      <p:sp>
        <p:nvSpPr>
          <p:cNvPr id="52230" name="Slide Number Placeholder 5"/>
          <p:cNvSpPr>
            <a:spLocks noGrp="1"/>
          </p:cNvSpPr>
          <p:nvPr>
            <p:ph type="sldNum" sz="quarter" idx="5"/>
          </p:nvPr>
        </p:nvSpPr>
        <p:spPr>
          <a:noFill/>
        </p:spPr>
        <p:txBody>
          <a:bodyPr/>
          <a:lstStyle/>
          <a:p>
            <a:fld id="{BD9F2272-FB3C-410C-8ECE-071C32A3A991}" type="slidenum">
              <a:rPr lang="en-US" smtClean="0">
                <a:latin typeface="Times New Roman" pitchFamily="18" charset="0"/>
                <a:ea typeface="ＭＳ Ｐゴシック" pitchFamily="34" charset="-128"/>
              </a:rPr>
              <a:pPr/>
              <a:t>63</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35179220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r>
              <a:rPr lang="en-US" dirty="0">
                <a:ea typeface="ＭＳ Ｐゴシック" pitchFamily="34" charset="-128"/>
              </a:rPr>
              <a:t>The TCP/</a:t>
            </a:r>
            <a:r>
              <a:rPr lang="en-US">
                <a:ea typeface="ＭＳ Ｐゴシック" pitchFamily="34" charset="-128"/>
              </a:rPr>
              <a:t>IP</a:t>
            </a:r>
            <a:r>
              <a:rPr lang="en-US" dirty="0">
                <a:ea typeface="ＭＳ Ｐゴシック" pitchFamily="34" charset="-128"/>
              </a:rPr>
              <a:t> model corresponds to layers in the OSI model.</a:t>
            </a:r>
          </a:p>
          <a:p>
            <a:endParaRPr lang="en-US" dirty="0">
              <a:ea typeface="ＭＳ Ｐゴシック" pitchFamily="34" charset="-128"/>
            </a:endParaRPr>
          </a:p>
          <a:p>
            <a:r>
              <a:rPr lang="en-US" dirty="0">
                <a:ea typeface="ＭＳ Ｐゴシック" pitchFamily="34" charset="-128"/>
              </a:rPr>
              <a:t>The OSI layers are:</a:t>
            </a:r>
          </a:p>
          <a:p>
            <a:r>
              <a:rPr lang="en-US" dirty="0">
                <a:ea typeface="ＭＳ Ｐゴシック" pitchFamily="34" charset="-128"/>
              </a:rPr>
              <a:t>Application layer (layer 7)—This layer enables communications with the host software, including the operating system. The application layer is the interface</a:t>
            </a:r>
          </a:p>
          <a:p>
            <a:r>
              <a:rPr lang="en-US" dirty="0">
                <a:ea typeface="ＭＳ Ｐゴシック" pitchFamily="34" charset="-128"/>
              </a:rPr>
              <a:t>between host software and the network protocol stack. The sub-protocols of this layer support specifi c applications or types of data.</a:t>
            </a:r>
          </a:p>
          <a:p>
            <a:r>
              <a:rPr lang="en-US" dirty="0">
                <a:ea typeface="ＭＳ Ｐゴシック" pitchFamily="34" charset="-128"/>
              </a:rPr>
              <a:t>• Presentation layer (layer 6)—This layer translates the data received from the host software into a format acceptable to the network. This layer also performs this task in reverse for data going from the network to the host software.</a:t>
            </a:r>
          </a:p>
          <a:p>
            <a:r>
              <a:rPr lang="en-US" dirty="0">
                <a:ea typeface="ＭＳ Ｐゴシック" pitchFamily="34" charset="-128"/>
              </a:rPr>
              <a:t>• Session layer (layer 5)—This layer manages the communication channel, known as a session, between the endpoints of the network communication. A single transport layer connection between two systems can support multiple, simultaneous sessions.</a:t>
            </a:r>
          </a:p>
          <a:p>
            <a:r>
              <a:rPr lang="en-US" dirty="0">
                <a:ea typeface="ＭＳ Ｐゴシック" pitchFamily="34" charset="-128"/>
              </a:rPr>
              <a:t>• Transport layer (layer 4)—This layer formats and handles data transportation. The transportation is independent of and transparent to the application.</a:t>
            </a:r>
          </a:p>
          <a:p>
            <a:r>
              <a:rPr lang="en-US" dirty="0">
                <a:ea typeface="ＭＳ Ｐゴシック" pitchFamily="34" charset="-128"/>
              </a:rPr>
              <a:t>• Network layer (layer 3)—This layer handles logical addressing (</a:t>
            </a:r>
            <a:r>
              <a:rPr lang="en-US">
                <a:ea typeface="ＭＳ Ｐゴシック" pitchFamily="34" charset="-128"/>
              </a:rPr>
              <a:t>IP</a:t>
            </a:r>
            <a:r>
              <a:rPr lang="en-US" dirty="0">
                <a:ea typeface="ＭＳ Ｐゴシック" pitchFamily="34" charset="-128"/>
              </a:rPr>
              <a:t> addresses) and routing traffic.</a:t>
            </a:r>
          </a:p>
          <a:p>
            <a:r>
              <a:rPr lang="en-US" dirty="0">
                <a:ea typeface="ＭＳ Ｐゴシック" pitchFamily="34" charset="-128"/>
              </a:rPr>
              <a:t>• Data link layer (layer 2)—This layer manages physical addressing (MAC addresses) and supports the network topology, such as Ethernet.</a:t>
            </a:r>
          </a:p>
          <a:p>
            <a:r>
              <a:rPr lang="en-US" dirty="0">
                <a:ea typeface="ＭＳ Ｐゴシック" pitchFamily="34" charset="-128"/>
              </a:rPr>
              <a:t>• Physical layer (layer 1)—This layer converts data into transmitted bits over the physical network medium.</a:t>
            </a:r>
          </a:p>
        </p:txBody>
      </p:sp>
      <p:sp>
        <p:nvSpPr>
          <p:cNvPr id="32772" name="Date Placeholder 3"/>
          <p:cNvSpPr>
            <a:spLocks noGrp="1"/>
          </p:cNvSpPr>
          <p:nvPr>
            <p:ph type="dt" sz="quarter" idx="1"/>
          </p:nvPr>
        </p:nvSpPr>
        <p:spPr>
          <a:noFill/>
        </p:spPr>
        <p:txBody>
          <a:bodyPr/>
          <a:lstStyle/>
          <a:p>
            <a:fld id="{0DBA50DD-6B12-4B42-98D8-18C364E10EAE}"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2774" name="Slide Number Placeholder 5"/>
          <p:cNvSpPr>
            <a:spLocks noGrp="1"/>
          </p:cNvSpPr>
          <p:nvPr>
            <p:ph type="sldNum" sz="quarter" idx="5"/>
          </p:nvPr>
        </p:nvSpPr>
        <p:spPr>
          <a:noFill/>
        </p:spPr>
        <p:txBody>
          <a:bodyPr/>
          <a:lstStyle/>
          <a:p>
            <a:fld id="{E507062F-983D-4608-87C7-F9B833795714}" type="slidenum">
              <a:rPr lang="en-US" smtClean="0">
                <a:latin typeface="Times New Roman" pitchFamily="18" charset="0"/>
                <a:ea typeface="ＭＳ Ｐゴシック" pitchFamily="34" charset="-128"/>
              </a:rPr>
              <a:pPr/>
              <a:t>64</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72943187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a typeface="ＭＳ Ｐゴシック" pitchFamily="34" charset="-128"/>
            </a:endParaRPr>
          </a:p>
        </p:txBody>
      </p:sp>
      <p:sp>
        <p:nvSpPr>
          <p:cNvPr id="33796" name="Date Placeholder 3"/>
          <p:cNvSpPr>
            <a:spLocks noGrp="1"/>
          </p:cNvSpPr>
          <p:nvPr>
            <p:ph type="dt" sz="quarter" idx="1"/>
          </p:nvPr>
        </p:nvSpPr>
        <p:spPr>
          <a:noFill/>
        </p:spPr>
        <p:txBody>
          <a:bodyPr/>
          <a:lstStyle/>
          <a:p>
            <a:fld id="{5B2AD763-50D8-488F-80FA-E6D985340D08}" type="datetime1">
              <a:rPr lang="en-US" smtClean="0">
                <a:latin typeface="Times New Roman" pitchFamily="18" charset="0"/>
                <a:ea typeface="ＭＳ Ｐゴシック" pitchFamily="34" charset="-128"/>
              </a:rPr>
              <a:pPr/>
              <a:t>7/3/2017</a:t>
            </a:fld>
            <a:endParaRPr lang="en-US" dirty="0">
              <a:latin typeface="Times New Roman" pitchFamily="18" charset="0"/>
              <a:ea typeface="ＭＳ Ｐゴシック" pitchFamily="34" charset="-128"/>
            </a:endParaRPr>
          </a:p>
        </p:txBody>
      </p:sp>
      <p:sp>
        <p:nvSpPr>
          <p:cNvPr id="33798" name="Slide Number Placeholder 5"/>
          <p:cNvSpPr>
            <a:spLocks noGrp="1"/>
          </p:cNvSpPr>
          <p:nvPr>
            <p:ph type="sldNum" sz="quarter" idx="5"/>
          </p:nvPr>
        </p:nvSpPr>
        <p:spPr>
          <a:noFill/>
        </p:spPr>
        <p:txBody>
          <a:bodyPr/>
          <a:lstStyle/>
          <a:p>
            <a:fld id="{9D913640-8216-44A0-B2D8-922104407B16}" type="slidenum">
              <a:rPr lang="en-US" smtClean="0">
                <a:latin typeface="Times New Roman" pitchFamily="18" charset="0"/>
                <a:ea typeface="ＭＳ Ｐゴシック" pitchFamily="34" charset="-128"/>
              </a:rPr>
              <a:pPr/>
              <a:t>65</a:t>
            </a:fld>
            <a:endParaRPr lang="en-US" dirty="0">
              <a:latin typeface="Times New Roman" pitchFamily="18" charset="0"/>
              <a:ea typeface="ＭＳ Ｐゴシック" pitchFamily="34" charset="-128"/>
            </a:endParaRPr>
          </a:p>
        </p:txBody>
      </p:sp>
    </p:spTree>
    <p:extLst>
      <p:ext uri="{BB962C8B-B14F-4D97-AF65-F5344CB8AC3E}">
        <p14:creationId xmlns:p14="http://schemas.microsoft.com/office/powerpoint/2010/main" val="28118263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791523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14357733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endParaRPr lang="en-US" dirty="0"/>
          </a:p>
        </p:txBody>
      </p:sp>
      <p:sp>
        <p:nvSpPr>
          <p:cNvPr id="63492"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A9601D25-384A-4B9E-927A-E0B7B3535BD3}" type="datetime1">
              <a:rPr lang="en-US" sz="1300">
                <a:latin typeface="Times New Roman" pitchFamily="18" charset="0"/>
              </a:rPr>
              <a:pPr algn="r" defTabSz="931863"/>
              <a:t>7/3/2017</a:t>
            </a:fld>
            <a:endParaRPr lang="en-US" sz="1300" dirty="0">
              <a:latin typeface="Times New Roman" pitchFamily="18" charset="0"/>
            </a:endParaRPr>
          </a:p>
        </p:txBody>
      </p:sp>
      <p:sp>
        <p:nvSpPr>
          <p:cNvPr id="63493" name="Footer Placeholder 4"/>
          <p:cNvSpPr txBox="1">
            <a:spLocks noGrp="1"/>
          </p:cNvSpPr>
          <p:nvPr/>
        </p:nvSpPr>
        <p:spPr bwMode="auto">
          <a:xfrm>
            <a:off x="0" y="8832850"/>
            <a:ext cx="3038475" cy="463550"/>
          </a:xfrm>
          <a:prstGeom prst="rect">
            <a:avLst/>
          </a:prstGeom>
          <a:noFill/>
          <a:ln w="9525">
            <a:noFill/>
            <a:miter lim="800000"/>
            <a:headEnd/>
            <a:tailEnd/>
          </a:ln>
        </p:spPr>
        <p:txBody>
          <a:bodyPr lIns="93172" tIns="46586" rIns="93172" bIns="46586" anchor="b"/>
          <a:lstStyle/>
          <a:p>
            <a:pPr defTabSz="931863"/>
            <a:endParaRPr lang="en-US" sz="1300" dirty="0">
              <a:latin typeface="Times New Roman" pitchFamily="18" charset="0"/>
            </a:endParaRPr>
          </a:p>
        </p:txBody>
      </p:sp>
      <p:sp>
        <p:nvSpPr>
          <p:cNvPr id="63494"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1D072D54-A0A4-427B-8756-F53600C17FA4}" type="slidenum">
              <a:rPr lang="en-US" sz="1300">
                <a:latin typeface="Times New Roman" pitchFamily="18" charset="0"/>
              </a:rPr>
              <a:pPr algn="r" defTabSz="931863"/>
              <a:t>68</a:t>
            </a:fld>
            <a:endParaRPr lang="en-US" sz="1300" dirty="0">
              <a:latin typeface="Times New Roman" pitchFamily="18" charset="0"/>
            </a:endParaRPr>
          </a:p>
        </p:txBody>
      </p:sp>
    </p:spTree>
    <p:extLst>
      <p:ext uri="{BB962C8B-B14F-4D97-AF65-F5344CB8AC3E}">
        <p14:creationId xmlns:p14="http://schemas.microsoft.com/office/powerpoint/2010/main" val="205974548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dirty="0"/>
          </a:p>
        </p:txBody>
      </p:sp>
      <p:sp>
        <p:nvSpPr>
          <p:cNvPr id="64516"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7CA5A401-14D3-4592-B720-7B390C3BBE9F}" type="datetime1">
              <a:rPr lang="en-US" sz="1300">
                <a:latin typeface="Times New Roman" pitchFamily="18" charset="0"/>
              </a:rPr>
              <a:pPr algn="r" defTabSz="931863"/>
              <a:t>7/3/2017</a:t>
            </a:fld>
            <a:endParaRPr lang="en-US" sz="1300" dirty="0">
              <a:latin typeface="Times New Roman" pitchFamily="18" charset="0"/>
            </a:endParaRPr>
          </a:p>
        </p:txBody>
      </p:sp>
      <p:sp>
        <p:nvSpPr>
          <p:cNvPr id="64517" name="Footer Placeholder 4"/>
          <p:cNvSpPr txBox="1">
            <a:spLocks noGrp="1"/>
          </p:cNvSpPr>
          <p:nvPr/>
        </p:nvSpPr>
        <p:spPr bwMode="auto">
          <a:xfrm>
            <a:off x="0" y="8832850"/>
            <a:ext cx="3038475" cy="463550"/>
          </a:xfrm>
          <a:prstGeom prst="rect">
            <a:avLst/>
          </a:prstGeom>
          <a:noFill/>
          <a:ln w="9525">
            <a:noFill/>
            <a:miter lim="800000"/>
            <a:headEnd/>
            <a:tailEnd/>
          </a:ln>
        </p:spPr>
        <p:txBody>
          <a:bodyPr lIns="93172" tIns="46586" rIns="93172" bIns="46586" anchor="b"/>
          <a:lstStyle/>
          <a:p>
            <a:pPr defTabSz="931863"/>
            <a:endParaRPr lang="en-US" sz="1300" dirty="0">
              <a:latin typeface="Times New Roman" pitchFamily="18" charset="0"/>
            </a:endParaRPr>
          </a:p>
        </p:txBody>
      </p:sp>
      <p:sp>
        <p:nvSpPr>
          <p:cNvPr id="64518"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F102BBA1-C032-40F9-8F29-B19DA1F9B4E2}" type="slidenum">
              <a:rPr lang="en-US" sz="1300">
                <a:latin typeface="Times New Roman" pitchFamily="18" charset="0"/>
              </a:rPr>
              <a:pPr algn="r" defTabSz="931863"/>
              <a:t>69</a:t>
            </a:fld>
            <a:endParaRPr lang="en-US" sz="1300" dirty="0">
              <a:latin typeface="Times New Roman" pitchFamily="18" charset="0"/>
            </a:endParaRPr>
          </a:p>
        </p:txBody>
      </p:sp>
    </p:spTree>
    <p:extLst>
      <p:ext uri="{BB962C8B-B14F-4D97-AF65-F5344CB8AC3E}">
        <p14:creationId xmlns:p14="http://schemas.microsoft.com/office/powerpoint/2010/main" val="34188258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pPr>
              <a:spcAft>
                <a:spcPts val="1000"/>
              </a:spcAft>
            </a:pPr>
            <a:r>
              <a:rPr lang="en-US" sz="2400" dirty="0"/>
              <a:t>TCP stands for Transmission control protocol</a:t>
            </a:r>
          </a:p>
          <a:p>
            <a:pPr>
              <a:spcAft>
                <a:spcPts val="1000"/>
              </a:spcAft>
            </a:pPr>
            <a:r>
              <a:rPr lang="en-US" sz="2400" dirty="0"/>
              <a:t>UDP stands for User Datagram Protocol</a:t>
            </a:r>
          </a:p>
          <a:p>
            <a:pPr>
              <a:spcAft>
                <a:spcPts val="1000"/>
              </a:spcAft>
            </a:pPr>
            <a:endParaRPr lang="en-US" sz="2400" dirty="0"/>
          </a:p>
          <a:p>
            <a:pPr>
              <a:spcAft>
                <a:spcPts val="1000"/>
              </a:spcAft>
            </a:pPr>
            <a:r>
              <a:rPr lang="en-US" sz="2400" dirty="0"/>
              <a:t>Create a baseline of the network</a:t>
            </a:r>
          </a:p>
          <a:p>
            <a:pPr>
              <a:spcAft>
                <a:spcPts val="1000"/>
              </a:spcAft>
            </a:pPr>
            <a:r>
              <a:rPr lang="en-US" sz="2400" dirty="0"/>
              <a:t>Capture data at specific points on the network</a:t>
            </a:r>
          </a:p>
          <a:p>
            <a:pPr>
              <a:spcAft>
                <a:spcPts val="1000"/>
              </a:spcAft>
            </a:pPr>
            <a:r>
              <a:rPr lang="en-US" sz="2400" dirty="0"/>
              <a:t>Analyze captured data, compare to baseline, review logs</a:t>
            </a:r>
          </a:p>
          <a:p>
            <a:pPr>
              <a:spcAft>
                <a:spcPts val="1000"/>
              </a:spcAft>
            </a:pPr>
            <a:r>
              <a:rPr lang="en-US" sz="2400" dirty="0"/>
              <a:t>Use results of analysis to:</a:t>
            </a:r>
          </a:p>
          <a:p>
            <a:pPr lvl="1">
              <a:spcAft>
                <a:spcPts val="1000"/>
              </a:spcAft>
            </a:pPr>
            <a:r>
              <a:rPr lang="en-US" sz="2200" dirty="0"/>
              <a:t>Investigate and resolve issues, such as removing unnecessary services or closing open ports that present a vulnerability</a:t>
            </a:r>
          </a:p>
          <a:p>
            <a:pPr lvl="1">
              <a:spcAft>
                <a:spcPts val="1000"/>
              </a:spcAft>
            </a:pPr>
            <a:r>
              <a:rPr lang="en-US" sz="2200" dirty="0"/>
              <a:t>Update baseline, if necessary</a:t>
            </a:r>
          </a:p>
          <a:p>
            <a:pPr lvl="1">
              <a:spcAft>
                <a:spcPts val="1000"/>
              </a:spcAft>
            </a:pPr>
            <a:r>
              <a:rPr lang="en-US" sz="2200" dirty="0"/>
              <a:t>After an incident, build signatures into the IDS/IPS to prevent further losses</a:t>
            </a:r>
          </a:p>
          <a:p>
            <a:endParaRPr lang="en-US" dirty="0"/>
          </a:p>
          <a:p>
            <a:r>
              <a:rPr lang="en-US" dirty="0"/>
              <a:t>Perform a statistical analysis on the dumped information. You can use them to measure response time, the percentage of packets lost, and TCP/UDP connection startup and end</a:t>
            </a:r>
          </a:p>
        </p:txBody>
      </p:sp>
      <p:sp>
        <p:nvSpPr>
          <p:cNvPr id="65540" name="Date Placeholder 3"/>
          <p:cNvSpPr>
            <a:spLocks noGrp="1"/>
          </p:cNvSpPr>
          <p:nvPr>
            <p:ph type="dt" sz="quarter" idx="1"/>
          </p:nvPr>
        </p:nvSpPr>
        <p:spPr>
          <a:noFill/>
        </p:spPr>
        <p:txBody>
          <a:bodyPr/>
          <a:lstStyle/>
          <a:p>
            <a:pPr defTabSz="931863"/>
            <a:fld id="{86310B07-61E4-4AC2-8936-685A57714168}" type="datetime1">
              <a:rPr lang="en-US" smtClean="0"/>
              <a:pPr defTabSz="931863"/>
              <a:t>7/3/2017</a:t>
            </a:fld>
            <a:endParaRPr lang="en-US" dirty="0"/>
          </a:p>
        </p:txBody>
      </p:sp>
      <p:sp>
        <p:nvSpPr>
          <p:cNvPr id="65541" name="Footer Placeholder 4"/>
          <p:cNvSpPr>
            <a:spLocks noGrp="1"/>
          </p:cNvSpPr>
          <p:nvPr>
            <p:ph type="ftr" sz="quarter" idx="4"/>
          </p:nvPr>
        </p:nvSpPr>
        <p:spPr>
          <a:xfrm>
            <a:off x="0" y="8829675"/>
            <a:ext cx="3038475" cy="465138"/>
          </a:xfrm>
          <a:prstGeom prst="rect">
            <a:avLst/>
          </a:prstGeom>
          <a:noFill/>
        </p:spPr>
        <p:txBody>
          <a:bodyPr/>
          <a:lstStyle/>
          <a:p>
            <a:pPr defTabSz="931863"/>
            <a:endParaRPr lang="en-US" dirty="0"/>
          </a:p>
        </p:txBody>
      </p:sp>
      <p:sp>
        <p:nvSpPr>
          <p:cNvPr id="65542" name="Slide Number Placeholder 5"/>
          <p:cNvSpPr>
            <a:spLocks noGrp="1"/>
          </p:cNvSpPr>
          <p:nvPr>
            <p:ph type="sldNum" sz="quarter" idx="5"/>
          </p:nvPr>
        </p:nvSpPr>
        <p:spPr>
          <a:noFill/>
        </p:spPr>
        <p:txBody>
          <a:bodyPr/>
          <a:lstStyle/>
          <a:p>
            <a:pPr defTabSz="931863"/>
            <a:fld id="{7AB764A7-8313-4E8A-9803-4965220DD74E}" type="slidenum">
              <a:rPr lang="en-US" smtClean="0"/>
              <a:pPr defTabSz="931863"/>
              <a:t>70</a:t>
            </a:fld>
            <a:endParaRPr lang="en-US" dirty="0"/>
          </a:p>
        </p:txBody>
      </p:sp>
    </p:spTree>
    <p:extLst>
      <p:ext uri="{BB962C8B-B14F-4D97-AF65-F5344CB8AC3E}">
        <p14:creationId xmlns:p14="http://schemas.microsoft.com/office/powerpoint/2010/main" val="37049973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9579828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0702383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6"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Text Box 6"/>
          <p:cNvSpPr txBox="1">
            <a:spLocks noChangeArrowheads="1"/>
          </p:cNvSpPr>
          <p:nvPr/>
        </p:nvSpPr>
        <p:spPr bwMode="auto">
          <a:xfrm>
            <a:off x="8382000" y="6496050"/>
            <a:ext cx="581025" cy="215900"/>
          </a:xfrm>
          <a:prstGeom prst="rect">
            <a:avLst/>
          </a:prstGeom>
          <a:noFill/>
          <a:ln>
            <a:noFill/>
          </a:ln>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C4F20969-4C03-463E-8346-60A56C879725}"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36813"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138" r:id="rId1"/>
    <p:sldLayoutId id="2147484137" r:id="rId2"/>
    <p:sldLayoutId id="2147484139" r:id="rId3"/>
    <p:sldLayoutId id="2147484140" r:id="rId4"/>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053387" cy="3096232"/>
          </a:xfrm>
        </p:spPr>
        <p:txBody>
          <a:bodyPr/>
          <a:lstStyle/>
          <a:p>
            <a:pPr algn="ctr"/>
            <a:r>
              <a:rPr lang="en-US" sz="4000" b="1" dirty="0"/>
              <a:t>System Forensics, Investigation, and Response</a:t>
            </a:r>
          </a:p>
          <a:p>
            <a:pPr algn="ctr"/>
            <a:endParaRPr lang="en-US" b="1" dirty="0"/>
          </a:p>
          <a:p>
            <a:pPr algn="ctr"/>
            <a:r>
              <a:rPr lang="en-US" b="1" dirty="0"/>
              <a:t>Lesson 12</a:t>
            </a:r>
          </a:p>
          <a:p>
            <a:pPr algn="ctr"/>
            <a:r>
              <a:rPr lang="en-US" b="1" dirty="0"/>
              <a:t>Performing Network Analysis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Learning Objective</a:t>
            </a:r>
          </a:p>
        </p:txBody>
      </p:sp>
      <p:sp>
        <p:nvSpPr>
          <p:cNvPr id="6147" name="Content Placeholder 2"/>
          <p:cNvSpPr>
            <a:spLocks noGrp="1"/>
          </p:cNvSpPr>
          <p:nvPr>
            <p:ph idx="1"/>
          </p:nvPr>
        </p:nvSpPr>
        <p:spPr>
          <a:xfrm>
            <a:off x="539750" y="1828800"/>
            <a:ext cx="8299450" cy="4326340"/>
          </a:xfrm>
        </p:spPr>
        <p:txBody>
          <a:bodyPr/>
          <a:lstStyle/>
          <a:p>
            <a:r>
              <a:rPr lang="en-US" sz="2800" dirty="0"/>
              <a:t>Explain how to perform a network analysis.</a:t>
            </a:r>
          </a:p>
          <a:p>
            <a:pPr>
              <a:buFont typeface="Wingdings" pitchFamily="2" charset="2"/>
              <a:buNone/>
            </a:pPr>
            <a:endParaRPr lang="en-US" sz="1000" dirty="0"/>
          </a:p>
          <a:p>
            <a:pPr>
              <a:buFont typeface="Wingdings" pitchFamily="2" charset="2"/>
              <a:buNone/>
            </a:pPr>
            <a:endParaRPr lang="en-US" sz="3200" b="1" dirty="0"/>
          </a:p>
          <a:p>
            <a:endParaRPr lang="en-US" sz="28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Key Concepts</a:t>
            </a:r>
          </a:p>
        </p:txBody>
      </p:sp>
      <p:sp>
        <p:nvSpPr>
          <p:cNvPr id="6147" name="Content Placeholder 2"/>
          <p:cNvSpPr>
            <a:spLocks noGrp="1"/>
          </p:cNvSpPr>
          <p:nvPr>
            <p:ph idx="1"/>
          </p:nvPr>
        </p:nvSpPr>
        <p:spPr>
          <a:xfrm>
            <a:off x="539750" y="1828800"/>
            <a:ext cx="8299450" cy="4326340"/>
          </a:xfrm>
        </p:spPr>
        <p:txBody>
          <a:bodyPr/>
          <a:lstStyle/>
          <a:p>
            <a:r>
              <a:rPr lang="en-US" sz="2800" dirty="0"/>
              <a:t>Network packet analysis basics</a:t>
            </a:r>
          </a:p>
          <a:p>
            <a:r>
              <a:rPr lang="en-US" sz="2800" dirty="0"/>
              <a:t>Traffic analysis</a:t>
            </a:r>
          </a:p>
          <a:p>
            <a:r>
              <a:rPr lang="en-US" sz="2800" dirty="0"/>
              <a:t>Router forensics</a:t>
            </a:r>
          </a:p>
          <a:p>
            <a:r>
              <a:rPr lang="en-US" sz="2800" dirty="0"/>
              <a:t>Firewall forensics</a:t>
            </a:r>
          </a:p>
          <a:p>
            <a:pPr>
              <a:buFont typeface="Wingdings" pitchFamily="2" charset="2"/>
              <a:buNone/>
            </a:pPr>
            <a:endParaRPr lang="en-US" sz="3200" b="1" dirty="0"/>
          </a:p>
          <a:p>
            <a:endParaRPr lang="en-US" sz="2800" dirty="0"/>
          </a:p>
        </p:txBody>
      </p:sp>
    </p:spTree>
    <p:extLst>
      <p:ext uri="{BB962C8B-B14F-4D97-AF65-F5344CB8AC3E}">
        <p14:creationId xmlns:p14="http://schemas.microsoft.com/office/powerpoint/2010/main" val="17353184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3600" dirty="0">
                <a:solidFill>
                  <a:schemeClr val="tx2"/>
                </a:solidFill>
                <a:ea typeface="ＭＳ Ｐゴシック" pitchFamily="34" charset="-128"/>
              </a:rPr>
              <a:t>Network Packets: Structure</a:t>
            </a:r>
          </a:p>
        </p:txBody>
      </p:sp>
      <p:sp>
        <p:nvSpPr>
          <p:cNvPr id="9219" name="Content Placeholder 2"/>
          <p:cNvSpPr>
            <a:spLocks noGrp="1"/>
          </p:cNvSpPr>
          <p:nvPr>
            <p:ph idx="1"/>
          </p:nvPr>
        </p:nvSpPr>
        <p:spPr>
          <a:xfrm>
            <a:off x="539750" y="1073150"/>
            <a:ext cx="8299450" cy="4648200"/>
          </a:xfrm>
        </p:spPr>
        <p:txBody>
          <a:bodyPr/>
          <a:lstStyle/>
          <a:p>
            <a:endParaRPr lang="en-US" dirty="0">
              <a:ea typeface="ＭＳ Ｐゴシック" pitchFamily="34" charset="-128"/>
            </a:endParaRPr>
          </a:p>
          <a:p>
            <a:pPr>
              <a:buFont typeface="Wingdings" pitchFamily="2" charset="2"/>
              <a:buNone/>
            </a:pPr>
            <a:endParaRPr lang="en-US" dirty="0">
              <a:ea typeface="ＭＳ Ｐゴシック" pitchFamily="34" charset="-128"/>
            </a:endParaRPr>
          </a:p>
          <a:p>
            <a:pPr>
              <a:buFont typeface="Wingdings" pitchFamily="2" charset="2"/>
              <a:buNone/>
            </a:pPr>
            <a:endParaRPr lang="en-US" sz="2000" dirty="0">
              <a:ea typeface="ＭＳ Ｐゴシック" pitchFamily="34" charset="-128"/>
            </a:endParaRPr>
          </a:p>
        </p:txBody>
      </p:sp>
      <p:pic>
        <p:nvPicPr>
          <p:cNvPr id="9220" name="Picture 1"/>
          <p:cNvPicPr>
            <a:picLocks noChangeAspect="1"/>
          </p:cNvPicPr>
          <p:nvPr/>
        </p:nvPicPr>
        <p:blipFill>
          <a:blip r:embed="rId3" cstate="print"/>
          <a:srcRect/>
          <a:stretch>
            <a:fillRect/>
          </a:stretch>
        </p:blipFill>
        <p:spPr bwMode="auto">
          <a:xfrm>
            <a:off x="2378391" y="1528540"/>
            <a:ext cx="6422950" cy="3742425"/>
          </a:xfrm>
          <a:prstGeom prst="rect">
            <a:avLst/>
          </a:prstGeom>
          <a:noFill/>
          <a:ln w="9525">
            <a:noFill/>
            <a:miter lim="800000"/>
            <a:headEnd/>
            <a:tailEnd/>
          </a:ln>
        </p:spPr>
      </p:pic>
      <p:graphicFrame>
        <p:nvGraphicFramePr>
          <p:cNvPr id="2" name="Diagram 1"/>
          <p:cNvGraphicFramePr/>
          <p:nvPr>
            <p:extLst>
              <p:ext uri="{D42A27DB-BD31-4B8C-83A1-F6EECF244321}">
                <p14:modId xmlns:p14="http://schemas.microsoft.com/office/powerpoint/2010/main" val="2363866610"/>
              </p:ext>
            </p:extLst>
          </p:nvPr>
        </p:nvGraphicFramePr>
        <p:xfrm>
          <a:off x="-1291984" y="1528540"/>
          <a:ext cx="6096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29854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665163"/>
          </a:xfrm>
        </p:spPr>
        <p:txBody>
          <a:bodyPr/>
          <a:lstStyle/>
          <a:p>
            <a:r>
              <a:rPr lang="en-US" sz="3600" dirty="0">
                <a:solidFill>
                  <a:schemeClr val="tx2"/>
                </a:solidFill>
                <a:ea typeface="ＭＳ Ｐゴシック" pitchFamily="34" charset="-128"/>
              </a:rPr>
              <a:t>Packet Header</a:t>
            </a:r>
          </a:p>
        </p:txBody>
      </p:sp>
      <p:graphicFrame>
        <p:nvGraphicFramePr>
          <p:cNvPr id="2" name="Diagram 1"/>
          <p:cNvGraphicFramePr/>
          <p:nvPr>
            <p:extLst>
              <p:ext uri="{D42A27DB-BD31-4B8C-83A1-F6EECF244321}">
                <p14:modId xmlns:p14="http://schemas.microsoft.com/office/powerpoint/2010/main" val="799839350"/>
              </p:ext>
            </p:extLst>
          </p:nvPr>
        </p:nvGraphicFramePr>
        <p:xfrm>
          <a:off x="477663" y="1378421"/>
          <a:ext cx="8266001" cy="45310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6873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665163"/>
          </a:xfrm>
        </p:spPr>
        <p:txBody>
          <a:bodyPr/>
          <a:lstStyle/>
          <a:p>
            <a:r>
              <a:rPr lang="en-US" sz="3600" dirty="0">
                <a:solidFill>
                  <a:schemeClr val="tx2"/>
                </a:solidFill>
                <a:ea typeface="ＭＳ Ｐゴシック" pitchFamily="34" charset="-128"/>
              </a:rPr>
              <a:t>TCP Header Bits, of Interest</a:t>
            </a:r>
          </a:p>
        </p:txBody>
      </p:sp>
      <p:graphicFrame>
        <p:nvGraphicFramePr>
          <p:cNvPr id="3" name="Diagram 2"/>
          <p:cNvGraphicFramePr/>
          <p:nvPr>
            <p:extLst>
              <p:ext uri="{D42A27DB-BD31-4B8C-83A1-F6EECF244321}">
                <p14:modId xmlns:p14="http://schemas.microsoft.com/office/powerpoint/2010/main" val="2448466442"/>
              </p:ext>
            </p:extLst>
          </p:nvPr>
        </p:nvGraphicFramePr>
        <p:xfrm>
          <a:off x="539750" y="1205931"/>
          <a:ext cx="8299450" cy="47444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6504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539750" y="304800"/>
            <a:ext cx="8299450" cy="476250"/>
          </a:xfrm>
        </p:spPr>
        <p:txBody>
          <a:bodyPr/>
          <a:lstStyle/>
          <a:p>
            <a:r>
              <a:rPr lang="en-US" sz="4000" dirty="0">
                <a:solidFill>
                  <a:schemeClr val="tx2"/>
                </a:solidFill>
                <a:ea typeface="ＭＳ Ｐゴシック" pitchFamily="34" charset="-128"/>
              </a:rPr>
              <a:t>TCP Three-Way Handshake</a:t>
            </a:r>
          </a:p>
        </p:txBody>
      </p:sp>
      <p:sp>
        <p:nvSpPr>
          <p:cNvPr id="19459" name="Content Placeholder 2"/>
          <p:cNvSpPr>
            <a:spLocks noGrp="1"/>
          </p:cNvSpPr>
          <p:nvPr>
            <p:ph idx="1"/>
          </p:nvPr>
        </p:nvSpPr>
        <p:spPr>
          <a:xfrm>
            <a:off x="539750" y="1073150"/>
            <a:ext cx="8299450" cy="4648200"/>
          </a:xfrm>
        </p:spPr>
        <p:txBody>
          <a:bodyPr/>
          <a:lstStyle/>
          <a:p>
            <a:pPr>
              <a:buFont typeface="Wingdings" pitchFamily="2" charset="2"/>
              <a:buNone/>
            </a:pPr>
            <a:endParaRPr lang="en-US" dirty="0">
              <a:ea typeface="ＭＳ Ｐゴシック" pitchFamily="34" charset="-128"/>
            </a:endParaRPr>
          </a:p>
          <a:p>
            <a:pPr>
              <a:buFont typeface="Wingdings" pitchFamily="2" charset="2"/>
              <a:buNone/>
            </a:pPr>
            <a:endParaRPr lang="en-US" dirty="0">
              <a:ea typeface="ＭＳ Ｐゴシック" pitchFamily="34" charset="-128"/>
            </a:endParaRPr>
          </a:p>
          <a:p>
            <a:pPr>
              <a:buFont typeface="Wingdings" pitchFamily="2" charset="2"/>
              <a:buNone/>
            </a:pPr>
            <a:endParaRPr lang="en-US" sz="2000" dirty="0">
              <a:ea typeface="ＭＳ Ｐゴシック" pitchFamily="34" charset="-128"/>
            </a:endParaRPr>
          </a:p>
        </p:txBody>
      </p:sp>
      <p:grpSp>
        <p:nvGrpSpPr>
          <p:cNvPr id="19460" name="Group 14"/>
          <p:cNvGrpSpPr>
            <a:grpSpLocks/>
          </p:cNvGrpSpPr>
          <p:nvPr/>
        </p:nvGrpSpPr>
        <p:grpSpPr bwMode="auto">
          <a:xfrm>
            <a:off x="1566863" y="1962150"/>
            <a:ext cx="6010275" cy="1863725"/>
            <a:chOff x="1063625" y="1962150"/>
            <a:chExt cx="6010275" cy="1863725"/>
          </a:xfrm>
        </p:grpSpPr>
        <p:pic>
          <p:nvPicPr>
            <p:cNvPr id="19462" name="Picture 32"/>
            <p:cNvPicPr>
              <a:picLocks noChangeAspect="1" noChangeArrowheads="1"/>
            </p:cNvPicPr>
            <p:nvPr/>
          </p:nvPicPr>
          <p:blipFill>
            <a:blip r:embed="rId3" cstate="print"/>
            <a:srcRect/>
            <a:stretch>
              <a:fillRect/>
            </a:stretch>
          </p:blipFill>
          <p:spPr bwMode="auto">
            <a:xfrm>
              <a:off x="5932488" y="2341563"/>
              <a:ext cx="1028700" cy="858837"/>
            </a:xfrm>
            <a:prstGeom prst="rect">
              <a:avLst/>
            </a:prstGeom>
            <a:noFill/>
            <a:ln w="9525">
              <a:noFill/>
              <a:miter lim="800000"/>
              <a:headEnd/>
              <a:tailEnd/>
            </a:ln>
          </p:spPr>
        </p:pic>
        <p:pic>
          <p:nvPicPr>
            <p:cNvPr id="19463" name="Picture 16"/>
            <p:cNvPicPr>
              <a:picLocks noChangeAspect="1" noChangeArrowheads="1"/>
            </p:cNvPicPr>
            <p:nvPr/>
          </p:nvPicPr>
          <p:blipFill>
            <a:blip r:embed="rId4" cstate="print"/>
            <a:srcRect/>
            <a:stretch>
              <a:fillRect/>
            </a:stretch>
          </p:blipFill>
          <p:spPr bwMode="auto">
            <a:xfrm>
              <a:off x="1736725" y="2332038"/>
              <a:ext cx="1008063" cy="730250"/>
            </a:xfrm>
            <a:prstGeom prst="rect">
              <a:avLst/>
            </a:prstGeom>
            <a:noFill/>
            <a:ln w="9525">
              <a:noFill/>
              <a:round/>
              <a:headEnd/>
              <a:tailEnd/>
            </a:ln>
          </p:spPr>
        </p:pic>
        <p:sp>
          <p:nvSpPr>
            <p:cNvPr id="19464" name="Text Box 22"/>
            <p:cNvSpPr txBox="1">
              <a:spLocks noChangeArrowheads="1"/>
            </p:cNvSpPr>
            <p:nvPr/>
          </p:nvSpPr>
          <p:spPr bwMode="auto">
            <a:xfrm>
              <a:off x="5321300" y="3444875"/>
              <a:ext cx="1752600" cy="381000"/>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solidFill>
                    <a:srgbClr val="000000"/>
                  </a:solidFill>
                </a:rPr>
                <a:t>Server</a:t>
              </a:r>
            </a:p>
          </p:txBody>
        </p:sp>
        <p:sp>
          <p:nvSpPr>
            <p:cNvPr id="19465" name="Text Box 22"/>
            <p:cNvSpPr txBox="1">
              <a:spLocks noChangeArrowheads="1"/>
            </p:cNvSpPr>
            <p:nvPr/>
          </p:nvSpPr>
          <p:spPr bwMode="auto">
            <a:xfrm>
              <a:off x="1063625" y="3398838"/>
              <a:ext cx="1752600" cy="381000"/>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solidFill>
                    <a:srgbClr val="000000"/>
                  </a:solidFill>
                </a:rPr>
                <a:t>Host</a:t>
              </a:r>
            </a:p>
          </p:txBody>
        </p:sp>
        <p:cxnSp>
          <p:nvCxnSpPr>
            <p:cNvPr id="8" name="Straight Arrow Connector 7"/>
            <p:cNvCxnSpPr/>
            <p:nvPr/>
          </p:nvCxnSpPr>
          <p:spPr>
            <a:xfrm>
              <a:off x="3001962" y="2378075"/>
              <a:ext cx="2255838"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017837" y="2946400"/>
              <a:ext cx="2255838" cy="1588"/>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017837" y="3536950"/>
              <a:ext cx="2255838"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469" name="Text Box 16"/>
            <p:cNvSpPr txBox="1">
              <a:spLocks noChangeArrowheads="1"/>
            </p:cNvSpPr>
            <p:nvPr/>
          </p:nvSpPr>
          <p:spPr bwMode="auto">
            <a:xfrm>
              <a:off x="2700875" y="1962150"/>
              <a:ext cx="1509712" cy="346075"/>
            </a:xfrm>
            <a:prstGeom prst="rect">
              <a:avLst/>
            </a:prstGeom>
            <a:noFill/>
            <a:ln w="9525">
              <a:noFill/>
              <a:miter lim="800000"/>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dirty="0">
                  <a:solidFill>
                    <a:srgbClr val="000000"/>
                  </a:solidFill>
                </a:rPr>
                <a:t>1 - SYN</a:t>
              </a:r>
            </a:p>
          </p:txBody>
        </p:sp>
        <p:sp>
          <p:nvSpPr>
            <p:cNvPr id="19470" name="Text Box 16"/>
            <p:cNvSpPr txBox="1">
              <a:spLocks noChangeArrowheads="1"/>
            </p:cNvSpPr>
            <p:nvPr/>
          </p:nvSpPr>
          <p:spPr bwMode="auto">
            <a:xfrm>
              <a:off x="3283150" y="2538413"/>
              <a:ext cx="2189408" cy="346075"/>
            </a:xfrm>
            <a:prstGeom prst="rect">
              <a:avLst/>
            </a:prstGeom>
            <a:noFill/>
            <a:ln w="9525">
              <a:noFill/>
              <a:miter lim="800000"/>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dirty="0">
                  <a:solidFill>
                    <a:srgbClr val="000000"/>
                  </a:solidFill>
                </a:rPr>
                <a:t>2 - SYN/ACK</a:t>
              </a:r>
            </a:p>
          </p:txBody>
        </p:sp>
        <p:sp>
          <p:nvSpPr>
            <p:cNvPr id="19471" name="Text Box 16"/>
            <p:cNvSpPr txBox="1">
              <a:spLocks noChangeArrowheads="1"/>
            </p:cNvSpPr>
            <p:nvPr/>
          </p:nvSpPr>
          <p:spPr bwMode="auto">
            <a:xfrm>
              <a:off x="2746578" y="3130550"/>
              <a:ext cx="1509712" cy="346075"/>
            </a:xfrm>
            <a:prstGeom prst="rect">
              <a:avLst/>
            </a:prstGeom>
            <a:noFill/>
            <a:ln w="9525">
              <a:noFill/>
              <a:miter lim="800000"/>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dirty="0">
                  <a:solidFill>
                    <a:srgbClr val="000000"/>
                  </a:solidFill>
                </a:rPr>
                <a:t>3 - ACK</a:t>
              </a:r>
            </a:p>
          </p:txBody>
        </p:sp>
      </p:grpSp>
      <p:sp>
        <p:nvSpPr>
          <p:cNvPr id="19461" name="TextBox 13"/>
          <p:cNvSpPr txBox="1">
            <a:spLocks noChangeArrowheads="1"/>
          </p:cNvSpPr>
          <p:nvPr/>
        </p:nvSpPr>
        <p:spPr bwMode="auto">
          <a:xfrm>
            <a:off x="1566863" y="4540250"/>
            <a:ext cx="3662362" cy="830997"/>
          </a:xfrm>
          <a:prstGeom prst="rect">
            <a:avLst/>
          </a:prstGeom>
          <a:noFill/>
          <a:ln w="9525">
            <a:noFill/>
            <a:miter lim="800000"/>
            <a:headEnd/>
            <a:tailEnd/>
          </a:ln>
        </p:spPr>
        <p:txBody>
          <a:bodyPr>
            <a:spAutoFit/>
          </a:bodyPr>
          <a:lstStyle/>
          <a:p>
            <a:r>
              <a:rPr lang="en-US" sz="2400" dirty="0">
                <a:solidFill>
                  <a:srgbClr val="204F91"/>
                </a:solidFill>
              </a:rPr>
              <a:t>Synchronize (SYN)</a:t>
            </a:r>
          </a:p>
          <a:p>
            <a:r>
              <a:rPr lang="en-US" sz="2400" dirty="0">
                <a:solidFill>
                  <a:srgbClr val="204F91"/>
                </a:solidFill>
              </a:rPr>
              <a:t>Acknowledge (ACK) </a:t>
            </a:r>
          </a:p>
        </p:txBody>
      </p:sp>
    </p:spTree>
    <p:extLst>
      <p:ext uri="{BB962C8B-B14F-4D97-AF65-F5344CB8AC3E}">
        <p14:creationId xmlns:p14="http://schemas.microsoft.com/office/powerpoint/2010/main" val="107835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539750" y="304800"/>
            <a:ext cx="8299450" cy="476250"/>
          </a:xfrm>
        </p:spPr>
        <p:txBody>
          <a:bodyPr/>
          <a:lstStyle/>
          <a:p>
            <a:r>
              <a:rPr lang="en-US" sz="4000" dirty="0">
                <a:solidFill>
                  <a:schemeClr val="tx2"/>
                </a:solidFill>
                <a:ea typeface="ＭＳ Ｐゴシック" pitchFamily="34" charset="-128"/>
              </a:rPr>
              <a:t>TCP Connection Termination</a:t>
            </a:r>
          </a:p>
        </p:txBody>
      </p:sp>
      <p:sp>
        <p:nvSpPr>
          <p:cNvPr id="20483" name="Content Placeholder 2"/>
          <p:cNvSpPr>
            <a:spLocks noGrp="1"/>
          </p:cNvSpPr>
          <p:nvPr>
            <p:ph idx="1"/>
          </p:nvPr>
        </p:nvSpPr>
        <p:spPr>
          <a:xfrm>
            <a:off x="539750" y="1073150"/>
            <a:ext cx="8299450" cy="4648200"/>
          </a:xfrm>
        </p:spPr>
        <p:txBody>
          <a:bodyPr/>
          <a:lstStyle/>
          <a:p>
            <a:pPr>
              <a:buFont typeface="Wingdings" pitchFamily="2" charset="2"/>
              <a:buNone/>
            </a:pPr>
            <a:endParaRPr lang="en-US" dirty="0">
              <a:ea typeface="ＭＳ Ｐゴシック" pitchFamily="34" charset="-128"/>
            </a:endParaRPr>
          </a:p>
          <a:p>
            <a:pPr>
              <a:buFont typeface="Wingdings" pitchFamily="2" charset="2"/>
              <a:buNone/>
            </a:pPr>
            <a:endParaRPr lang="en-US" dirty="0">
              <a:ea typeface="ＭＳ Ｐゴシック" pitchFamily="34" charset="-128"/>
            </a:endParaRPr>
          </a:p>
          <a:p>
            <a:pPr>
              <a:buFont typeface="Wingdings" pitchFamily="2" charset="2"/>
              <a:buNone/>
            </a:pPr>
            <a:endParaRPr lang="en-US" sz="2000" dirty="0">
              <a:ea typeface="ＭＳ Ｐゴシック" pitchFamily="34" charset="-128"/>
            </a:endParaRPr>
          </a:p>
        </p:txBody>
      </p:sp>
      <p:grpSp>
        <p:nvGrpSpPr>
          <p:cNvPr id="20484" name="Group 17"/>
          <p:cNvGrpSpPr>
            <a:grpSpLocks/>
          </p:cNvGrpSpPr>
          <p:nvPr/>
        </p:nvGrpSpPr>
        <p:grpSpPr bwMode="auto">
          <a:xfrm>
            <a:off x="1566863" y="1962150"/>
            <a:ext cx="6010275" cy="3685560"/>
            <a:chOff x="893763" y="1962150"/>
            <a:chExt cx="6010275" cy="3686327"/>
          </a:xfrm>
        </p:grpSpPr>
        <p:sp>
          <p:nvSpPr>
            <p:cNvPr id="20485" name="TextBox 13"/>
            <p:cNvSpPr txBox="1">
              <a:spLocks noChangeArrowheads="1"/>
            </p:cNvSpPr>
            <p:nvPr/>
          </p:nvSpPr>
          <p:spPr bwMode="auto">
            <a:xfrm>
              <a:off x="893763" y="4540250"/>
              <a:ext cx="4194175" cy="1108227"/>
            </a:xfrm>
            <a:prstGeom prst="rect">
              <a:avLst/>
            </a:prstGeom>
            <a:noFill/>
            <a:ln w="9525">
              <a:noFill/>
              <a:miter lim="800000"/>
              <a:headEnd/>
              <a:tailEnd/>
            </a:ln>
          </p:spPr>
          <p:txBody>
            <a:bodyPr>
              <a:spAutoFit/>
            </a:bodyPr>
            <a:lstStyle/>
            <a:p>
              <a:r>
                <a:rPr lang="en-US" sz="2400" dirty="0">
                  <a:solidFill>
                    <a:srgbClr val="204F91"/>
                  </a:solidFill>
                </a:rPr>
                <a:t>Acknowledge (ACK) </a:t>
              </a:r>
            </a:p>
            <a:p>
              <a:r>
                <a:rPr lang="en-US" sz="2400" dirty="0">
                  <a:solidFill>
                    <a:srgbClr val="204F91"/>
                  </a:solidFill>
                </a:rPr>
                <a:t>Finish (FIN)</a:t>
              </a:r>
            </a:p>
            <a:p>
              <a:endParaRPr lang="en-US" dirty="0"/>
            </a:p>
          </p:txBody>
        </p:sp>
        <p:grpSp>
          <p:nvGrpSpPr>
            <p:cNvPr id="20486" name="Group 16"/>
            <p:cNvGrpSpPr>
              <a:grpSpLocks/>
            </p:cNvGrpSpPr>
            <p:nvPr/>
          </p:nvGrpSpPr>
          <p:grpSpPr bwMode="auto">
            <a:xfrm>
              <a:off x="893763" y="1962150"/>
              <a:ext cx="6010275" cy="2034011"/>
              <a:chOff x="1063625" y="1962150"/>
              <a:chExt cx="6010275" cy="2034011"/>
            </a:xfrm>
          </p:grpSpPr>
          <p:pic>
            <p:nvPicPr>
              <p:cNvPr id="20487" name="Picture 32"/>
              <p:cNvPicPr>
                <a:picLocks noChangeAspect="1" noChangeArrowheads="1"/>
              </p:cNvPicPr>
              <p:nvPr/>
            </p:nvPicPr>
            <p:blipFill>
              <a:blip r:embed="rId3" cstate="print"/>
              <a:srcRect/>
              <a:stretch>
                <a:fillRect/>
              </a:stretch>
            </p:blipFill>
            <p:spPr bwMode="auto">
              <a:xfrm>
                <a:off x="5932488" y="2341563"/>
                <a:ext cx="1028700" cy="858837"/>
              </a:xfrm>
              <a:prstGeom prst="rect">
                <a:avLst/>
              </a:prstGeom>
              <a:noFill/>
              <a:ln w="9525">
                <a:noFill/>
                <a:miter lim="800000"/>
                <a:headEnd/>
                <a:tailEnd/>
              </a:ln>
            </p:spPr>
          </p:pic>
          <p:pic>
            <p:nvPicPr>
              <p:cNvPr id="20488" name="Picture 16"/>
              <p:cNvPicPr>
                <a:picLocks noChangeAspect="1" noChangeArrowheads="1"/>
              </p:cNvPicPr>
              <p:nvPr/>
            </p:nvPicPr>
            <p:blipFill>
              <a:blip r:embed="rId4" cstate="print"/>
              <a:srcRect/>
              <a:stretch>
                <a:fillRect/>
              </a:stretch>
            </p:blipFill>
            <p:spPr bwMode="auto">
              <a:xfrm>
                <a:off x="1736725" y="2332038"/>
                <a:ext cx="1008063" cy="730250"/>
              </a:xfrm>
              <a:prstGeom prst="rect">
                <a:avLst/>
              </a:prstGeom>
              <a:noFill/>
              <a:ln w="9525">
                <a:noFill/>
                <a:round/>
                <a:headEnd/>
                <a:tailEnd/>
              </a:ln>
            </p:spPr>
          </p:pic>
          <p:sp>
            <p:nvSpPr>
              <p:cNvPr id="20489" name="Text Box 22"/>
              <p:cNvSpPr txBox="1">
                <a:spLocks noChangeArrowheads="1"/>
              </p:cNvSpPr>
              <p:nvPr/>
            </p:nvSpPr>
            <p:spPr bwMode="auto">
              <a:xfrm>
                <a:off x="5321300" y="3444875"/>
                <a:ext cx="1752600" cy="381000"/>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solidFill>
                      <a:srgbClr val="000000"/>
                    </a:solidFill>
                  </a:rPr>
                  <a:t>Server</a:t>
                </a:r>
              </a:p>
            </p:txBody>
          </p:sp>
          <p:sp>
            <p:nvSpPr>
              <p:cNvPr id="12295" name="Text Box 22"/>
              <p:cNvSpPr txBox="1">
                <a:spLocks noChangeArrowheads="1"/>
              </p:cNvSpPr>
              <p:nvPr/>
            </p:nvSpPr>
            <p:spPr bwMode="auto">
              <a:xfrm>
                <a:off x="1063625" y="3399137"/>
                <a:ext cx="1752600" cy="381079"/>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dirty="0">
                    <a:solidFill>
                      <a:srgbClr val="000000"/>
                    </a:solidFill>
                    <a:latin typeface="+mn-lt"/>
                    <a:ea typeface="ＭＳ Ｐゴシック" pitchFamily="92" charset="-128"/>
                    <a:cs typeface="+mn-cs"/>
                  </a:rPr>
                  <a:t>Host</a:t>
                </a:r>
              </a:p>
            </p:txBody>
          </p:sp>
          <p:cxnSp>
            <p:nvCxnSpPr>
              <p:cNvPr id="8" name="Straight Arrow Connector 7"/>
              <p:cNvCxnSpPr/>
              <p:nvPr/>
            </p:nvCxnSpPr>
            <p:spPr>
              <a:xfrm>
                <a:off x="3001962" y="2378162"/>
                <a:ext cx="2255838"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017837" y="2946605"/>
                <a:ext cx="2255838" cy="1588"/>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017837" y="3994573"/>
                <a:ext cx="2255838"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 Box 16"/>
              <p:cNvSpPr txBox="1">
                <a:spLocks noChangeArrowheads="1"/>
              </p:cNvSpPr>
              <p:nvPr/>
            </p:nvSpPr>
            <p:spPr bwMode="auto">
              <a:xfrm>
                <a:off x="2911475" y="1962150"/>
                <a:ext cx="1917700" cy="346147"/>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1 – ACK/FIN</a:t>
                </a:r>
              </a:p>
            </p:txBody>
          </p:sp>
          <p:sp>
            <p:nvSpPr>
              <p:cNvPr id="12" name="Text Box 16"/>
              <p:cNvSpPr txBox="1">
                <a:spLocks noChangeArrowheads="1"/>
              </p:cNvSpPr>
              <p:nvPr/>
            </p:nvSpPr>
            <p:spPr bwMode="auto">
              <a:xfrm>
                <a:off x="3754865" y="2538533"/>
                <a:ext cx="1863583" cy="346147"/>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2 – ACK</a:t>
                </a:r>
              </a:p>
            </p:txBody>
          </p:sp>
          <p:sp>
            <p:nvSpPr>
              <p:cNvPr id="13" name="Text Box 16"/>
              <p:cNvSpPr txBox="1">
                <a:spLocks noChangeArrowheads="1"/>
              </p:cNvSpPr>
              <p:nvPr/>
            </p:nvSpPr>
            <p:spPr bwMode="auto">
              <a:xfrm>
                <a:off x="2713323" y="3588088"/>
                <a:ext cx="1824038" cy="346147"/>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4 – ACK</a:t>
                </a:r>
              </a:p>
            </p:txBody>
          </p:sp>
          <p:cxnSp>
            <p:nvCxnSpPr>
              <p:cNvPr id="15" name="Straight Arrow Connector 14"/>
              <p:cNvCxnSpPr/>
              <p:nvPr/>
            </p:nvCxnSpPr>
            <p:spPr>
              <a:xfrm>
                <a:off x="3032125" y="3459474"/>
                <a:ext cx="2255837" cy="1587"/>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Box 16"/>
              <p:cNvSpPr txBox="1">
                <a:spLocks noChangeArrowheads="1"/>
              </p:cNvSpPr>
              <p:nvPr/>
            </p:nvSpPr>
            <p:spPr bwMode="auto">
              <a:xfrm>
                <a:off x="3365433" y="3024100"/>
                <a:ext cx="2127250" cy="346147"/>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3 – ACK/FIN</a:t>
                </a:r>
              </a:p>
            </p:txBody>
          </p:sp>
        </p:grpSp>
      </p:grpSp>
    </p:spTree>
    <p:extLst>
      <p:ext uri="{BB962C8B-B14F-4D97-AF65-F5344CB8AC3E}">
        <p14:creationId xmlns:p14="http://schemas.microsoft.com/office/powerpoint/2010/main" val="2812706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39750" y="304800"/>
            <a:ext cx="8299450" cy="476250"/>
          </a:xfrm>
        </p:spPr>
        <p:txBody>
          <a:bodyPr/>
          <a:lstStyle/>
          <a:p>
            <a:r>
              <a:rPr lang="en-US" sz="4000" dirty="0">
                <a:solidFill>
                  <a:schemeClr val="tx2"/>
                </a:solidFill>
                <a:ea typeface="ＭＳ Ｐゴシック" pitchFamily="34" charset="-128"/>
              </a:rPr>
              <a:t>FIN Scan</a:t>
            </a:r>
          </a:p>
        </p:txBody>
      </p:sp>
      <p:sp>
        <p:nvSpPr>
          <p:cNvPr id="21507" name="Content Placeholder 2"/>
          <p:cNvSpPr>
            <a:spLocks noGrp="1"/>
          </p:cNvSpPr>
          <p:nvPr>
            <p:ph idx="1"/>
          </p:nvPr>
        </p:nvSpPr>
        <p:spPr>
          <a:xfrm>
            <a:off x="539750" y="1073150"/>
            <a:ext cx="8299450" cy="4648200"/>
          </a:xfrm>
        </p:spPr>
        <p:txBody>
          <a:bodyPr/>
          <a:lstStyle/>
          <a:p>
            <a:pPr>
              <a:buFont typeface="Wingdings" pitchFamily="2" charset="2"/>
              <a:buNone/>
            </a:pPr>
            <a:endParaRPr lang="en-US" dirty="0">
              <a:ea typeface="ＭＳ Ｐゴシック" pitchFamily="34" charset="-128"/>
            </a:endParaRPr>
          </a:p>
          <a:p>
            <a:pPr>
              <a:buFont typeface="Wingdings" pitchFamily="2" charset="2"/>
              <a:buNone/>
            </a:pPr>
            <a:endParaRPr lang="en-US" dirty="0">
              <a:ea typeface="ＭＳ Ｐゴシック" pitchFamily="34" charset="-128"/>
            </a:endParaRPr>
          </a:p>
          <a:p>
            <a:pPr>
              <a:buFont typeface="Wingdings" pitchFamily="2" charset="2"/>
              <a:buNone/>
            </a:pPr>
            <a:endParaRPr lang="en-US" sz="2000" dirty="0">
              <a:ea typeface="ＭＳ Ｐゴシック" pitchFamily="34" charset="-128"/>
            </a:endParaRPr>
          </a:p>
        </p:txBody>
      </p:sp>
      <p:grpSp>
        <p:nvGrpSpPr>
          <p:cNvPr id="21509" name="Group 15"/>
          <p:cNvGrpSpPr>
            <a:grpSpLocks/>
          </p:cNvGrpSpPr>
          <p:nvPr/>
        </p:nvGrpSpPr>
        <p:grpSpPr bwMode="auto">
          <a:xfrm>
            <a:off x="731630" y="2205240"/>
            <a:ext cx="7484322" cy="2339476"/>
            <a:chOff x="1063625" y="2262678"/>
            <a:chExt cx="6010275" cy="1563197"/>
          </a:xfrm>
        </p:grpSpPr>
        <p:pic>
          <p:nvPicPr>
            <p:cNvPr id="21511" name="Picture 32"/>
            <p:cNvPicPr>
              <a:picLocks noChangeAspect="1" noChangeArrowheads="1"/>
            </p:cNvPicPr>
            <p:nvPr/>
          </p:nvPicPr>
          <p:blipFill>
            <a:blip r:embed="rId3" cstate="print"/>
            <a:srcRect/>
            <a:stretch>
              <a:fillRect/>
            </a:stretch>
          </p:blipFill>
          <p:spPr bwMode="auto">
            <a:xfrm>
              <a:off x="5932488" y="2341563"/>
              <a:ext cx="1028700" cy="858837"/>
            </a:xfrm>
            <a:prstGeom prst="rect">
              <a:avLst/>
            </a:prstGeom>
            <a:noFill/>
            <a:ln w="9525">
              <a:noFill/>
              <a:miter lim="800000"/>
              <a:headEnd/>
              <a:tailEnd/>
            </a:ln>
          </p:spPr>
        </p:pic>
        <p:pic>
          <p:nvPicPr>
            <p:cNvPr id="21512" name="Picture 16"/>
            <p:cNvPicPr>
              <a:picLocks noChangeAspect="1" noChangeArrowheads="1"/>
            </p:cNvPicPr>
            <p:nvPr/>
          </p:nvPicPr>
          <p:blipFill>
            <a:blip r:embed="rId4" cstate="print"/>
            <a:srcRect/>
            <a:stretch>
              <a:fillRect/>
            </a:stretch>
          </p:blipFill>
          <p:spPr bwMode="auto">
            <a:xfrm>
              <a:off x="1736725" y="2332038"/>
              <a:ext cx="1008063" cy="730250"/>
            </a:xfrm>
            <a:prstGeom prst="rect">
              <a:avLst/>
            </a:prstGeom>
            <a:noFill/>
            <a:ln w="9525">
              <a:noFill/>
              <a:round/>
              <a:headEnd/>
              <a:tailEnd/>
            </a:ln>
          </p:spPr>
        </p:pic>
        <p:sp>
          <p:nvSpPr>
            <p:cNvPr id="21513" name="Text Box 22"/>
            <p:cNvSpPr txBox="1">
              <a:spLocks noChangeArrowheads="1"/>
            </p:cNvSpPr>
            <p:nvPr/>
          </p:nvSpPr>
          <p:spPr bwMode="auto">
            <a:xfrm>
              <a:off x="5321300" y="3444875"/>
              <a:ext cx="1752600" cy="381000"/>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solidFill>
                    <a:srgbClr val="000000"/>
                  </a:solidFill>
                </a:rPr>
                <a:t>Server</a:t>
              </a:r>
            </a:p>
          </p:txBody>
        </p:sp>
        <p:sp>
          <p:nvSpPr>
            <p:cNvPr id="12295" name="Text Box 22"/>
            <p:cNvSpPr txBox="1">
              <a:spLocks noChangeArrowheads="1"/>
            </p:cNvSpPr>
            <p:nvPr/>
          </p:nvSpPr>
          <p:spPr bwMode="auto">
            <a:xfrm>
              <a:off x="1063625" y="3399090"/>
              <a:ext cx="1752600" cy="381067"/>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dirty="0">
                  <a:solidFill>
                    <a:srgbClr val="000000"/>
                  </a:solidFill>
                  <a:latin typeface="+mn-lt"/>
                  <a:ea typeface="ＭＳ Ｐゴシック" pitchFamily="92" charset="-128"/>
                  <a:cs typeface="+mn-cs"/>
                </a:rPr>
                <a:t>Host</a:t>
              </a:r>
            </a:p>
          </p:txBody>
        </p:sp>
        <p:cxnSp>
          <p:nvCxnSpPr>
            <p:cNvPr id="8" name="Straight Arrow Connector 7"/>
            <p:cNvCxnSpPr/>
            <p:nvPr/>
          </p:nvCxnSpPr>
          <p:spPr>
            <a:xfrm>
              <a:off x="3111146" y="2569250"/>
              <a:ext cx="2255838"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127021" y="3137678"/>
              <a:ext cx="2255838" cy="1588"/>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Box 16"/>
            <p:cNvSpPr txBox="1">
              <a:spLocks noChangeArrowheads="1"/>
            </p:cNvSpPr>
            <p:nvPr/>
          </p:nvSpPr>
          <p:spPr bwMode="auto">
            <a:xfrm>
              <a:off x="2617371" y="2262678"/>
              <a:ext cx="1773238" cy="346136"/>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1 – FIN</a:t>
              </a:r>
            </a:p>
          </p:txBody>
        </p:sp>
        <p:sp>
          <p:nvSpPr>
            <p:cNvPr id="12" name="Text Box 16"/>
            <p:cNvSpPr txBox="1">
              <a:spLocks noChangeArrowheads="1"/>
            </p:cNvSpPr>
            <p:nvPr/>
          </p:nvSpPr>
          <p:spPr bwMode="auto">
            <a:xfrm>
              <a:off x="3270844" y="2821166"/>
              <a:ext cx="2434056" cy="396157"/>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2 – No response</a:t>
              </a:r>
            </a:p>
          </p:txBody>
        </p:sp>
      </p:grpSp>
    </p:spTree>
    <p:extLst>
      <p:ext uri="{BB962C8B-B14F-4D97-AF65-F5344CB8AC3E}">
        <p14:creationId xmlns:p14="http://schemas.microsoft.com/office/powerpoint/2010/main" val="677321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Christmas Tree Scan</a:t>
            </a:r>
          </a:p>
        </p:txBody>
      </p:sp>
      <p:pic>
        <p:nvPicPr>
          <p:cNvPr id="7" name="Picture 32"/>
          <p:cNvPicPr>
            <a:picLocks noChangeAspect="1" noChangeArrowheads="1"/>
          </p:cNvPicPr>
          <p:nvPr/>
        </p:nvPicPr>
        <p:blipFill>
          <a:blip r:embed="rId3" cstate="print"/>
          <a:srcRect/>
          <a:stretch>
            <a:fillRect/>
          </a:stretch>
        </p:blipFill>
        <p:spPr bwMode="auto">
          <a:xfrm>
            <a:off x="6794604" y="2323299"/>
            <a:ext cx="1280993" cy="1285333"/>
          </a:xfrm>
          <a:prstGeom prst="rect">
            <a:avLst/>
          </a:prstGeom>
          <a:noFill/>
          <a:ln w="9525">
            <a:noFill/>
            <a:miter lim="800000"/>
            <a:headEnd/>
            <a:tailEnd/>
          </a:ln>
        </p:spPr>
      </p:pic>
      <p:pic>
        <p:nvPicPr>
          <p:cNvPr id="8" name="Picture 16"/>
          <p:cNvPicPr>
            <a:picLocks noChangeAspect="1" noChangeArrowheads="1"/>
          </p:cNvPicPr>
          <p:nvPr/>
        </p:nvPicPr>
        <p:blipFill>
          <a:blip r:embed="rId4" cstate="print"/>
          <a:srcRect/>
          <a:stretch>
            <a:fillRect/>
          </a:stretch>
        </p:blipFill>
        <p:spPr bwMode="auto">
          <a:xfrm>
            <a:off x="1569811" y="2309044"/>
            <a:ext cx="1255295" cy="1092890"/>
          </a:xfrm>
          <a:prstGeom prst="rect">
            <a:avLst/>
          </a:prstGeom>
          <a:noFill/>
          <a:ln w="9525">
            <a:noFill/>
            <a:round/>
            <a:headEnd/>
            <a:tailEnd/>
          </a:ln>
        </p:spPr>
      </p:pic>
      <p:sp>
        <p:nvSpPr>
          <p:cNvPr id="9" name="Text Box 22"/>
          <p:cNvSpPr txBox="1">
            <a:spLocks noChangeArrowheads="1"/>
          </p:cNvSpPr>
          <p:nvPr/>
        </p:nvSpPr>
        <p:spPr bwMode="auto">
          <a:xfrm>
            <a:off x="6033519" y="3974513"/>
            <a:ext cx="2182433" cy="570203"/>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solidFill>
                  <a:srgbClr val="000000"/>
                </a:solidFill>
              </a:rPr>
              <a:t>Server</a:t>
            </a:r>
          </a:p>
        </p:txBody>
      </p:sp>
      <p:sp>
        <p:nvSpPr>
          <p:cNvPr id="10" name="Text Box 22"/>
          <p:cNvSpPr txBox="1">
            <a:spLocks noChangeArrowheads="1"/>
          </p:cNvSpPr>
          <p:nvPr/>
        </p:nvSpPr>
        <p:spPr bwMode="auto">
          <a:xfrm>
            <a:off x="731630" y="3905991"/>
            <a:ext cx="2182433" cy="570304"/>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dirty="0">
                <a:solidFill>
                  <a:srgbClr val="000000"/>
                </a:solidFill>
                <a:latin typeface="+mn-lt"/>
                <a:ea typeface="ＭＳ Ｐゴシック" pitchFamily="92" charset="-128"/>
                <a:cs typeface="+mn-cs"/>
              </a:rPr>
              <a:t>Host</a:t>
            </a:r>
          </a:p>
        </p:txBody>
      </p:sp>
      <p:cxnSp>
        <p:nvCxnSpPr>
          <p:cNvPr id="11" name="Straight Arrow Connector 10"/>
          <p:cNvCxnSpPr/>
          <p:nvPr/>
        </p:nvCxnSpPr>
        <p:spPr bwMode="auto">
          <a:xfrm>
            <a:off x="3281315" y="2664055"/>
            <a:ext cx="2809092" cy="237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 Box 16"/>
          <p:cNvSpPr txBox="1">
            <a:spLocks noChangeArrowheads="1"/>
          </p:cNvSpPr>
          <p:nvPr/>
        </p:nvSpPr>
        <p:spPr bwMode="auto">
          <a:xfrm>
            <a:off x="2912103" y="2205240"/>
            <a:ext cx="3367080" cy="518026"/>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1 – FIN, URG, PSH</a:t>
            </a:r>
          </a:p>
        </p:txBody>
      </p:sp>
      <p:sp>
        <p:nvSpPr>
          <p:cNvPr id="13" name="Text Box 16"/>
          <p:cNvSpPr txBox="1">
            <a:spLocks noChangeArrowheads="1"/>
          </p:cNvSpPr>
          <p:nvPr/>
        </p:nvSpPr>
        <p:spPr bwMode="auto">
          <a:xfrm>
            <a:off x="4490328" y="3041071"/>
            <a:ext cx="2142502" cy="592887"/>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2 – RST</a:t>
            </a:r>
          </a:p>
        </p:txBody>
      </p:sp>
      <p:cxnSp>
        <p:nvCxnSpPr>
          <p:cNvPr id="14" name="Straight Arrow Connector 13"/>
          <p:cNvCxnSpPr/>
          <p:nvPr/>
        </p:nvCxnSpPr>
        <p:spPr bwMode="auto">
          <a:xfrm>
            <a:off x="3301083" y="3514762"/>
            <a:ext cx="2809092" cy="2377"/>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3"/>
          <p:cNvSpPr txBox="1">
            <a:spLocks noChangeArrowheads="1"/>
          </p:cNvSpPr>
          <p:nvPr/>
        </p:nvSpPr>
        <p:spPr bwMode="auto">
          <a:xfrm>
            <a:off x="1203995" y="4676190"/>
            <a:ext cx="4194175" cy="1569660"/>
          </a:xfrm>
          <a:prstGeom prst="rect">
            <a:avLst/>
          </a:prstGeom>
          <a:noFill/>
          <a:ln w="9525">
            <a:noFill/>
            <a:miter lim="800000"/>
            <a:headEnd/>
            <a:tailEnd/>
          </a:ln>
        </p:spPr>
        <p:txBody>
          <a:bodyPr>
            <a:spAutoFit/>
          </a:bodyPr>
          <a:lstStyle/>
          <a:p>
            <a:r>
              <a:rPr lang="en-US" sz="2400" dirty="0">
                <a:solidFill>
                  <a:srgbClr val="204F91"/>
                </a:solidFill>
              </a:rPr>
              <a:t>Finish (FIN)</a:t>
            </a:r>
          </a:p>
          <a:p>
            <a:r>
              <a:rPr lang="en-US" sz="2400" dirty="0">
                <a:solidFill>
                  <a:srgbClr val="204F91"/>
                </a:solidFill>
              </a:rPr>
              <a:t>Urgent (URG)</a:t>
            </a:r>
          </a:p>
          <a:p>
            <a:r>
              <a:rPr lang="en-US" sz="2400" dirty="0">
                <a:solidFill>
                  <a:srgbClr val="204F91"/>
                </a:solidFill>
              </a:rPr>
              <a:t>Push (PSH)</a:t>
            </a:r>
          </a:p>
          <a:p>
            <a:r>
              <a:rPr lang="en-US" sz="2400" dirty="0">
                <a:solidFill>
                  <a:srgbClr val="204F91"/>
                </a:solidFill>
              </a:rPr>
              <a:t>Reset (RST) </a:t>
            </a:r>
          </a:p>
        </p:txBody>
      </p:sp>
    </p:spTree>
    <p:extLst>
      <p:ext uri="{BB962C8B-B14F-4D97-AF65-F5344CB8AC3E}">
        <p14:creationId xmlns:p14="http://schemas.microsoft.com/office/powerpoint/2010/main" val="9258524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Null Scan</a:t>
            </a:r>
          </a:p>
        </p:txBody>
      </p:sp>
      <p:pic>
        <p:nvPicPr>
          <p:cNvPr id="7" name="Picture 32"/>
          <p:cNvPicPr>
            <a:picLocks noChangeAspect="1" noChangeArrowheads="1"/>
          </p:cNvPicPr>
          <p:nvPr/>
        </p:nvPicPr>
        <p:blipFill>
          <a:blip r:embed="rId3" cstate="print"/>
          <a:srcRect/>
          <a:stretch>
            <a:fillRect/>
          </a:stretch>
        </p:blipFill>
        <p:spPr bwMode="auto">
          <a:xfrm>
            <a:off x="6794604" y="2323299"/>
            <a:ext cx="1280993" cy="1285333"/>
          </a:xfrm>
          <a:prstGeom prst="rect">
            <a:avLst/>
          </a:prstGeom>
          <a:noFill/>
          <a:ln w="9525">
            <a:noFill/>
            <a:miter lim="800000"/>
            <a:headEnd/>
            <a:tailEnd/>
          </a:ln>
        </p:spPr>
      </p:pic>
      <p:pic>
        <p:nvPicPr>
          <p:cNvPr id="8" name="Picture 16"/>
          <p:cNvPicPr>
            <a:picLocks noChangeAspect="1" noChangeArrowheads="1"/>
          </p:cNvPicPr>
          <p:nvPr/>
        </p:nvPicPr>
        <p:blipFill>
          <a:blip r:embed="rId4" cstate="print"/>
          <a:srcRect/>
          <a:stretch>
            <a:fillRect/>
          </a:stretch>
        </p:blipFill>
        <p:spPr bwMode="auto">
          <a:xfrm>
            <a:off x="1569811" y="2309044"/>
            <a:ext cx="1255295" cy="1092890"/>
          </a:xfrm>
          <a:prstGeom prst="rect">
            <a:avLst/>
          </a:prstGeom>
          <a:noFill/>
          <a:ln w="9525">
            <a:noFill/>
            <a:round/>
            <a:headEnd/>
            <a:tailEnd/>
          </a:ln>
        </p:spPr>
      </p:pic>
      <p:sp>
        <p:nvSpPr>
          <p:cNvPr id="9" name="Text Box 22"/>
          <p:cNvSpPr txBox="1">
            <a:spLocks noChangeArrowheads="1"/>
          </p:cNvSpPr>
          <p:nvPr/>
        </p:nvSpPr>
        <p:spPr bwMode="auto">
          <a:xfrm>
            <a:off x="6033519" y="3974513"/>
            <a:ext cx="2182433" cy="570203"/>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dirty="0">
                <a:solidFill>
                  <a:srgbClr val="000000"/>
                </a:solidFill>
              </a:rPr>
              <a:t>Server</a:t>
            </a:r>
          </a:p>
        </p:txBody>
      </p:sp>
      <p:sp>
        <p:nvSpPr>
          <p:cNvPr id="10" name="Text Box 22"/>
          <p:cNvSpPr txBox="1">
            <a:spLocks noChangeArrowheads="1"/>
          </p:cNvSpPr>
          <p:nvPr/>
        </p:nvSpPr>
        <p:spPr bwMode="auto">
          <a:xfrm>
            <a:off x="731630" y="3905991"/>
            <a:ext cx="2182433" cy="570304"/>
          </a:xfrm>
          <a:prstGeom prst="rect">
            <a:avLst/>
          </a:prstGeom>
          <a:noFill/>
          <a:ln w="9525">
            <a:noFill/>
            <a:round/>
            <a:headEnd/>
            <a:tailEnd/>
          </a:ln>
        </p:spPr>
        <p:txBody>
          <a:bodyPr lIns="90000" tIns="60840" rIns="90000" bIns="45000"/>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dirty="0">
                <a:solidFill>
                  <a:srgbClr val="000000"/>
                </a:solidFill>
                <a:latin typeface="+mn-lt"/>
                <a:ea typeface="ＭＳ Ｐゴシック" pitchFamily="92" charset="-128"/>
                <a:cs typeface="+mn-cs"/>
              </a:rPr>
              <a:t>Host</a:t>
            </a:r>
          </a:p>
        </p:txBody>
      </p:sp>
      <p:cxnSp>
        <p:nvCxnSpPr>
          <p:cNvPr id="11" name="Straight Arrow Connector 10"/>
          <p:cNvCxnSpPr/>
          <p:nvPr/>
        </p:nvCxnSpPr>
        <p:spPr bwMode="auto">
          <a:xfrm>
            <a:off x="3281315" y="2664055"/>
            <a:ext cx="2809092" cy="237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 Box 16"/>
          <p:cNvSpPr txBox="1">
            <a:spLocks noChangeArrowheads="1"/>
          </p:cNvSpPr>
          <p:nvPr/>
        </p:nvSpPr>
        <p:spPr bwMode="auto">
          <a:xfrm>
            <a:off x="2912103" y="2205240"/>
            <a:ext cx="3367080" cy="518026"/>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1 – 000000</a:t>
            </a:r>
          </a:p>
        </p:txBody>
      </p:sp>
      <p:sp>
        <p:nvSpPr>
          <p:cNvPr id="13" name="Text Box 16"/>
          <p:cNvSpPr txBox="1">
            <a:spLocks noChangeArrowheads="1"/>
          </p:cNvSpPr>
          <p:nvPr/>
        </p:nvSpPr>
        <p:spPr bwMode="auto">
          <a:xfrm>
            <a:off x="4490328" y="3041071"/>
            <a:ext cx="2142502" cy="592887"/>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2 – RST</a:t>
            </a:r>
          </a:p>
        </p:txBody>
      </p:sp>
      <p:cxnSp>
        <p:nvCxnSpPr>
          <p:cNvPr id="14" name="Straight Arrow Connector 13"/>
          <p:cNvCxnSpPr/>
          <p:nvPr/>
        </p:nvCxnSpPr>
        <p:spPr bwMode="auto">
          <a:xfrm>
            <a:off x="3301083" y="3514762"/>
            <a:ext cx="2809092" cy="2377"/>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070510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Network Packet: Payload</a:t>
            </a:r>
          </a:p>
        </p:txBody>
      </p:sp>
      <p:sp>
        <p:nvSpPr>
          <p:cNvPr id="9219" name="Content Placeholder 2"/>
          <p:cNvSpPr>
            <a:spLocks noGrp="1"/>
          </p:cNvSpPr>
          <p:nvPr>
            <p:ph idx="1"/>
          </p:nvPr>
        </p:nvSpPr>
        <p:spPr>
          <a:xfrm>
            <a:off x="539750" y="1255594"/>
            <a:ext cx="8299450" cy="4465756"/>
          </a:xfrm>
        </p:spPr>
        <p:txBody>
          <a:bodyPr/>
          <a:lstStyle/>
          <a:p>
            <a:r>
              <a:rPr lang="en-US" sz="3200" dirty="0"/>
              <a:t>The body or information content of a packet</a:t>
            </a:r>
          </a:p>
          <a:p>
            <a:r>
              <a:rPr lang="en-US" sz="3200" dirty="0"/>
              <a:t>Actual content that the packet is delivering to the destination</a:t>
            </a:r>
          </a:p>
          <a:p>
            <a:r>
              <a:rPr lang="en-US" sz="3200" dirty="0"/>
              <a:t>If packet is fixed length, payload may be padded with blank information or a specific pattern to make it the right size</a:t>
            </a:r>
            <a:endParaRPr lang="en-US" sz="3000" dirty="0"/>
          </a:p>
        </p:txBody>
      </p:sp>
    </p:spTree>
    <p:extLst>
      <p:ext uri="{BB962C8B-B14F-4D97-AF65-F5344CB8AC3E}">
        <p14:creationId xmlns:p14="http://schemas.microsoft.com/office/powerpoint/2010/main" val="137202240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Network Packet: Trailer</a:t>
            </a:r>
          </a:p>
        </p:txBody>
      </p:sp>
      <p:sp>
        <p:nvSpPr>
          <p:cNvPr id="9219" name="Content Placeholder 2"/>
          <p:cNvSpPr>
            <a:spLocks noGrp="1"/>
          </p:cNvSpPr>
          <p:nvPr>
            <p:ph idx="1"/>
          </p:nvPr>
        </p:nvSpPr>
        <p:spPr>
          <a:xfrm>
            <a:off x="539750" y="1255594"/>
            <a:ext cx="8299450" cy="4465756"/>
          </a:xfrm>
        </p:spPr>
        <p:txBody>
          <a:bodyPr/>
          <a:lstStyle/>
          <a:p>
            <a:r>
              <a:rPr lang="en-US" sz="3200" dirty="0"/>
              <a:t>Contains error-checking data to detect errors that occur during transmission</a:t>
            </a:r>
          </a:p>
          <a:p>
            <a:r>
              <a:rPr lang="en-US" sz="3200" dirty="0"/>
              <a:t>May be part of the Ethernet or Point-to-Point Protocol (PPP) frame or other Layer 2 protocol</a:t>
            </a:r>
          </a:p>
          <a:p>
            <a:endParaRPr lang="en-US" sz="3200" dirty="0"/>
          </a:p>
          <a:p>
            <a:pPr marL="0" indent="0">
              <a:buNone/>
            </a:pPr>
            <a:endParaRPr lang="en-US" sz="3000" dirty="0"/>
          </a:p>
        </p:txBody>
      </p:sp>
    </p:spTree>
    <p:extLst>
      <p:ext uri="{BB962C8B-B14F-4D97-AF65-F5344CB8AC3E}">
        <p14:creationId xmlns:p14="http://schemas.microsoft.com/office/powerpoint/2010/main" val="175892070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Cyclical Redundancy Check (CRC)</a:t>
            </a:r>
          </a:p>
        </p:txBody>
      </p:sp>
      <p:sp>
        <p:nvSpPr>
          <p:cNvPr id="3" name="Rectangle 2"/>
          <p:cNvSpPr/>
          <p:nvPr/>
        </p:nvSpPr>
        <p:spPr bwMode="auto">
          <a:xfrm>
            <a:off x="573205" y="2702257"/>
            <a:ext cx="1241946" cy="859809"/>
          </a:xfrm>
          <a:prstGeom prst="rect">
            <a:avLst/>
          </a:prstGeom>
          <a:noFill/>
          <a:ln w="25400" cap="flat" cmpd="sng" algn="ctr">
            <a:solidFill>
              <a:srgbClr val="204F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6" name="TextBox 5"/>
          <p:cNvSpPr txBox="1"/>
          <p:nvPr/>
        </p:nvSpPr>
        <p:spPr>
          <a:xfrm>
            <a:off x="573205" y="2920621"/>
            <a:ext cx="1241946" cy="369332"/>
          </a:xfrm>
          <a:prstGeom prst="rect">
            <a:avLst/>
          </a:prstGeom>
          <a:noFill/>
        </p:spPr>
        <p:txBody>
          <a:bodyPr wrap="square" rtlCol="0">
            <a:spAutoFit/>
          </a:bodyPr>
          <a:lstStyle/>
          <a:p>
            <a:pPr algn="ctr"/>
            <a:r>
              <a:rPr lang="en-US" dirty="0"/>
              <a:t>preamble</a:t>
            </a:r>
          </a:p>
        </p:txBody>
      </p:sp>
      <p:sp>
        <p:nvSpPr>
          <p:cNvPr id="9" name="Rectangle 8"/>
          <p:cNvSpPr/>
          <p:nvPr/>
        </p:nvSpPr>
        <p:spPr bwMode="auto">
          <a:xfrm>
            <a:off x="1815151" y="2702257"/>
            <a:ext cx="1337480" cy="859809"/>
          </a:xfrm>
          <a:prstGeom prst="rect">
            <a:avLst/>
          </a:prstGeom>
          <a:noFill/>
          <a:ln w="25400" cap="flat" cmpd="sng" algn="ctr">
            <a:solidFill>
              <a:srgbClr val="204F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10" name="TextBox 9"/>
          <p:cNvSpPr txBox="1"/>
          <p:nvPr/>
        </p:nvSpPr>
        <p:spPr>
          <a:xfrm>
            <a:off x="1815151" y="2920621"/>
            <a:ext cx="1337480" cy="646331"/>
          </a:xfrm>
          <a:prstGeom prst="rect">
            <a:avLst/>
          </a:prstGeom>
          <a:noFill/>
        </p:spPr>
        <p:txBody>
          <a:bodyPr wrap="square" rtlCol="0">
            <a:spAutoFit/>
          </a:bodyPr>
          <a:lstStyle/>
          <a:p>
            <a:pPr algn="ctr"/>
            <a:r>
              <a:rPr lang="en-US" dirty="0"/>
              <a:t>destination address</a:t>
            </a:r>
          </a:p>
        </p:txBody>
      </p:sp>
      <p:sp>
        <p:nvSpPr>
          <p:cNvPr id="11" name="Rectangle 10"/>
          <p:cNvSpPr/>
          <p:nvPr/>
        </p:nvSpPr>
        <p:spPr bwMode="auto">
          <a:xfrm>
            <a:off x="3152629" y="2702256"/>
            <a:ext cx="1146414" cy="859809"/>
          </a:xfrm>
          <a:prstGeom prst="rect">
            <a:avLst/>
          </a:prstGeom>
          <a:noFill/>
          <a:ln w="25400" cap="flat" cmpd="sng" algn="ctr">
            <a:solidFill>
              <a:srgbClr val="204F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12" name="TextBox 11"/>
          <p:cNvSpPr txBox="1"/>
          <p:nvPr/>
        </p:nvSpPr>
        <p:spPr>
          <a:xfrm>
            <a:off x="3057097" y="2920620"/>
            <a:ext cx="1241946" cy="646331"/>
          </a:xfrm>
          <a:prstGeom prst="rect">
            <a:avLst/>
          </a:prstGeom>
          <a:noFill/>
        </p:spPr>
        <p:txBody>
          <a:bodyPr wrap="square" rtlCol="0">
            <a:spAutoFit/>
          </a:bodyPr>
          <a:lstStyle/>
          <a:p>
            <a:pPr algn="ctr"/>
            <a:r>
              <a:rPr lang="en-US" dirty="0"/>
              <a:t>source address</a:t>
            </a:r>
          </a:p>
        </p:txBody>
      </p:sp>
      <p:sp>
        <p:nvSpPr>
          <p:cNvPr id="13" name="Rectangle 12"/>
          <p:cNvSpPr/>
          <p:nvPr/>
        </p:nvSpPr>
        <p:spPr bwMode="auto">
          <a:xfrm>
            <a:off x="4299037" y="2702257"/>
            <a:ext cx="900752" cy="859809"/>
          </a:xfrm>
          <a:prstGeom prst="rect">
            <a:avLst/>
          </a:prstGeom>
          <a:noFill/>
          <a:ln w="25400" cap="flat" cmpd="sng" algn="ctr">
            <a:solidFill>
              <a:srgbClr val="204F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14" name="TextBox 13"/>
          <p:cNvSpPr txBox="1"/>
          <p:nvPr/>
        </p:nvSpPr>
        <p:spPr>
          <a:xfrm>
            <a:off x="4299037" y="2920621"/>
            <a:ext cx="900752" cy="369332"/>
          </a:xfrm>
          <a:prstGeom prst="rect">
            <a:avLst/>
          </a:prstGeom>
          <a:noFill/>
        </p:spPr>
        <p:txBody>
          <a:bodyPr wrap="square" rtlCol="0">
            <a:spAutoFit/>
          </a:bodyPr>
          <a:lstStyle/>
          <a:p>
            <a:pPr algn="ctr"/>
            <a:r>
              <a:rPr lang="en-US" dirty="0"/>
              <a:t>type</a:t>
            </a:r>
          </a:p>
        </p:txBody>
      </p:sp>
      <p:sp>
        <p:nvSpPr>
          <p:cNvPr id="15" name="Rectangle 14"/>
          <p:cNvSpPr/>
          <p:nvPr/>
        </p:nvSpPr>
        <p:spPr bwMode="auto">
          <a:xfrm>
            <a:off x="5199790" y="2702676"/>
            <a:ext cx="2770500" cy="859809"/>
          </a:xfrm>
          <a:prstGeom prst="rect">
            <a:avLst/>
          </a:prstGeom>
          <a:noFill/>
          <a:ln w="25400" cap="flat" cmpd="sng" algn="ctr">
            <a:solidFill>
              <a:srgbClr val="204F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16" name="TextBox 15"/>
          <p:cNvSpPr txBox="1"/>
          <p:nvPr/>
        </p:nvSpPr>
        <p:spPr>
          <a:xfrm>
            <a:off x="5834410" y="2960718"/>
            <a:ext cx="1241946" cy="369332"/>
          </a:xfrm>
          <a:prstGeom prst="rect">
            <a:avLst/>
          </a:prstGeom>
          <a:noFill/>
        </p:spPr>
        <p:txBody>
          <a:bodyPr wrap="square" rtlCol="0">
            <a:spAutoFit/>
          </a:bodyPr>
          <a:lstStyle/>
          <a:p>
            <a:pPr algn="ctr"/>
            <a:r>
              <a:rPr lang="en-US" dirty="0"/>
              <a:t>data</a:t>
            </a:r>
          </a:p>
        </p:txBody>
      </p:sp>
      <p:sp>
        <p:nvSpPr>
          <p:cNvPr id="19" name="Rectangle 18"/>
          <p:cNvSpPr/>
          <p:nvPr/>
        </p:nvSpPr>
        <p:spPr bwMode="auto">
          <a:xfrm>
            <a:off x="7970289" y="2702255"/>
            <a:ext cx="732431" cy="859809"/>
          </a:xfrm>
          <a:prstGeom prst="rect">
            <a:avLst/>
          </a:prstGeom>
          <a:noFill/>
          <a:ln w="25400" cap="flat" cmpd="sng" algn="ctr">
            <a:solidFill>
              <a:srgbClr val="204F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20" name="TextBox 19"/>
          <p:cNvSpPr txBox="1"/>
          <p:nvPr/>
        </p:nvSpPr>
        <p:spPr>
          <a:xfrm>
            <a:off x="7970289" y="2947915"/>
            <a:ext cx="732431" cy="369332"/>
          </a:xfrm>
          <a:prstGeom prst="rect">
            <a:avLst/>
          </a:prstGeom>
          <a:noFill/>
        </p:spPr>
        <p:txBody>
          <a:bodyPr wrap="square" rtlCol="0">
            <a:spAutoFit/>
          </a:bodyPr>
          <a:lstStyle/>
          <a:p>
            <a:pPr algn="ctr"/>
            <a:r>
              <a:rPr lang="en-US" dirty="0"/>
              <a:t>CRC</a:t>
            </a:r>
          </a:p>
        </p:txBody>
      </p:sp>
      <p:sp>
        <p:nvSpPr>
          <p:cNvPr id="21" name="Oval 20"/>
          <p:cNvSpPr/>
          <p:nvPr/>
        </p:nvSpPr>
        <p:spPr bwMode="auto">
          <a:xfrm>
            <a:off x="5008728" y="4285397"/>
            <a:ext cx="3327776" cy="1473958"/>
          </a:xfrm>
          <a:prstGeom prst="ellipse">
            <a:avLst/>
          </a:prstGeom>
          <a:solidFill>
            <a:srgbClr val="204F9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If CRC found, frame discarded</a:t>
            </a:r>
          </a:p>
        </p:txBody>
      </p:sp>
      <p:cxnSp>
        <p:nvCxnSpPr>
          <p:cNvPr id="23" name="Straight Connector 22"/>
          <p:cNvCxnSpPr>
            <a:stCxn id="21" idx="0"/>
            <a:endCxn id="19" idx="2"/>
          </p:cNvCxnSpPr>
          <p:nvPr/>
        </p:nvCxnSpPr>
        <p:spPr bwMode="auto">
          <a:xfrm flipV="1">
            <a:off x="6672616" y="3562064"/>
            <a:ext cx="1663889" cy="723333"/>
          </a:xfrm>
          <a:prstGeom prst="line">
            <a:avLst/>
          </a:prstGeom>
          <a:solidFill>
            <a:schemeClr val="accent1"/>
          </a:solidFill>
          <a:ln w="25400" cap="flat" cmpd="sng" algn="ctr">
            <a:solidFill>
              <a:srgbClr val="204F91"/>
            </a:solidFill>
            <a:prstDash val="solid"/>
            <a:round/>
            <a:headEnd type="none" w="med" len="med"/>
            <a:tailEnd type="none" w="med" len="med"/>
          </a:ln>
          <a:effectLst/>
        </p:spPr>
      </p:cxnSp>
      <p:sp>
        <p:nvSpPr>
          <p:cNvPr id="2" name="TextBox 1">
            <a:extLst>
              <a:ext uri="{FF2B5EF4-FFF2-40B4-BE49-F238E27FC236}">
                <a16:creationId xmlns:a16="http://schemas.microsoft.com/office/drawing/2014/main" id="{7B65761C-E256-4463-A7F0-A712A021386B}"/>
              </a:ext>
            </a:extLst>
          </p:cNvPr>
          <p:cNvSpPr txBox="1"/>
          <p:nvPr/>
        </p:nvSpPr>
        <p:spPr>
          <a:xfrm>
            <a:off x="286871" y="4285397"/>
            <a:ext cx="4012172" cy="1200329"/>
          </a:xfrm>
          <a:prstGeom prst="rect">
            <a:avLst/>
          </a:prstGeom>
          <a:noFill/>
        </p:spPr>
        <p:txBody>
          <a:bodyPr wrap="square" rtlCol="0">
            <a:spAutoFit/>
          </a:bodyPr>
          <a:lstStyle/>
          <a:p>
            <a:r>
              <a:rPr lang="en-US" sz="2400" dirty="0">
                <a:solidFill>
                  <a:srgbClr val="ED6E2E"/>
                </a:solidFill>
              </a:rPr>
              <a:t>Why is the CRC almost always in a trailer, rather than in a header?</a:t>
            </a:r>
          </a:p>
        </p:txBody>
      </p:sp>
    </p:spTree>
    <p:extLst>
      <p:ext uri="{BB962C8B-B14F-4D97-AF65-F5344CB8AC3E}">
        <p14:creationId xmlns:p14="http://schemas.microsoft.com/office/powerpoint/2010/main" val="70632867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Ports</a:t>
            </a:r>
          </a:p>
        </p:txBody>
      </p:sp>
      <p:sp>
        <p:nvSpPr>
          <p:cNvPr id="9219" name="Content Placeholder 2"/>
          <p:cNvSpPr>
            <a:spLocks noGrp="1"/>
          </p:cNvSpPr>
          <p:nvPr>
            <p:ph idx="1"/>
          </p:nvPr>
        </p:nvSpPr>
        <p:spPr>
          <a:xfrm>
            <a:off x="539750" y="1255594"/>
            <a:ext cx="8299450" cy="4465756"/>
          </a:xfrm>
        </p:spPr>
        <p:txBody>
          <a:bodyPr/>
          <a:lstStyle/>
          <a:p>
            <a:r>
              <a:rPr lang="en-US" sz="3200" dirty="0"/>
              <a:t>A number that identifies a channel in which communication can occur</a:t>
            </a:r>
          </a:p>
          <a:p>
            <a:r>
              <a:rPr lang="en-US" sz="3200" dirty="0"/>
              <a:t>65,635 possible ports</a:t>
            </a:r>
          </a:p>
          <a:p>
            <a:r>
              <a:rPr lang="en-US" sz="3200" dirty="0"/>
              <a:t>Knowing what port a packet was destined for (or coming from) tells you what protocol it was using</a:t>
            </a:r>
          </a:p>
          <a:p>
            <a:endParaRPr lang="en-US" sz="3000" dirty="0"/>
          </a:p>
        </p:txBody>
      </p:sp>
    </p:spTree>
    <p:extLst>
      <p:ext uri="{BB962C8B-B14F-4D97-AF65-F5344CB8AC3E}">
        <p14:creationId xmlns:p14="http://schemas.microsoft.com/office/powerpoint/2010/main" val="11710473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Some Important Ports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215980313"/>
              </p:ext>
            </p:extLst>
          </p:nvPr>
        </p:nvGraphicFramePr>
        <p:xfrm>
          <a:off x="539750" y="1295402"/>
          <a:ext cx="8299450" cy="4504896"/>
        </p:xfrm>
        <a:graphic>
          <a:graphicData uri="http://schemas.openxmlformats.org/drawingml/2006/table">
            <a:tbl>
              <a:tblPr firstRow="1" bandRow="1">
                <a:tableStyleId>{5C22544A-7EE6-4342-B048-85BDC9FD1C3A}</a:tableStyleId>
              </a:tblPr>
              <a:tblGrid>
                <a:gridCol w="2135211">
                  <a:extLst>
                    <a:ext uri="{9D8B030D-6E8A-4147-A177-3AD203B41FA5}">
                      <a16:colId xmlns:a16="http://schemas.microsoft.com/office/drawing/2014/main" val="20000"/>
                    </a:ext>
                  </a:extLst>
                </a:gridCol>
                <a:gridCol w="6164239">
                  <a:extLst>
                    <a:ext uri="{9D8B030D-6E8A-4147-A177-3AD203B41FA5}">
                      <a16:colId xmlns:a16="http://schemas.microsoft.com/office/drawing/2014/main" val="20001"/>
                    </a:ext>
                  </a:extLst>
                </a:gridCol>
              </a:tblGrid>
              <a:tr h="563112">
                <a:tc>
                  <a:txBody>
                    <a:bodyPr/>
                    <a:lstStyle/>
                    <a:p>
                      <a:r>
                        <a:rPr lang="en-US" sz="2400" dirty="0"/>
                        <a:t>Port Number</a:t>
                      </a:r>
                    </a:p>
                  </a:txBody>
                  <a:tcPr/>
                </a:tc>
                <a:tc>
                  <a:txBody>
                    <a:bodyPr/>
                    <a:lstStyle/>
                    <a:p>
                      <a:r>
                        <a:rPr lang="en-US" sz="2400" dirty="0"/>
                        <a:t>Protocol</a:t>
                      </a:r>
                      <a:r>
                        <a:rPr lang="en-US" sz="2400" baseline="0" dirty="0"/>
                        <a:t> that Uses Port</a:t>
                      </a:r>
                      <a:endParaRPr lang="en-US" sz="2400" dirty="0"/>
                    </a:p>
                  </a:txBody>
                  <a:tcPr/>
                </a:tc>
                <a:extLst>
                  <a:ext uri="{0D108BD9-81ED-4DB2-BD59-A6C34878D82A}">
                    <a16:rowId xmlns:a16="http://schemas.microsoft.com/office/drawing/2014/main" val="10000"/>
                  </a:ext>
                </a:extLst>
              </a:tr>
              <a:tr h="563112">
                <a:tc>
                  <a:txBody>
                    <a:bodyPr/>
                    <a:lstStyle/>
                    <a:p>
                      <a:r>
                        <a:rPr lang="en-US" sz="2400" dirty="0"/>
                        <a:t>20, 21</a:t>
                      </a:r>
                    </a:p>
                  </a:txBody>
                  <a:tcPr/>
                </a:tc>
                <a:tc>
                  <a:txBody>
                    <a:bodyPr/>
                    <a:lstStyle/>
                    <a:p>
                      <a:r>
                        <a:rPr lang="en-US" sz="2400" dirty="0"/>
                        <a:t>File Transfer Protocol (FTP)</a:t>
                      </a:r>
                    </a:p>
                  </a:txBody>
                  <a:tcPr/>
                </a:tc>
                <a:extLst>
                  <a:ext uri="{0D108BD9-81ED-4DB2-BD59-A6C34878D82A}">
                    <a16:rowId xmlns:a16="http://schemas.microsoft.com/office/drawing/2014/main" val="10001"/>
                  </a:ext>
                </a:extLst>
              </a:tr>
              <a:tr h="563112">
                <a:tc>
                  <a:txBody>
                    <a:bodyPr/>
                    <a:lstStyle/>
                    <a:p>
                      <a:r>
                        <a:rPr lang="en-US" sz="2400" dirty="0"/>
                        <a:t>22</a:t>
                      </a:r>
                    </a:p>
                  </a:txBody>
                  <a:tcPr/>
                </a:tc>
                <a:tc>
                  <a:txBody>
                    <a:bodyPr/>
                    <a:lstStyle/>
                    <a:p>
                      <a:r>
                        <a:rPr lang="en-US" sz="2400" dirty="0"/>
                        <a:t>Secure Shell (SSH)</a:t>
                      </a:r>
                    </a:p>
                  </a:txBody>
                  <a:tcPr/>
                </a:tc>
                <a:extLst>
                  <a:ext uri="{0D108BD9-81ED-4DB2-BD59-A6C34878D82A}">
                    <a16:rowId xmlns:a16="http://schemas.microsoft.com/office/drawing/2014/main" val="10002"/>
                  </a:ext>
                </a:extLst>
              </a:tr>
              <a:tr h="563112">
                <a:tc>
                  <a:txBody>
                    <a:bodyPr/>
                    <a:lstStyle/>
                    <a:p>
                      <a:r>
                        <a:rPr lang="en-US" sz="2400" dirty="0"/>
                        <a:t>23</a:t>
                      </a:r>
                    </a:p>
                  </a:txBody>
                  <a:tcPr/>
                </a:tc>
                <a:tc>
                  <a:txBody>
                    <a:bodyPr/>
                    <a:lstStyle/>
                    <a:p>
                      <a:r>
                        <a:rPr lang="en-US" sz="2400" dirty="0"/>
                        <a:t>Telnet</a:t>
                      </a:r>
                    </a:p>
                  </a:txBody>
                  <a:tcPr/>
                </a:tc>
                <a:extLst>
                  <a:ext uri="{0D108BD9-81ED-4DB2-BD59-A6C34878D82A}">
                    <a16:rowId xmlns:a16="http://schemas.microsoft.com/office/drawing/2014/main" val="10003"/>
                  </a:ext>
                </a:extLst>
              </a:tr>
              <a:tr h="563112">
                <a:tc>
                  <a:txBody>
                    <a:bodyPr/>
                    <a:lstStyle/>
                    <a:p>
                      <a:r>
                        <a:rPr lang="en-US" sz="2400" dirty="0"/>
                        <a:t>25</a:t>
                      </a:r>
                    </a:p>
                  </a:txBody>
                  <a:tcPr/>
                </a:tc>
                <a:tc>
                  <a:txBody>
                    <a:bodyPr/>
                    <a:lstStyle/>
                    <a:p>
                      <a:r>
                        <a:rPr lang="pt-BR" sz="2400"/>
                        <a:t>Simple Mail Transfer Protocol (SMTP)</a:t>
                      </a:r>
                      <a:endParaRPr lang="en-US" sz="2400" dirty="0"/>
                    </a:p>
                  </a:txBody>
                  <a:tcPr/>
                </a:tc>
                <a:extLst>
                  <a:ext uri="{0D108BD9-81ED-4DB2-BD59-A6C34878D82A}">
                    <a16:rowId xmlns:a16="http://schemas.microsoft.com/office/drawing/2014/main" val="10004"/>
                  </a:ext>
                </a:extLst>
              </a:tr>
              <a:tr h="563112">
                <a:tc>
                  <a:txBody>
                    <a:bodyPr/>
                    <a:lstStyle/>
                    <a:p>
                      <a:r>
                        <a:rPr lang="en-US" sz="2400" dirty="0"/>
                        <a:t>53</a:t>
                      </a:r>
                    </a:p>
                  </a:txBody>
                  <a:tcPr/>
                </a:tc>
                <a:tc>
                  <a:txBody>
                    <a:bodyPr/>
                    <a:lstStyle/>
                    <a:p>
                      <a:r>
                        <a:rPr lang="en-US" sz="2400" dirty="0"/>
                        <a:t>Domain Name Service (DNS)</a:t>
                      </a:r>
                    </a:p>
                  </a:txBody>
                  <a:tcPr/>
                </a:tc>
                <a:extLst>
                  <a:ext uri="{0D108BD9-81ED-4DB2-BD59-A6C34878D82A}">
                    <a16:rowId xmlns:a16="http://schemas.microsoft.com/office/drawing/2014/main" val="10005"/>
                  </a:ext>
                </a:extLst>
              </a:tr>
              <a:tr h="563112">
                <a:tc>
                  <a:txBody>
                    <a:bodyPr/>
                    <a:lstStyle/>
                    <a:p>
                      <a:r>
                        <a:rPr lang="en-US" sz="2400" dirty="0"/>
                        <a:t>80</a:t>
                      </a:r>
                    </a:p>
                  </a:txBody>
                  <a:tcPr/>
                </a:tc>
                <a:tc>
                  <a:txBody>
                    <a:bodyPr/>
                    <a:lstStyle/>
                    <a:p>
                      <a:r>
                        <a:rPr lang="en-US" sz="2400" dirty="0"/>
                        <a:t>Hypertext Markup Language (HTML)</a:t>
                      </a:r>
                    </a:p>
                  </a:txBody>
                  <a:tcPr/>
                </a:tc>
                <a:extLst>
                  <a:ext uri="{0D108BD9-81ED-4DB2-BD59-A6C34878D82A}">
                    <a16:rowId xmlns:a16="http://schemas.microsoft.com/office/drawing/2014/main" val="10006"/>
                  </a:ext>
                </a:extLst>
              </a:tr>
              <a:tr h="563112">
                <a:tc>
                  <a:txBody>
                    <a:bodyPr/>
                    <a:lstStyle/>
                    <a:p>
                      <a:r>
                        <a:rPr lang="en-US" sz="2400" dirty="0"/>
                        <a:t>110</a:t>
                      </a:r>
                    </a:p>
                  </a:txBody>
                  <a:tcPr/>
                </a:tc>
                <a:tc>
                  <a:txBody>
                    <a:bodyPr/>
                    <a:lstStyle/>
                    <a:p>
                      <a:r>
                        <a:rPr lang="en-US" sz="2400" dirty="0"/>
                        <a:t>Post Office Protocol Version 3 (POP3)</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1718033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Important Intruder Ports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167070978"/>
              </p:ext>
            </p:extLst>
          </p:nvPr>
        </p:nvGraphicFramePr>
        <p:xfrm>
          <a:off x="539750" y="1295400"/>
          <a:ext cx="8299450" cy="3726975"/>
        </p:xfrm>
        <a:graphic>
          <a:graphicData uri="http://schemas.openxmlformats.org/drawingml/2006/table">
            <a:tbl>
              <a:tblPr firstRow="1" bandRow="1">
                <a:tableStyleId>{5C22544A-7EE6-4342-B048-85BDC9FD1C3A}</a:tableStyleId>
              </a:tblPr>
              <a:tblGrid>
                <a:gridCol w="2135211">
                  <a:extLst>
                    <a:ext uri="{9D8B030D-6E8A-4147-A177-3AD203B41FA5}">
                      <a16:colId xmlns:a16="http://schemas.microsoft.com/office/drawing/2014/main" val="20000"/>
                    </a:ext>
                  </a:extLst>
                </a:gridCol>
                <a:gridCol w="6164239">
                  <a:extLst>
                    <a:ext uri="{9D8B030D-6E8A-4147-A177-3AD203B41FA5}">
                      <a16:colId xmlns:a16="http://schemas.microsoft.com/office/drawing/2014/main" val="20001"/>
                    </a:ext>
                  </a:extLst>
                </a:gridCol>
              </a:tblGrid>
              <a:tr h="532425">
                <a:tc>
                  <a:txBody>
                    <a:bodyPr/>
                    <a:lstStyle/>
                    <a:p>
                      <a:r>
                        <a:rPr lang="en-US" sz="2400" dirty="0"/>
                        <a:t>Port Number</a:t>
                      </a:r>
                    </a:p>
                  </a:txBody>
                  <a:tcPr/>
                </a:tc>
                <a:tc>
                  <a:txBody>
                    <a:bodyPr/>
                    <a:lstStyle/>
                    <a:p>
                      <a:r>
                        <a:rPr lang="en-US" sz="2400" dirty="0"/>
                        <a:t>Utility</a:t>
                      </a:r>
                    </a:p>
                  </a:txBody>
                  <a:tcPr/>
                </a:tc>
                <a:extLst>
                  <a:ext uri="{0D108BD9-81ED-4DB2-BD59-A6C34878D82A}">
                    <a16:rowId xmlns:a16="http://schemas.microsoft.com/office/drawing/2014/main" val="10000"/>
                  </a:ext>
                </a:extLst>
              </a:tr>
              <a:tr h="532425">
                <a:tc>
                  <a:txBody>
                    <a:bodyPr/>
                    <a:lstStyle/>
                    <a:p>
                      <a:r>
                        <a:rPr lang="en-US" sz="2400" dirty="0"/>
                        <a:t>407</a:t>
                      </a:r>
                    </a:p>
                  </a:txBody>
                  <a:tcPr/>
                </a:tc>
                <a:tc>
                  <a:txBody>
                    <a:bodyPr/>
                    <a:lstStyle/>
                    <a:p>
                      <a:r>
                        <a:rPr lang="en-US" sz="2400" dirty="0"/>
                        <a:t>Timbuktu</a:t>
                      </a:r>
                    </a:p>
                  </a:txBody>
                  <a:tcPr/>
                </a:tc>
                <a:extLst>
                  <a:ext uri="{0D108BD9-81ED-4DB2-BD59-A6C34878D82A}">
                    <a16:rowId xmlns:a16="http://schemas.microsoft.com/office/drawing/2014/main" val="10001"/>
                  </a:ext>
                </a:extLst>
              </a:tr>
              <a:tr h="5324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6666</a:t>
                      </a:r>
                    </a:p>
                  </a:txBody>
                  <a:tcPr/>
                </a:tc>
                <a:tc>
                  <a:txBody>
                    <a:bodyPr/>
                    <a:lstStyle/>
                    <a:p>
                      <a:r>
                        <a:rPr lang="en-US" sz="2400" dirty="0"/>
                        <a:t>Beast</a:t>
                      </a:r>
                    </a:p>
                  </a:txBody>
                  <a:tcPr/>
                </a:tc>
                <a:extLst>
                  <a:ext uri="{0D108BD9-81ED-4DB2-BD59-A6C34878D82A}">
                    <a16:rowId xmlns:a16="http://schemas.microsoft.com/office/drawing/2014/main" val="10002"/>
                  </a:ext>
                </a:extLst>
              </a:tr>
              <a:tr h="5324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23476/23477</a:t>
                      </a:r>
                    </a:p>
                  </a:txBody>
                  <a:tcPr/>
                </a:tc>
                <a:tc>
                  <a:txBody>
                    <a:bodyPr/>
                    <a:lstStyle/>
                    <a:p>
                      <a:r>
                        <a:rPr lang="en-US" sz="2400" dirty="0"/>
                        <a:t>Donald</a:t>
                      </a:r>
                      <a:r>
                        <a:rPr lang="en-US" sz="2400" baseline="0" dirty="0"/>
                        <a:t> Dick</a:t>
                      </a:r>
                      <a:endParaRPr lang="en-US" sz="2400" dirty="0"/>
                    </a:p>
                  </a:txBody>
                  <a:tcPr/>
                </a:tc>
                <a:extLst>
                  <a:ext uri="{0D108BD9-81ED-4DB2-BD59-A6C34878D82A}">
                    <a16:rowId xmlns:a16="http://schemas.microsoft.com/office/drawing/2014/main" val="10003"/>
                  </a:ext>
                </a:extLst>
              </a:tr>
              <a:tr h="5324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31337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Back Orifice</a:t>
                      </a:r>
                    </a:p>
                  </a:txBody>
                  <a:tcPr/>
                </a:tc>
                <a:extLst>
                  <a:ext uri="{0D108BD9-81ED-4DB2-BD59-A6C34878D82A}">
                    <a16:rowId xmlns:a16="http://schemas.microsoft.com/office/drawing/2014/main" val="10004"/>
                  </a:ext>
                </a:extLst>
              </a:tr>
              <a:tr h="5324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43188</a:t>
                      </a:r>
                    </a:p>
                  </a:txBody>
                  <a:tcPr/>
                </a:tc>
                <a:tc>
                  <a:txBody>
                    <a:bodyPr/>
                    <a:lstStyle/>
                    <a:p>
                      <a:r>
                        <a:rPr lang="en-US" sz="2400" dirty="0"/>
                        <a:t>Reachout</a:t>
                      </a:r>
                    </a:p>
                  </a:txBody>
                  <a:tcPr/>
                </a:tc>
                <a:extLst>
                  <a:ext uri="{0D108BD9-81ED-4DB2-BD59-A6C34878D82A}">
                    <a16:rowId xmlns:a16="http://schemas.microsoft.com/office/drawing/2014/main" val="10005"/>
                  </a:ext>
                </a:extLst>
              </a:tr>
              <a:tr h="5324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54320/54321</a:t>
                      </a:r>
                    </a:p>
                  </a:txBody>
                  <a:tcPr/>
                </a:tc>
                <a:tc>
                  <a:txBody>
                    <a:bodyPr/>
                    <a:lstStyle/>
                    <a:p>
                      <a:r>
                        <a:rPr lang="en-US" sz="2400" dirty="0"/>
                        <a:t>B02K</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0679474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Denial of Service (DoS) Attacks</a:t>
            </a:r>
          </a:p>
        </p:txBody>
      </p:sp>
      <p:sp>
        <p:nvSpPr>
          <p:cNvPr id="7171" name="Content Placeholder 2"/>
          <p:cNvSpPr>
            <a:spLocks noGrp="1"/>
          </p:cNvSpPr>
          <p:nvPr>
            <p:ph idx="1"/>
          </p:nvPr>
        </p:nvSpPr>
        <p:spPr>
          <a:xfrm>
            <a:off x="539750" y="1310185"/>
            <a:ext cx="8299450" cy="4793753"/>
          </a:xfrm>
        </p:spPr>
        <p:txBody>
          <a:bodyPr/>
          <a:lstStyle/>
          <a:p>
            <a:pPr marL="339725" indent="-339725">
              <a:defRPr/>
            </a:pPr>
            <a:r>
              <a:rPr lang="en-US" sz="2800" dirty="0">
                <a:ea typeface="ＭＳ Ｐゴシック" pitchFamily="34" charset="-128"/>
              </a:rPr>
              <a:t>Can be targeted at a given server; increased traffic affects rest of the target network</a:t>
            </a:r>
          </a:p>
          <a:p>
            <a:pPr marL="339725" indent="-339725">
              <a:defRPr/>
            </a:pPr>
            <a:r>
              <a:rPr lang="en-US" sz="2800" dirty="0">
                <a:ea typeface="ＭＳ Ｐゴシック" pitchFamily="34" charset="-128"/>
              </a:rPr>
              <a:t>Attacker usually floods the network with malicious packets, preventing legitimate network traffic from passing</a:t>
            </a:r>
          </a:p>
          <a:p>
            <a:pPr marL="339725" indent="-339725">
              <a:defRPr/>
            </a:pPr>
            <a:r>
              <a:rPr lang="en-US" sz="2800" dirty="0">
                <a:ea typeface="ＭＳ Ｐゴシック" pitchFamily="34" charset="-128"/>
              </a:rPr>
              <a:t>Attacker uses one of three approaches:</a:t>
            </a:r>
          </a:p>
          <a:p>
            <a:pPr marL="793750" lvl="1" indent="-339725">
              <a:defRPr/>
            </a:pPr>
            <a:r>
              <a:rPr lang="en-US" sz="2600" dirty="0">
                <a:ea typeface="ＭＳ Ｐゴシック" pitchFamily="34" charset="-128"/>
              </a:rPr>
              <a:t>Damages the target machine’s ability to operate</a:t>
            </a:r>
          </a:p>
          <a:p>
            <a:pPr marL="793750" lvl="1" indent="-339725">
              <a:defRPr/>
            </a:pPr>
            <a:r>
              <a:rPr lang="en-US" sz="2600" dirty="0">
                <a:ea typeface="ＭＳ Ｐゴシック" pitchFamily="34" charset="-128"/>
              </a:rPr>
              <a:t>Overflows the target machine with open connections at the same time</a:t>
            </a:r>
          </a:p>
          <a:p>
            <a:pPr marL="793750" lvl="1" indent="-339725">
              <a:defRPr/>
            </a:pPr>
            <a:r>
              <a:rPr lang="en-US" sz="2600" dirty="0">
                <a:ea typeface="ＭＳ Ｐゴシック" pitchFamily="34" charset="-128"/>
              </a:rPr>
              <a:t>Uses the bandwidth to the target machine</a:t>
            </a:r>
          </a:p>
        </p:txBody>
      </p:sp>
    </p:spTree>
    <p:extLst>
      <p:ext uri="{BB962C8B-B14F-4D97-AF65-F5344CB8AC3E}">
        <p14:creationId xmlns:p14="http://schemas.microsoft.com/office/powerpoint/2010/main" val="2936526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Ping of Death Attack</a:t>
            </a:r>
          </a:p>
        </p:txBody>
      </p:sp>
      <p:pic>
        <p:nvPicPr>
          <p:cNvPr id="5" name="Picture 16"/>
          <p:cNvPicPr>
            <a:picLocks noChangeAspect="1" noChangeArrowheads="1"/>
          </p:cNvPicPr>
          <p:nvPr/>
        </p:nvPicPr>
        <p:blipFill>
          <a:blip r:embed="rId3" cstate="print"/>
          <a:srcRect/>
          <a:stretch>
            <a:fillRect/>
          </a:stretch>
        </p:blipFill>
        <p:spPr bwMode="auto">
          <a:xfrm>
            <a:off x="846478" y="2807859"/>
            <a:ext cx="1255295" cy="1092890"/>
          </a:xfrm>
          <a:prstGeom prst="rect">
            <a:avLst/>
          </a:prstGeom>
          <a:noFill/>
          <a:ln w="9525">
            <a:noFill/>
            <a:round/>
            <a:headEnd/>
            <a:tailEnd/>
          </a:ln>
        </p:spPr>
      </p:pic>
      <p:sp>
        <p:nvSpPr>
          <p:cNvPr id="6" name="TextBox 5"/>
          <p:cNvSpPr txBox="1"/>
          <p:nvPr/>
        </p:nvSpPr>
        <p:spPr>
          <a:xfrm>
            <a:off x="880962" y="4044956"/>
            <a:ext cx="1220811" cy="400110"/>
          </a:xfrm>
          <a:prstGeom prst="rect">
            <a:avLst/>
          </a:prstGeom>
          <a:noFill/>
        </p:spPr>
        <p:txBody>
          <a:bodyPr wrap="square" rtlCol="0">
            <a:spAutoFit/>
          </a:bodyPr>
          <a:lstStyle/>
          <a:p>
            <a:r>
              <a:rPr lang="en-US" sz="2000" dirty="0"/>
              <a:t>Attacker</a:t>
            </a:r>
          </a:p>
        </p:txBody>
      </p:sp>
      <p:cxnSp>
        <p:nvCxnSpPr>
          <p:cNvPr id="7" name="Straight Arrow Connector 6"/>
          <p:cNvCxnSpPr>
            <a:stCxn id="15" idx="3"/>
          </p:cNvCxnSpPr>
          <p:nvPr/>
        </p:nvCxnSpPr>
        <p:spPr bwMode="auto">
          <a:xfrm>
            <a:off x="5994776" y="3471265"/>
            <a:ext cx="719924" cy="12803"/>
          </a:xfrm>
          <a:prstGeom prst="straightConnector1">
            <a:avLst/>
          </a:prstGeom>
          <a:solidFill>
            <a:schemeClr val="accent1"/>
          </a:solidFill>
          <a:ln w="38100" cap="flat" cmpd="sng" algn="ctr">
            <a:solidFill>
              <a:srgbClr val="204F91"/>
            </a:solidFill>
            <a:prstDash val="solid"/>
            <a:round/>
            <a:headEnd type="none" w="med" len="med"/>
            <a:tailEnd type="arrow"/>
          </a:ln>
          <a:effectLst/>
        </p:spPr>
      </p:cxnSp>
      <p:pic>
        <p:nvPicPr>
          <p:cNvPr id="9"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5060" y="2559946"/>
            <a:ext cx="1826640" cy="152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2"/>
          <p:cNvSpPr txBox="1">
            <a:spLocks noChangeArrowheads="1"/>
          </p:cNvSpPr>
          <p:nvPr/>
        </p:nvSpPr>
        <p:spPr bwMode="auto">
          <a:xfrm>
            <a:off x="7012733" y="4053939"/>
            <a:ext cx="943912" cy="477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eaLnBrk="1"/>
            <a:r>
              <a:rPr lang="en-US" sz="2000" dirty="0">
                <a:solidFill>
                  <a:srgbClr val="000000"/>
                </a:solidFill>
              </a:rPr>
              <a:t>Server</a:t>
            </a:r>
          </a:p>
        </p:txBody>
      </p:sp>
      <p:sp>
        <p:nvSpPr>
          <p:cNvPr id="12" name="Rectangle 11"/>
          <p:cNvSpPr/>
          <p:nvPr/>
        </p:nvSpPr>
        <p:spPr bwMode="auto">
          <a:xfrm>
            <a:off x="2354231" y="3040940"/>
            <a:ext cx="1146414" cy="859809"/>
          </a:xfrm>
          <a:prstGeom prst="rect">
            <a:avLst/>
          </a:prstGeom>
          <a:noFill/>
          <a:ln w="25400" cap="flat" cmpd="sng" algn="ctr">
            <a:solidFill>
              <a:srgbClr val="204F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13" name="TextBox 12"/>
          <p:cNvSpPr txBox="1"/>
          <p:nvPr/>
        </p:nvSpPr>
        <p:spPr>
          <a:xfrm>
            <a:off x="2326939" y="3259304"/>
            <a:ext cx="1241946" cy="369332"/>
          </a:xfrm>
          <a:prstGeom prst="rect">
            <a:avLst/>
          </a:prstGeom>
          <a:noFill/>
        </p:spPr>
        <p:txBody>
          <a:bodyPr wrap="square" rtlCol="0">
            <a:spAutoFit/>
          </a:bodyPr>
          <a:lstStyle/>
          <a:p>
            <a:pPr algn="ctr"/>
            <a:r>
              <a:rPr lang="en-US"/>
              <a:t>IP</a:t>
            </a:r>
            <a:r>
              <a:rPr lang="en-US" dirty="0"/>
              <a:t> Header</a:t>
            </a:r>
          </a:p>
        </p:txBody>
      </p:sp>
      <p:sp>
        <p:nvSpPr>
          <p:cNvPr id="14" name="TextBox 13"/>
          <p:cNvSpPr txBox="1"/>
          <p:nvPr/>
        </p:nvSpPr>
        <p:spPr>
          <a:xfrm>
            <a:off x="3623475" y="3169638"/>
            <a:ext cx="1098651" cy="646331"/>
          </a:xfrm>
          <a:prstGeom prst="rect">
            <a:avLst/>
          </a:prstGeom>
          <a:noFill/>
        </p:spPr>
        <p:txBody>
          <a:bodyPr wrap="square" rtlCol="0">
            <a:spAutoFit/>
          </a:bodyPr>
          <a:lstStyle/>
          <a:p>
            <a:pPr algn="ctr"/>
            <a:r>
              <a:rPr lang="en-US" dirty="0"/>
              <a:t>ICMP Header</a:t>
            </a:r>
          </a:p>
        </p:txBody>
      </p:sp>
      <p:sp>
        <p:nvSpPr>
          <p:cNvPr id="15" name="Rectangle 14"/>
          <p:cNvSpPr/>
          <p:nvPr/>
        </p:nvSpPr>
        <p:spPr bwMode="auto">
          <a:xfrm>
            <a:off x="4817661" y="3041360"/>
            <a:ext cx="1177115" cy="859809"/>
          </a:xfrm>
          <a:prstGeom prst="rect">
            <a:avLst/>
          </a:prstGeom>
          <a:noFill/>
          <a:ln w="25400" cap="flat" cmpd="sng" algn="ctr">
            <a:solidFill>
              <a:srgbClr val="204F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16" name="TextBox 15"/>
          <p:cNvSpPr txBox="1"/>
          <p:nvPr/>
        </p:nvSpPr>
        <p:spPr>
          <a:xfrm>
            <a:off x="4785245" y="3135515"/>
            <a:ext cx="1209531" cy="646331"/>
          </a:xfrm>
          <a:prstGeom prst="rect">
            <a:avLst/>
          </a:prstGeom>
          <a:noFill/>
        </p:spPr>
        <p:txBody>
          <a:bodyPr wrap="square" rtlCol="0">
            <a:spAutoFit/>
          </a:bodyPr>
          <a:lstStyle/>
          <a:p>
            <a:pPr algn="ctr"/>
            <a:r>
              <a:rPr lang="en-US" dirty="0"/>
              <a:t>ICMP Data</a:t>
            </a:r>
          </a:p>
        </p:txBody>
      </p:sp>
      <p:sp>
        <p:nvSpPr>
          <p:cNvPr id="17" name="Rectangle 16"/>
          <p:cNvSpPr/>
          <p:nvPr/>
        </p:nvSpPr>
        <p:spPr bwMode="auto">
          <a:xfrm>
            <a:off x="3500645" y="3041124"/>
            <a:ext cx="1317016" cy="859809"/>
          </a:xfrm>
          <a:prstGeom prst="rect">
            <a:avLst/>
          </a:prstGeom>
          <a:noFill/>
          <a:ln w="25400" cap="flat" cmpd="sng" algn="ctr">
            <a:solidFill>
              <a:srgbClr val="204F9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21" name="TextBox 20"/>
          <p:cNvSpPr txBox="1"/>
          <p:nvPr/>
        </p:nvSpPr>
        <p:spPr>
          <a:xfrm>
            <a:off x="2412568" y="3922124"/>
            <a:ext cx="1220811" cy="369332"/>
          </a:xfrm>
          <a:prstGeom prst="rect">
            <a:avLst/>
          </a:prstGeom>
          <a:noFill/>
        </p:spPr>
        <p:txBody>
          <a:bodyPr wrap="square" rtlCol="0">
            <a:spAutoFit/>
          </a:bodyPr>
          <a:lstStyle/>
          <a:p>
            <a:r>
              <a:rPr lang="en-US" dirty="0">
                <a:solidFill>
                  <a:srgbClr val="204F91"/>
                </a:solidFill>
              </a:rPr>
              <a:t>20 bytes</a:t>
            </a:r>
          </a:p>
        </p:txBody>
      </p:sp>
      <p:sp>
        <p:nvSpPr>
          <p:cNvPr id="22" name="TextBox 21"/>
          <p:cNvSpPr txBox="1"/>
          <p:nvPr/>
        </p:nvSpPr>
        <p:spPr>
          <a:xfrm>
            <a:off x="3732662" y="3927449"/>
            <a:ext cx="989464" cy="369332"/>
          </a:xfrm>
          <a:prstGeom prst="rect">
            <a:avLst/>
          </a:prstGeom>
          <a:noFill/>
        </p:spPr>
        <p:txBody>
          <a:bodyPr wrap="square" rtlCol="0">
            <a:spAutoFit/>
          </a:bodyPr>
          <a:lstStyle/>
          <a:p>
            <a:r>
              <a:rPr lang="en-US" dirty="0">
                <a:solidFill>
                  <a:srgbClr val="204F91"/>
                </a:solidFill>
              </a:rPr>
              <a:t>8 bytes</a:t>
            </a:r>
          </a:p>
        </p:txBody>
      </p:sp>
      <p:sp>
        <p:nvSpPr>
          <p:cNvPr id="23" name="TextBox 22"/>
          <p:cNvSpPr txBox="1"/>
          <p:nvPr/>
        </p:nvSpPr>
        <p:spPr>
          <a:xfrm>
            <a:off x="4817660" y="3922479"/>
            <a:ext cx="1177115" cy="369332"/>
          </a:xfrm>
          <a:prstGeom prst="rect">
            <a:avLst/>
          </a:prstGeom>
          <a:noFill/>
        </p:spPr>
        <p:txBody>
          <a:bodyPr wrap="square" rtlCol="0">
            <a:spAutoFit/>
          </a:bodyPr>
          <a:lstStyle/>
          <a:p>
            <a:r>
              <a:rPr lang="en-US" dirty="0">
                <a:solidFill>
                  <a:srgbClr val="204F91"/>
                </a:solidFill>
              </a:rPr>
              <a:t>&gt;65,507</a:t>
            </a:r>
          </a:p>
        </p:txBody>
      </p:sp>
    </p:spTree>
    <p:extLst>
      <p:ext uri="{BB962C8B-B14F-4D97-AF65-F5344CB8AC3E}">
        <p14:creationId xmlns:p14="http://schemas.microsoft.com/office/powerpoint/2010/main" val="4288186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Ping Flood</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0557" y="3089693"/>
            <a:ext cx="1110183" cy="776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6" name="Picture 16"/>
          <p:cNvPicPr>
            <a:picLocks noChangeAspect="1" noChangeArrowheads="1"/>
          </p:cNvPicPr>
          <p:nvPr/>
        </p:nvPicPr>
        <p:blipFill>
          <a:blip r:embed="rId4" cstate="print"/>
          <a:srcRect/>
          <a:stretch>
            <a:fillRect/>
          </a:stretch>
        </p:blipFill>
        <p:spPr bwMode="auto">
          <a:xfrm>
            <a:off x="846478" y="2807859"/>
            <a:ext cx="1255295" cy="1092890"/>
          </a:xfrm>
          <a:prstGeom prst="rect">
            <a:avLst/>
          </a:prstGeom>
          <a:noFill/>
          <a:ln w="9525">
            <a:noFill/>
            <a:round/>
            <a:headEnd/>
            <a:tailEnd/>
          </a:ln>
        </p:spPr>
      </p:pic>
      <p:sp>
        <p:nvSpPr>
          <p:cNvPr id="7" name="TextBox 6"/>
          <p:cNvSpPr txBox="1"/>
          <p:nvPr/>
        </p:nvSpPr>
        <p:spPr>
          <a:xfrm>
            <a:off x="880962" y="4044956"/>
            <a:ext cx="1220811" cy="400110"/>
          </a:xfrm>
          <a:prstGeom prst="rect">
            <a:avLst/>
          </a:prstGeom>
          <a:noFill/>
        </p:spPr>
        <p:txBody>
          <a:bodyPr wrap="square" rtlCol="0">
            <a:spAutoFit/>
          </a:bodyPr>
          <a:lstStyle/>
          <a:p>
            <a:r>
              <a:rPr lang="en-US" sz="2000" dirty="0"/>
              <a:t>Attacker</a:t>
            </a:r>
          </a:p>
        </p:txBody>
      </p:sp>
      <p:pic>
        <p:nvPicPr>
          <p:cNvPr id="8" name="Picture 16"/>
          <p:cNvPicPr>
            <a:picLocks noChangeAspect="1" noChangeArrowheads="1"/>
          </p:cNvPicPr>
          <p:nvPr/>
        </p:nvPicPr>
        <p:blipFill>
          <a:blip r:embed="rId4" cstate="print"/>
          <a:srcRect/>
          <a:stretch>
            <a:fillRect/>
          </a:stretch>
        </p:blipFill>
        <p:spPr bwMode="auto">
          <a:xfrm>
            <a:off x="7258798" y="4386364"/>
            <a:ext cx="975260" cy="849085"/>
          </a:xfrm>
          <a:prstGeom prst="rect">
            <a:avLst/>
          </a:prstGeom>
          <a:noFill/>
          <a:ln w="9525">
            <a:noFill/>
            <a:round/>
            <a:headEnd/>
            <a:tailEnd/>
          </a:ln>
        </p:spPr>
      </p:pic>
      <p:pic>
        <p:nvPicPr>
          <p:cNvPr id="9" name="Picture 16"/>
          <p:cNvPicPr>
            <a:picLocks noChangeAspect="1" noChangeArrowheads="1"/>
          </p:cNvPicPr>
          <p:nvPr/>
        </p:nvPicPr>
        <p:blipFill>
          <a:blip r:embed="rId4" cstate="print"/>
          <a:srcRect/>
          <a:stretch>
            <a:fillRect/>
          </a:stretch>
        </p:blipFill>
        <p:spPr bwMode="auto">
          <a:xfrm>
            <a:off x="7146309" y="3100291"/>
            <a:ext cx="975260" cy="849085"/>
          </a:xfrm>
          <a:prstGeom prst="rect">
            <a:avLst/>
          </a:prstGeom>
          <a:noFill/>
          <a:ln w="9525">
            <a:noFill/>
            <a:round/>
            <a:headEnd/>
            <a:tailEnd/>
          </a:ln>
        </p:spPr>
      </p:pic>
      <p:pic>
        <p:nvPicPr>
          <p:cNvPr id="10" name="Picture 16"/>
          <p:cNvPicPr>
            <a:picLocks noChangeAspect="1" noChangeArrowheads="1"/>
          </p:cNvPicPr>
          <p:nvPr/>
        </p:nvPicPr>
        <p:blipFill>
          <a:blip r:embed="rId4" cstate="print"/>
          <a:srcRect/>
          <a:stretch>
            <a:fillRect/>
          </a:stretch>
        </p:blipFill>
        <p:spPr bwMode="auto">
          <a:xfrm>
            <a:off x="7146309" y="1904182"/>
            <a:ext cx="975260" cy="849085"/>
          </a:xfrm>
          <a:prstGeom prst="rect">
            <a:avLst/>
          </a:prstGeom>
          <a:noFill/>
          <a:ln w="9525">
            <a:noFill/>
            <a:round/>
            <a:headEnd/>
            <a:tailEnd/>
          </a:ln>
        </p:spPr>
      </p:pic>
      <p:cxnSp>
        <p:nvCxnSpPr>
          <p:cNvPr id="11" name="Straight Arrow Connector 10"/>
          <p:cNvCxnSpPr/>
          <p:nvPr/>
        </p:nvCxnSpPr>
        <p:spPr bwMode="auto">
          <a:xfrm>
            <a:off x="2132865" y="3432464"/>
            <a:ext cx="1674860" cy="0"/>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pic>
        <p:nvPicPr>
          <p:cNvPr id="14" name="Picture 16"/>
          <p:cNvPicPr>
            <a:picLocks noChangeAspect="1" noChangeArrowheads="1"/>
          </p:cNvPicPr>
          <p:nvPr/>
        </p:nvPicPr>
        <p:blipFill>
          <a:blip r:embed="rId4" cstate="print"/>
          <a:srcRect/>
          <a:stretch>
            <a:fillRect/>
          </a:stretch>
        </p:blipFill>
        <p:spPr bwMode="auto">
          <a:xfrm>
            <a:off x="5586717" y="4994712"/>
            <a:ext cx="975260" cy="849085"/>
          </a:xfrm>
          <a:prstGeom prst="rect">
            <a:avLst/>
          </a:prstGeom>
          <a:noFill/>
          <a:ln w="9525">
            <a:noFill/>
            <a:round/>
            <a:headEnd/>
            <a:tailEnd/>
          </a:ln>
        </p:spPr>
      </p:pic>
      <p:pic>
        <p:nvPicPr>
          <p:cNvPr id="15" name="Picture 16"/>
          <p:cNvPicPr>
            <a:picLocks noChangeAspect="1" noChangeArrowheads="1"/>
          </p:cNvPicPr>
          <p:nvPr/>
        </p:nvPicPr>
        <p:blipFill>
          <a:blip r:embed="rId4" cstate="print"/>
          <a:srcRect/>
          <a:stretch>
            <a:fillRect/>
          </a:stretch>
        </p:blipFill>
        <p:spPr bwMode="auto">
          <a:xfrm>
            <a:off x="5669773" y="1239571"/>
            <a:ext cx="975260" cy="849085"/>
          </a:xfrm>
          <a:prstGeom prst="rect">
            <a:avLst/>
          </a:prstGeom>
          <a:noFill/>
          <a:ln w="9525">
            <a:noFill/>
            <a:round/>
            <a:headEnd/>
            <a:tailEnd/>
          </a:ln>
        </p:spPr>
      </p:pic>
      <p:cxnSp>
        <p:nvCxnSpPr>
          <p:cNvPr id="16" name="Straight Arrow Connector 15"/>
          <p:cNvCxnSpPr/>
          <p:nvPr/>
        </p:nvCxnSpPr>
        <p:spPr bwMode="auto">
          <a:xfrm flipV="1">
            <a:off x="4970173" y="2210937"/>
            <a:ext cx="699600" cy="705186"/>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18" name="Straight Arrow Connector 17"/>
          <p:cNvCxnSpPr/>
          <p:nvPr/>
        </p:nvCxnSpPr>
        <p:spPr bwMode="auto">
          <a:xfrm flipV="1">
            <a:off x="5411817" y="2563530"/>
            <a:ext cx="1507598" cy="598278"/>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20" name="Straight Arrow Connector 19"/>
          <p:cNvCxnSpPr/>
          <p:nvPr/>
        </p:nvCxnSpPr>
        <p:spPr bwMode="auto">
          <a:xfrm>
            <a:off x="5229279" y="3760086"/>
            <a:ext cx="1690136" cy="770971"/>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22" name="Straight Arrow Connector 21"/>
          <p:cNvCxnSpPr/>
          <p:nvPr/>
        </p:nvCxnSpPr>
        <p:spPr bwMode="auto">
          <a:xfrm>
            <a:off x="5411817" y="3514401"/>
            <a:ext cx="1507598" cy="10432"/>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24" name="Straight Arrow Connector 23"/>
          <p:cNvCxnSpPr/>
          <p:nvPr/>
        </p:nvCxnSpPr>
        <p:spPr bwMode="auto">
          <a:xfrm>
            <a:off x="4970173" y="4004898"/>
            <a:ext cx="699600" cy="703580"/>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sp>
        <p:nvSpPr>
          <p:cNvPr id="25" name="TextBox 24"/>
          <p:cNvSpPr txBox="1"/>
          <p:nvPr/>
        </p:nvSpPr>
        <p:spPr>
          <a:xfrm>
            <a:off x="2101773" y="2508938"/>
            <a:ext cx="1705952" cy="923330"/>
          </a:xfrm>
          <a:prstGeom prst="rect">
            <a:avLst/>
          </a:prstGeom>
          <a:noFill/>
        </p:spPr>
        <p:txBody>
          <a:bodyPr wrap="square" rtlCol="0">
            <a:spAutoFit/>
          </a:bodyPr>
          <a:lstStyle/>
          <a:p>
            <a:pPr algn="ctr"/>
            <a:r>
              <a:rPr lang="en-US" dirty="0"/>
              <a:t>ICMP packets to broadcast address</a:t>
            </a:r>
          </a:p>
        </p:txBody>
      </p:sp>
    </p:spTree>
    <p:extLst>
      <p:ext uri="{BB962C8B-B14F-4D97-AF65-F5344CB8AC3E}">
        <p14:creationId xmlns:p14="http://schemas.microsoft.com/office/powerpoint/2010/main" val="1670456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Teardrop Attack</a:t>
            </a:r>
          </a:p>
        </p:txBody>
      </p:sp>
      <p:sp>
        <p:nvSpPr>
          <p:cNvPr id="5" name="Content Placeholder 2"/>
          <p:cNvSpPr>
            <a:spLocks noGrp="1"/>
          </p:cNvSpPr>
          <p:nvPr>
            <p:ph idx="1"/>
          </p:nvPr>
        </p:nvSpPr>
        <p:spPr>
          <a:xfrm>
            <a:off x="539750" y="1255594"/>
            <a:ext cx="8299450" cy="4465756"/>
          </a:xfrm>
        </p:spPr>
        <p:txBody>
          <a:bodyPr/>
          <a:lstStyle/>
          <a:p>
            <a:r>
              <a:rPr lang="en-US" sz="3200" dirty="0"/>
              <a:t>Attacker sends fragments of packets with bad values in them</a:t>
            </a:r>
          </a:p>
          <a:p>
            <a:r>
              <a:rPr lang="en-US" sz="3200" dirty="0"/>
              <a:t>Causes the target system to crash when it tries to reassemble fragments</a:t>
            </a:r>
          </a:p>
        </p:txBody>
      </p:sp>
    </p:spTree>
    <p:extLst>
      <p:ext uri="{BB962C8B-B14F-4D97-AF65-F5344CB8AC3E}">
        <p14:creationId xmlns:p14="http://schemas.microsoft.com/office/powerpoint/2010/main" val="1652744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SYN Flood Attack</a:t>
            </a:r>
          </a:p>
        </p:txBody>
      </p:sp>
      <p:pic>
        <p:nvPicPr>
          <p:cNvPr id="5" name="Picture 32"/>
          <p:cNvPicPr>
            <a:picLocks noChangeAspect="1" noChangeArrowheads="1"/>
          </p:cNvPicPr>
          <p:nvPr/>
        </p:nvPicPr>
        <p:blipFill>
          <a:blip r:embed="rId3" cstate="print"/>
          <a:srcRect/>
          <a:stretch>
            <a:fillRect/>
          </a:stretch>
        </p:blipFill>
        <p:spPr bwMode="auto">
          <a:xfrm>
            <a:off x="6872462" y="2603606"/>
            <a:ext cx="1483154" cy="1238032"/>
          </a:xfrm>
          <a:prstGeom prst="rect">
            <a:avLst/>
          </a:prstGeom>
          <a:noFill/>
          <a:ln w="9525">
            <a:noFill/>
            <a:miter lim="800000"/>
            <a:headEnd/>
            <a:tailEnd/>
          </a:ln>
        </p:spPr>
      </p:pic>
      <p:cxnSp>
        <p:nvCxnSpPr>
          <p:cNvPr id="9" name="Straight Arrow Connector 8"/>
          <p:cNvCxnSpPr/>
          <p:nvPr/>
        </p:nvCxnSpPr>
        <p:spPr bwMode="auto">
          <a:xfrm>
            <a:off x="3505200" y="2378075"/>
            <a:ext cx="2255838"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bwMode="auto">
          <a:xfrm>
            <a:off x="3521075" y="2946400"/>
            <a:ext cx="2255838" cy="1588"/>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bwMode="auto">
          <a:xfrm>
            <a:off x="3521075" y="3536950"/>
            <a:ext cx="2255838"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Text Box 16"/>
          <p:cNvSpPr txBox="1">
            <a:spLocks noChangeArrowheads="1"/>
          </p:cNvSpPr>
          <p:nvPr/>
        </p:nvSpPr>
        <p:spPr bwMode="auto">
          <a:xfrm>
            <a:off x="3189265" y="1962150"/>
            <a:ext cx="1773238" cy="346075"/>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1 – SYN</a:t>
            </a:r>
          </a:p>
        </p:txBody>
      </p:sp>
      <p:sp>
        <p:nvSpPr>
          <p:cNvPr id="13" name="Text Box 16"/>
          <p:cNvSpPr txBox="1">
            <a:spLocks noChangeArrowheads="1"/>
          </p:cNvSpPr>
          <p:nvPr/>
        </p:nvSpPr>
        <p:spPr bwMode="auto">
          <a:xfrm>
            <a:off x="3663950" y="2538413"/>
            <a:ext cx="2263091" cy="346075"/>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2 – SYN/ACK</a:t>
            </a:r>
          </a:p>
        </p:txBody>
      </p:sp>
      <p:sp>
        <p:nvSpPr>
          <p:cNvPr id="14" name="Text Box 16"/>
          <p:cNvSpPr txBox="1">
            <a:spLocks noChangeArrowheads="1"/>
          </p:cNvSpPr>
          <p:nvPr/>
        </p:nvSpPr>
        <p:spPr bwMode="auto">
          <a:xfrm>
            <a:off x="3230209" y="3130550"/>
            <a:ext cx="1773238" cy="346075"/>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3 – SYN</a:t>
            </a:r>
          </a:p>
        </p:txBody>
      </p:sp>
      <p:pic>
        <p:nvPicPr>
          <p:cNvPr id="15" name="Picture 16"/>
          <p:cNvPicPr>
            <a:picLocks noChangeAspect="1" noChangeArrowheads="1"/>
          </p:cNvPicPr>
          <p:nvPr/>
        </p:nvPicPr>
        <p:blipFill>
          <a:blip r:embed="rId4" cstate="print"/>
          <a:srcRect/>
          <a:stretch>
            <a:fillRect/>
          </a:stretch>
        </p:blipFill>
        <p:spPr bwMode="auto">
          <a:xfrm>
            <a:off x="802836" y="2646957"/>
            <a:ext cx="1255295" cy="1092890"/>
          </a:xfrm>
          <a:prstGeom prst="rect">
            <a:avLst/>
          </a:prstGeom>
          <a:noFill/>
          <a:ln w="9525">
            <a:noFill/>
            <a:round/>
            <a:headEnd/>
            <a:tailEnd/>
          </a:ln>
        </p:spPr>
      </p:pic>
      <p:sp>
        <p:nvSpPr>
          <p:cNvPr id="16" name="TextBox 15"/>
          <p:cNvSpPr txBox="1"/>
          <p:nvPr/>
        </p:nvSpPr>
        <p:spPr>
          <a:xfrm>
            <a:off x="837320" y="3884054"/>
            <a:ext cx="1220811" cy="400110"/>
          </a:xfrm>
          <a:prstGeom prst="rect">
            <a:avLst/>
          </a:prstGeom>
          <a:noFill/>
        </p:spPr>
        <p:txBody>
          <a:bodyPr wrap="square" rtlCol="0">
            <a:spAutoFit/>
          </a:bodyPr>
          <a:lstStyle/>
          <a:p>
            <a:r>
              <a:rPr lang="en-US" sz="2000" dirty="0"/>
              <a:t>Attacker</a:t>
            </a:r>
          </a:p>
        </p:txBody>
      </p:sp>
      <p:sp>
        <p:nvSpPr>
          <p:cNvPr id="17" name="TextBox 16"/>
          <p:cNvSpPr txBox="1"/>
          <p:nvPr/>
        </p:nvSpPr>
        <p:spPr>
          <a:xfrm>
            <a:off x="6872462" y="3979939"/>
            <a:ext cx="1220811" cy="400110"/>
          </a:xfrm>
          <a:prstGeom prst="rect">
            <a:avLst/>
          </a:prstGeom>
          <a:noFill/>
        </p:spPr>
        <p:txBody>
          <a:bodyPr wrap="square" rtlCol="0">
            <a:spAutoFit/>
          </a:bodyPr>
          <a:lstStyle/>
          <a:p>
            <a:r>
              <a:rPr lang="en-US" sz="2000" dirty="0"/>
              <a:t>Server</a:t>
            </a:r>
          </a:p>
        </p:txBody>
      </p:sp>
      <p:cxnSp>
        <p:nvCxnSpPr>
          <p:cNvPr id="18" name="Straight Arrow Connector 17"/>
          <p:cNvCxnSpPr/>
          <p:nvPr/>
        </p:nvCxnSpPr>
        <p:spPr bwMode="auto">
          <a:xfrm>
            <a:off x="3530600" y="4055430"/>
            <a:ext cx="2255838" cy="1588"/>
          </a:xfrm>
          <a:prstGeom prst="straightConnector1">
            <a:avLst/>
          </a:prstGeom>
          <a:ln w="28575">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Text Box 16"/>
          <p:cNvSpPr txBox="1">
            <a:spLocks noChangeArrowheads="1"/>
          </p:cNvSpPr>
          <p:nvPr/>
        </p:nvSpPr>
        <p:spPr bwMode="auto">
          <a:xfrm>
            <a:off x="3673475" y="3647443"/>
            <a:ext cx="2263091" cy="346075"/>
          </a:xfrm>
          <a:prstGeom prst="rect">
            <a:avLst/>
          </a:prstGeom>
          <a:noFill/>
          <a:ln>
            <a:noFill/>
          </a:ln>
          <a:extLst/>
        </p:spPr>
        <p:txBody>
          <a:bodyPr lIns="90000" tIns="60840" rIns="90000" bIns="45000"/>
          <a:lstStyle>
            <a:lvl1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1pPr>
            <a:lvl2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2pPr>
            <a:lvl3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3pPr>
            <a:lvl4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4pPr>
            <a:lvl5pPr eaLnBrk="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5pPr>
            <a:lvl6pPr marL="25146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6pPr>
            <a:lvl7pPr marL="29718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7pPr>
            <a:lvl8pPr marL="34290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8pPr>
            <a:lvl9pPr marL="3886200" indent="-228600" defTabSz="457200" eaLnBrk="0" fontAlgn="base" hangingPunct="0">
              <a:lnSpc>
                <a:spcPct val="93000"/>
              </a:lnSpc>
              <a:spcBef>
                <a:spcPct val="0"/>
              </a:spcBef>
              <a:spcAft>
                <a:spcPct val="0"/>
              </a:spcAft>
              <a:buClr>
                <a:srgbClr val="000000"/>
              </a:buClr>
              <a:buSzPct val="100000"/>
              <a:buFont typeface="Times New Roman"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bg1"/>
                </a:solidFill>
                <a:latin typeface="Arial" charset="0"/>
                <a:ea typeface="Lucida Sans Unicode" pitchFamily="34" charset="0"/>
                <a:cs typeface="Lucida Sans Unicode" pitchFamily="34" charset="0"/>
              </a:defRPr>
            </a:lvl9pPr>
          </a:lstStyle>
          <a:p>
            <a:pPr algn="ctr" eaLnBrk="1" fontAlgn="auto">
              <a:spcBef>
                <a:spcPts val="0"/>
              </a:spcBef>
              <a:spcAft>
                <a:spcPts val="0"/>
              </a:spcAft>
              <a:defRPr/>
            </a:pPr>
            <a:r>
              <a:rPr lang="en-US" sz="2400" kern="0" dirty="0">
                <a:solidFill>
                  <a:srgbClr val="000000"/>
                </a:solidFill>
              </a:rPr>
              <a:t>4 – SYN/ACK</a:t>
            </a:r>
          </a:p>
        </p:txBody>
      </p:sp>
      <p:cxnSp>
        <p:nvCxnSpPr>
          <p:cNvPr id="20" name="Straight Arrow Connector 19"/>
          <p:cNvCxnSpPr/>
          <p:nvPr/>
        </p:nvCxnSpPr>
        <p:spPr bwMode="auto">
          <a:xfrm>
            <a:off x="3530600" y="4454809"/>
            <a:ext cx="2255838"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bwMode="auto">
          <a:xfrm>
            <a:off x="3530600" y="4730038"/>
            <a:ext cx="2255838"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bwMode="auto">
          <a:xfrm>
            <a:off x="3530600" y="4991618"/>
            <a:ext cx="2255838" cy="15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185068" y="4876627"/>
            <a:ext cx="1849746" cy="646331"/>
          </a:xfrm>
          <a:prstGeom prst="rect">
            <a:avLst/>
          </a:prstGeom>
          <a:noFill/>
        </p:spPr>
        <p:txBody>
          <a:bodyPr wrap="square" rtlCol="0">
            <a:spAutoFit/>
          </a:bodyPr>
          <a:lstStyle/>
          <a:p>
            <a:r>
              <a:rPr lang="en-US" sz="3600" dirty="0">
                <a:solidFill>
                  <a:srgbClr val="FF0000"/>
                </a:solidFill>
              </a:rPr>
              <a:t>. . .</a:t>
            </a:r>
          </a:p>
        </p:txBody>
      </p:sp>
    </p:spTree>
    <p:extLst>
      <p:ext uri="{BB962C8B-B14F-4D97-AF65-F5344CB8AC3E}">
        <p14:creationId xmlns:p14="http://schemas.microsoft.com/office/powerpoint/2010/main" val="3731667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Land Attack</a:t>
            </a:r>
          </a:p>
        </p:txBody>
      </p:sp>
      <p:sp>
        <p:nvSpPr>
          <p:cNvPr id="5" name="Content Placeholder 2"/>
          <p:cNvSpPr>
            <a:spLocks noGrp="1"/>
          </p:cNvSpPr>
          <p:nvPr>
            <p:ph idx="1"/>
          </p:nvPr>
        </p:nvSpPr>
        <p:spPr>
          <a:xfrm>
            <a:off x="539750" y="1255594"/>
            <a:ext cx="8299450" cy="4465756"/>
          </a:xfrm>
        </p:spPr>
        <p:txBody>
          <a:bodyPr/>
          <a:lstStyle/>
          <a:p>
            <a:r>
              <a:rPr lang="en-US" sz="3200" dirty="0"/>
              <a:t>Attacker sends a fake TCP SYN packet with the same source and destination </a:t>
            </a:r>
            <a:r>
              <a:rPr lang="en-US" sz="3200"/>
              <a:t>IP</a:t>
            </a:r>
            <a:r>
              <a:rPr lang="en-US" sz="3200" dirty="0"/>
              <a:t> addresses and ports as the target computer</a:t>
            </a:r>
          </a:p>
          <a:p>
            <a:r>
              <a:rPr lang="en-US" sz="3200" dirty="0"/>
              <a:t>Victim computer is tricked into thinking it is sending messages to itself because the packets coming from the outside use the computer’s own </a:t>
            </a:r>
            <a:r>
              <a:rPr lang="en-US" sz="3200"/>
              <a:t>IP</a:t>
            </a:r>
            <a:r>
              <a:rPr lang="en-US" sz="3200" dirty="0"/>
              <a:t> address</a:t>
            </a:r>
          </a:p>
          <a:p>
            <a:endParaRPr lang="en-US" sz="3200" dirty="0"/>
          </a:p>
        </p:txBody>
      </p:sp>
    </p:spTree>
    <p:extLst>
      <p:ext uri="{BB962C8B-B14F-4D97-AF65-F5344CB8AC3E}">
        <p14:creationId xmlns:p14="http://schemas.microsoft.com/office/powerpoint/2010/main" val="448224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Smurf Attack</a:t>
            </a:r>
          </a:p>
        </p:txBody>
      </p:sp>
      <p:pic>
        <p:nvPicPr>
          <p:cNvPr id="6" name="Picture 16"/>
          <p:cNvPicPr>
            <a:picLocks noChangeAspect="1" noChangeArrowheads="1"/>
          </p:cNvPicPr>
          <p:nvPr/>
        </p:nvPicPr>
        <p:blipFill>
          <a:blip r:embed="rId3" cstate="print"/>
          <a:srcRect/>
          <a:stretch>
            <a:fillRect/>
          </a:stretch>
        </p:blipFill>
        <p:spPr bwMode="auto">
          <a:xfrm>
            <a:off x="846479" y="1424209"/>
            <a:ext cx="1255295" cy="1092890"/>
          </a:xfrm>
          <a:prstGeom prst="rect">
            <a:avLst/>
          </a:prstGeom>
          <a:noFill/>
          <a:ln w="9525">
            <a:noFill/>
            <a:round/>
            <a:headEnd/>
            <a:tailEnd/>
          </a:ln>
        </p:spPr>
      </p:pic>
      <p:pic>
        <p:nvPicPr>
          <p:cNvPr id="7" name="Picture 16"/>
          <p:cNvPicPr>
            <a:picLocks noChangeAspect="1" noChangeArrowheads="1"/>
          </p:cNvPicPr>
          <p:nvPr/>
        </p:nvPicPr>
        <p:blipFill>
          <a:blip r:embed="rId3" cstate="print"/>
          <a:srcRect/>
          <a:stretch>
            <a:fillRect/>
          </a:stretch>
        </p:blipFill>
        <p:spPr bwMode="auto">
          <a:xfrm>
            <a:off x="7088569" y="3825423"/>
            <a:ext cx="1864359" cy="1623156"/>
          </a:xfrm>
          <a:prstGeom prst="rect">
            <a:avLst/>
          </a:prstGeom>
          <a:noFill/>
          <a:ln w="9525">
            <a:noFill/>
            <a:round/>
            <a:headEnd/>
            <a:tailEnd/>
          </a:ln>
        </p:spPr>
      </p:pic>
      <p:sp>
        <p:nvSpPr>
          <p:cNvPr id="3" name="TextBox 2"/>
          <p:cNvSpPr txBox="1"/>
          <p:nvPr/>
        </p:nvSpPr>
        <p:spPr>
          <a:xfrm>
            <a:off x="880963" y="2674954"/>
            <a:ext cx="1220811" cy="400110"/>
          </a:xfrm>
          <a:prstGeom prst="rect">
            <a:avLst/>
          </a:prstGeom>
          <a:noFill/>
        </p:spPr>
        <p:txBody>
          <a:bodyPr wrap="square" rtlCol="0">
            <a:spAutoFit/>
          </a:bodyPr>
          <a:lstStyle/>
          <a:p>
            <a:r>
              <a:rPr lang="en-US" sz="2000" dirty="0"/>
              <a:t>Attacker</a:t>
            </a:r>
          </a:p>
        </p:txBody>
      </p:sp>
      <p:sp>
        <p:nvSpPr>
          <p:cNvPr id="9" name="TextBox 8"/>
          <p:cNvSpPr txBox="1"/>
          <p:nvPr/>
        </p:nvSpPr>
        <p:spPr>
          <a:xfrm>
            <a:off x="7628710" y="5491428"/>
            <a:ext cx="1220811" cy="400110"/>
          </a:xfrm>
          <a:prstGeom prst="rect">
            <a:avLst/>
          </a:prstGeom>
          <a:noFill/>
        </p:spPr>
        <p:txBody>
          <a:bodyPr wrap="square" rtlCol="0">
            <a:spAutoFit/>
          </a:bodyPr>
          <a:lstStyle/>
          <a:p>
            <a:r>
              <a:rPr lang="en-US" sz="2000" dirty="0"/>
              <a:t>Victim</a:t>
            </a:r>
          </a:p>
        </p:txBody>
      </p:sp>
      <p:pic>
        <p:nvPicPr>
          <p:cNvPr id="11" name="Picture 16"/>
          <p:cNvPicPr>
            <a:picLocks noChangeAspect="1" noChangeArrowheads="1"/>
          </p:cNvPicPr>
          <p:nvPr/>
        </p:nvPicPr>
        <p:blipFill>
          <a:blip r:embed="rId3" cstate="print"/>
          <a:srcRect/>
          <a:stretch>
            <a:fillRect/>
          </a:stretch>
        </p:blipFill>
        <p:spPr bwMode="auto">
          <a:xfrm>
            <a:off x="1283828" y="4446242"/>
            <a:ext cx="975260" cy="849085"/>
          </a:xfrm>
          <a:prstGeom prst="rect">
            <a:avLst/>
          </a:prstGeom>
          <a:noFill/>
          <a:ln w="9525">
            <a:noFill/>
            <a:round/>
            <a:headEnd/>
            <a:tailEnd/>
          </a:ln>
        </p:spPr>
      </p:pic>
      <p:pic>
        <p:nvPicPr>
          <p:cNvPr id="14" name="Picture 16"/>
          <p:cNvPicPr>
            <a:picLocks noChangeAspect="1" noChangeArrowheads="1"/>
          </p:cNvPicPr>
          <p:nvPr/>
        </p:nvPicPr>
        <p:blipFill>
          <a:blip r:embed="rId3" cstate="print"/>
          <a:srcRect/>
          <a:stretch>
            <a:fillRect/>
          </a:stretch>
        </p:blipFill>
        <p:spPr bwMode="auto">
          <a:xfrm>
            <a:off x="2424183" y="4870784"/>
            <a:ext cx="975260" cy="849085"/>
          </a:xfrm>
          <a:prstGeom prst="rect">
            <a:avLst/>
          </a:prstGeom>
          <a:noFill/>
          <a:ln w="9525">
            <a:noFill/>
            <a:round/>
            <a:headEnd/>
            <a:tailEnd/>
          </a:ln>
        </p:spPr>
      </p:pic>
      <p:pic>
        <p:nvPicPr>
          <p:cNvPr id="15" name="Picture 16"/>
          <p:cNvPicPr>
            <a:picLocks noChangeAspect="1" noChangeArrowheads="1"/>
          </p:cNvPicPr>
          <p:nvPr/>
        </p:nvPicPr>
        <p:blipFill>
          <a:blip r:embed="rId3" cstate="print"/>
          <a:srcRect/>
          <a:stretch>
            <a:fillRect/>
          </a:stretch>
        </p:blipFill>
        <p:spPr bwMode="auto">
          <a:xfrm>
            <a:off x="2310008" y="3594203"/>
            <a:ext cx="975260" cy="849085"/>
          </a:xfrm>
          <a:prstGeom prst="rect">
            <a:avLst/>
          </a:prstGeom>
          <a:noFill/>
          <a:ln w="9525">
            <a:noFill/>
            <a:round/>
            <a:headEnd/>
            <a:tailEnd/>
          </a:ln>
        </p:spPr>
      </p:pic>
      <p:pic>
        <p:nvPicPr>
          <p:cNvPr id="17" name="Picture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4177" y="1827970"/>
            <a:ext cx="2297941" cy="1358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p:cNvSpPr txBox="1"/>
          <p:nvPr/>
        </p:nvSpPr>
        <p:spPr>
          <a:xfrm>
            <a:off x="5132405" y="2330692"/>
            <a:ext cx="1220811" cy="400110"/>
          </a:xfrm>
          <a:prstGeom prst="rect">
            <a:avLst/>
          </a:prstGeom>
          <a:noFill/>
        </p:spPr>
        <p:txBody>
          <a:bodyPr wrap="square" rtlCol="0">
            <a:spAutoFit/>
          </a:bodyPr>
          <a:lstStyle/>
          <a:p>
            <a:pPr algn="ctr"/>
            <a:r>
              <a:rPr lang="en-US" sz="2000" dirty="0"/>
              <a:t>Network</a:t>
            </a:r>
          </a:p>
        </p:txBody>
      </p:sp>
      <p:cxnSp>
        <p:nvCxnSpPr>
          <p:cNvPr id="16" name="Straight Arrow Connector 15"/>
          <p:cNvCxnSpPr/>
          <p:nvPr/>
        </p:nvCxnSpPr>
        <p:spPr bwMode="auto">
          <a:xfrm>
            <a:off x="2424183" y="2134410"/>
            <a:ext cx="1997692" cy="311380"/>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21" name="Straight Arrow Connector 20"/>
          <p:cNvCxnSpPr/>
          <p:nvPr/>
        </p:nvCxnSpPr>
        <p:spPr bwMode="auto">
          <a:xfrm flipH="1">
            <a:off x="3244326" y="2996028"/>
            <a:ext cx="1409560" cy="683496"/>
          </a:xfrm>
          <a:prstGeom prst="straightConnector1">
            <a:avLst/>
          </a:prstGeom>
          <a:solidFill>
            <a:schemeClr val="accent1"/>
          </a:solidFill>
          <a:ln w="38100" cap="flat" cmpd="sng" algn="ctr">
            <a:solidFill>
              <a:schemeClr val="bg1">
                <a:lumMod val="50000"/>
              </a:schemeClr>
            </a:solidFill>
            <a:prstDash val="solid"/>
            <a:round/>
            <a:headEnd type="none" w="med" len="med"/>
            <a:tailEnd type="arrow"/>
          </a:ln>
          <a:effectLst/>
        </p:spPr>
      </p:cxnSp>
      <p:cxnSp>
        <p:nvCxnSpPr>
          <p:cNvPr id="23" name="Straight Arrow Connector 22"/>
          <p:cNvCxnSpPr/>
          <p:nvPr/>
        </p:nvCxnSpPr>
        <p:spPr bwMode="auto">
          <a:xfrm>
            <a:off x="3357958" y="3970403"/>
            <a:ext cx="3356741" cy="48342"/>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25" name="Straight Arrow Connector 24"/>
          <p:cNvCxnSpPr/>
          <p:nvPr/>
        </p:nvCxnSpPr>
        <p:spPr bwMode="auto">
          <a:xfrm>
            <a:off x="3399443" y="5246984"/>
            <a:ext cx="3356741" cy="48342"/>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26" name="Straight Arrow Connector 25"/>
          <p:cNvCxnSpPr/>
          <p:nvPr/>
        </p:nvCxnSpPr>
        <p:spPr bwMode="auto">
          <a:xfrm>
            <a:off x="2424183" y="4655066"/>
            <a:ext cx="4290516" cy="0"/>
          </a:xfrm>
          <a:prstGeom prst="straightConnector1">
            <a:avLst/>
          </a:prstGeom>
          <a:solidFill>
            <a:schemeClr val="accent1"/>
          </a:solidFill>
          <a:ln w="38100" cap="flat" cmpd="sng" algn="ctr">
            <a:solidFill>
              <a:schemeClr val="tx1"/>
            </a:solidFill>
            <a:prstDash val="solid"/>
            <a:round/>
            <a:headEnd type="none" w="med" len="med"/>
            <a:tailEnd type="arrow"/>
          </a:ln>
          <a:effectLst/>
        </p:spPr>
      </p:cxnSp>
      <p:cxnSp>
        <p:nvCxnSpPr>
          <p:cNvPr id="30" name="Straight Arrow Connector 29"/>
          <p:cNvCxnSpPr/>
          <p:nvPr/>
        </p:nvCxnSpPr>
        <p:spPr bwMode="auto">
          <a:xfrm flipH="1">
            <a:off x="2259088" y="3198755"/>
            <a:ext cx="2791485" cy="1564309"/>
          </a:xfrm>
          <a:prstGeom prst="straightConnector1">
            <a:avLst/>
          </a:prstGeom>
          <a:solidFill>
            <a:schemeClr val="accent1"/>
          </a:solidFill>
          <a:ln w="38100" cap="flat" cmpd="sng" algn="ctr">
            <a:solidFill>
              <a:schemeClr val="bg1">
                <a:lumMod val="50000"/>
              </a:schemeClr>
            </a:solidFill>
            <a:prstDash val="solid"/>
            <a:round/>
            <a:headEnd type="none" w="med" len="med"/>
            <a:tailEnd type="arrow"/>
          </a:ln>
          <a:effectLst/>
        </p:spPr>
      </p:cxnSp>
      <p:cxnSp>
        <p:nvCxnSpPr>
          <p:cNvPr id="33" name="Straight Arrow Connector 32"/>
          <p:cNvCxnSpPr/>
          <p:nvPr/>
        </p:nvCxnSpPr>
        <p:spPr bwMode="auto">
          <a:xfrm flipH="1">
            <a:off x="3026132" y="3243083"/>
            <a:ext cx="2791485" cy="1564309"/>
          </a:xfrm>
          <a:prstGeom prst="straightConnector1">
            <a:avLst/>
          </a:prstGeom>
          <a:solidFill>
            <a:schemeClr val="accent1"/>
          </a:solidFill>
          <a:ln w="38100" cap="flat" cmpd="sng" algn="ctr">
            <a:solidFill>
              <a:schemeClr val="bg1">
                <a:lumMod val="50000"/>
              </a:schemeClr>
            </a:solidFill>
            <a:prstDash val="solid"/>
            <a:round/>
            <a:headEnd type="none" w="med" len="med"/>
            <a:tailEnd type="arrow"/>
          </a:ln>
          <a:effectLst/>
        </p:spPr>
      </p:cxnSp>
      <p:sp>
        <p:nvSpPr>
          <p:cNvPr id="7169" name="TextBox 7168"/>
          <p:cNvSpPr txBox="1"/>
          <p:nvPr/>
        </p:nvSpPr>
        <p:spPr>
          <a:xfrm>
            <a:off x="2265548" y="5760813"/>
            <a:ext cx="2047164" cy="430887"/>
          </a:xfrm>
          <a:prstGeom prst="rect">
            <a:avLst/>
          </a:prstGeom>
          <a:noFill/>
        </p:spPr>
        <p:txBody>
          <a:bodyPr wrap="square" rtlCol="0">
            <a:spAutoFit/>
          </a:bodyPr>
          <a:lstStyle/>
          <a:p>
            <a:r>
              <a:rPr lang="en-US" sz="2200" dirty="0"/>
              <a:t>Amplification</a:t>
            </a:r>
          </a:p>
        </p:txBody>
      </p:sp>
    </p:spTree>
    <p:extLst>
      <p:ext uri="{BB962C8B-B14F-4D97-AF65-F5344CB8AC3E}">
        <p14:creationId xmlns:p14="http://schemas.microsoft.com/office/powerpoint/2010/main" val="1068903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Fraggle Attack</a:t>
            </a:r>
          </a:p>
        </p:txBody>
      </p:sp>
      <p:sp>
        <p:nvSpPr>
          <p:cNvPr id="5" name="Content Placeholder 2"/>
          <p:cNvSpPr>
            <a:spLocks noGrp="1"/>
          </p:cNvSpPr>
          <p:nvPr>
            <p:ph idx="1"/>
          </p:nvPr>
        </p:nvSpPr>
        <p:spPr>
          <a:xfrm>
            <a:off x="539750" y="1255594"/>
            <a:ext cx="8299450" cy="4465756"/>
          </a:xfrm>
        </p:spPr>
        <p:txBody>
          <a:bodyPr/>
          <a:lstStyle/>
          <a:p>
            <a:r>
              <a:rPr lang="en-US" sz="3200" dirty="0"/>
              <a:t>Similar to a smurf attack</a:t>
            </a:r>
          </a:p>
          <a:p>
            <a:r>
              <a:rPr lang="en-US" sz="3200" dirty="0"/>
              <a:t>Fraggle uses spoofed User Datagram Protocol (UDP) packets instead of Internet Control Message Protocol (ICMP) echo replies</a:t>
            </a:r>
          </a:p>
          <a:p>
            <a:r>
              <a:rPr lang="en-US" sz="3200" dirty="0"/>
              <a:t>Can often bypass a firewall</a:t>
            </a:r>
          </a:p>
        </p:txBody>
      </p:sp>
    </p:spTree>
    <p:extLst>
      <p:ext uri="{BB962C8B-B14F-4D97-AF65-F5344CB8AC3E}">
        <p14:creationId xmlns:p14="http://schemas.microsoft.com/office/powerpoint/2010/main" val="3729182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Packet Mistreating</a:t>
            </a:r>
          </a:p>
        </p:txBody>
      </p:sp>
      <p:sp>
        <p:nvSpPr>
          <p:cNvPr id="7171" name="Content Placeholder 2"/>
          <p:cNvSpPr>
            <a:spLocks noGrp="1"/>
          </p:cNvSpPr>
          <p:nvPr>
            <p:ph idx="1"/>
          </p:nvPr>
        </p:nvSpPr>
        <p:spPr>
          <a:xfrm>
            <a:off x="539750" y="1310185"/>
            <a:ext cx="8299450" cy="4793753"/>
          </a:xfrm>
        </p:spPr>
        <p:txBody>
          <a:bodyPr/>
          <a:lstStyle/>
          <a:p>
            <a:pPr marL="339725" indent="-339725">
              <a:defRPr/>
            </a:pPr>
            <a:r>
              <a:rPr lang="en-US" sz="3200" dirty="0">
                <a:ea typeface="ＭＳ Ｐゴシック" pitchFamily="34" charset="-128"/>
              </a:rPr>
              <a:t>Occurs when a compromised router mishandles packets</a:t>
            </a:r>
          </a:p>
          <a:p>
            <a:pPr marL="339725" indent="-339725">
              <a:defRPr/>
            </a:pPr>
            <a:r>
              <a:rPr lang="en-US" sz="3200" dirty="0">
                <a:ea typeface="ＭＳ Ｐゴシック" pitchFamily="34" charset="-128"/>
              </a:rPr>
              <a:t>Results in congestion in a part of the network</a:t>
            </a:r>
          </a:p>
        </p:txBody>
      </p:sp>
    </p:spTree>
    <p:extLst>
      <p:ext uri="{BB962C8B-B14F-4D97-AF65-F5344CB8AC3E}">
        <p14:creationId xmlns:p14="http://schemas.microsoft.com/office/powerpoint/2010/main" val="3317518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539750" y="304800"/>
            <a:ext cx="8299450" cy="476250"/>
          </a:xfrm>
        </p:spPr>
        <p:txBody>
          <a:bodyPr/>
          <a:lstStyle/>
          <a:p>
            <a:r>
              <a:rPr lang="en-US" sz="4000" dirty="0"/>
              <a:t>Network Traffic Analysis Overview</a:t>
            </a:r>
          </a:p>
        </p:txBody>
      </p:sp>
      <p:graphicFrame>
        <p:nvGraphicFramePr>
          <p:cNvPr id="2" name="Diagram 1"/>
          <p:cNvGraphicFramePr/>
          <p:nvPr>
            <p:extLst>
              <p:ext uri="{D42A27DB-BD31-4B8C-83A1-F6EECF244321}">
                <p14:modId xmlns:p14="http://schemas.microsoft.com/office/powerpoint/2010/main" val="1057449075"/>
              </p:ext>
            </p:extLst>
          </p:nvPr>
        </p:nvGraphicFramePr>
        <p:xfrm>
          <a:off x="1009403" y="1792792"/>
          <a:ext cx="6800602" cy="43031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6260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1274763"/>
          </a:xfrm>
        </p:spPr>
        <p:txBody>
          <a:bodyPr/>
          <a:lstStyle/>
          <a:p>
            <a:r>
              <a:rPr lang="en-US" sz="4000" dirty="0"/>
              <a:t>What Is a Sniffer?</a:t>
            </a:r>
          </a:p>
        </p:txBody>
      </p:sp>
      <p:sp>
        <p:nvSpPr>
          <p:cNvPr id="5123" name="Content Placeholder 2"/>
          <p:cNvSpPr>
            <a:spLocks noGrp="1"/>
          </p:cNvSpPr>
          <p:nvPr>
            <p:ph idx="1"/>
          </p:nvPr>
        </p:nvSpPr>
        <p:spPr>
          <a:xfrm>
            <a:off x="539750" y="1527175"/>
            <a:ext cx="8299450" cy="4648200"/>
          </a:xfrm>
        </p:spPr>
        <p:txBody>
          <a:bodyPr/>
          <a:lstStyle/>
          <a:p>
            <a:pPr>
              <a:spcAft>
                <a:spcPts val="1000"/>
              </a:spcAft>
              <a:defRPr/>
            </a:pPr>
            <a:r>
              <a:rPr lang="en-US" sz="3200" dirty="0"/>
              <a:t>Software or hardware that can intercept and log traffic passing over a digital network</a:t>
            </a:r>
          </a:p>
          <a:p>
            <a:r>
              <a:rPr lang="en-US" sz="3200" dirty="0"/>
              <a:t>Extracts network packets and performs a statistical analysis on the dumped information</a:t>
            </a:r>
          </a:p>
          <a:p>
            <a:pPr>
              <a:spcAft>
                <a:spcPts val="1000"/>
              </a:spcAft>
              <a:defRPr/>
            </a:pPr>
            <a:r>
              <a:rPr lang="en-US" sz="3200" dirty="0"/>
              <a:t>Commonly applied sniffers include </a:t>
            </a:r>
            <a:r>
              <a:rPr lang="en-US" sz="3200"/>
              <a:t>Tcpdump</a:t>
            </a:r>
            <a:r>
              <a:rPr lang="en-US" sz="3200" dirty="0"/>
              <a:t> (UNIX platforms and) </a:t>
            </a:r>
            <a:r>
              <a:rPr lang="en-US" sz="3200"/>
              <a:t>WinDump</a:t>
            </a:r>
            <a:endParaRPr lang="en-US" sz="3200" dirty="0"/>
          </a:p>
        </p:txBody>
      </p:sp>
    </p:spTree>
    <p:extLst>
      <p:ext uri="{BB962C8B-B14F-4D97-AF65-F5344CB8AC3E}">
        <p14:creationId xmlns:p14="http://schemas.microsoft.com/office/powerpoint/2010/main" val="1606930679"/>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39750" y="304800"/>
            <a:ext cx="8299450" cy="476250"/>
          </a:xfrm>
        </p:spPr>
        <p:txBody>
          <a:bodyPr/>
          <a:lstStyle/>
          <a:p>
            <a:r>
              <a:rPr lang="en-US" sz="4000" dirty="0">
                <a:solidFill>
                  <a:schemeClr val="tx2"/>
                </a:solidFill>
                <a:ea typeface="ＭＳ Ｐゴシック" pitchFamily="34" charset="-128"/>
              </a:rPr>
              <a:t>Tcpdump and WinDump</a:t>
            </a:r>
          </a:p>
        </p:txBody>
      </p:sp>
      <p:sp>
        <p:nvSpPr>
          <p:cNvPr id="14339" name="Content Placeholder 2"/>
          <p:cNvSpPr>
            <a:spLocks noGrp="1"/>
          </p:cNvSpPr>
          <p:nvPr>
            <p:ph idx="1"/>
          </p:nvPr>
        </p:nvSpPr>
        <p:spPr>
          <a:xfrm>
            <a:off x="539750" y="1073150"/>
            <a:ext cx="8299450" cy="4967288"/>
          </a:xfrm>
        </p:spPr>
        <p:txBody>
          <a:bodyPr/>
          <a:lstStyle/>
          <a:p>
            <a:pPr marL="346075" indent="-346075">
              <a:defRPr/>
            </a:pPr>
            <a:r>
              <a:rPr lang="en-US" sz="3200" dirty="0">
                <a:ea typeface="ＭＳ Ｐゴシック" pitchFamily="34" charset="-128"/>
              </a:rPr>
              <a:t>Tcpdump</a:t>
            </a:r>
          </a:p>
          <a:p>
            <a:pPr marL="800100" lvl="1" indent="-346075">
              <a:defRPr/>
            </a:pPr>
            <a:r>
              <a:rPr lang="en-US" sz="3000" dirty="0">
                <a:ea typeface="ＭＳ Ｐゴシック" pitchFamily="34" charset="-128"/>
              </a:rPr>
              <a:t>A commonly applied sniffer for various UNIX platforms</a:t>
            </a:r>
          </a:p>
          <a:p>
            <a:pPr marL="346075" indent="-346075">
              <a:defRPr/>
            </a:pPr>
            <a:r>
              <a:rPr lang="en-US" sz="3200" dirty="0">
                <a:ea typeface="ＭＳ Ｐゴシック" pitchFamily="34" charset="-128"/>
              </a:rPr>
              <a:t>WinDump</a:t>
            </a:r>
          </a:p>
          <a:p>
            <a:pPr marL="800100" lvl="1" indent="-346075">
              <a:defRPr/>
            </a:pPr>
            <a:r>
              <a:rPr lang="en-US" sz="3000" dirty="0">
                <a:ea typeface="ＭＳ Ｐゴシック" pitchFamily="34" charset="-128"/>
              </a:rPr>
              <a:t>A version of Tcpdump for Windows</a:t>
            </a:r>
          </a:p>
          <a:p>
            <a:pPr marL="346075" indent="-346075">
              <a:defRPr/>
            </a:pPr>
            <a:endParaRPr lang="en-US" sz="3200" dirty="0">
              <a:ea typeface="ＭＳ Ｐゴシック" pitchFamily="34" charset="-128"/>
            </a:endParaRPr>
          </a:p>
          <a:p>
            <a:pPr marL="346075" indent="-346075">
              <a:defRPr/>
            </a:pPr>
            <a:r>
              <a:rPr lang="en-US" sz="3200" dirty="0">
                <a:ea typeface="ＭＳ Ｐゴシック" pitchFamily="34" charset="-128"/>
              </a:rPr>
              <a:t>Both programs extract network packets and perform statistical analysis on dumped information</a:t>
            </a:r>
          </a:p>
        </p:txBody>
      </p:sp>
    </p:spTree>
    <p:extLst>
      <p:ext uri="{BB962C8B-B14F-4D97-AF65-F5344CB8AC3E}">
        <p14:creationId xmlns:p14="http://schemas.microsoft.com/office/powerpoint/2010/main" val="146133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39750" y="304800"/>
            <a:ext cx="8299450" cy="476250"/>
          </a:xfrm>
        </p:spPr>
        <p:txBody>
          <a:bodyPr/>
          <a:lstStyle/>
          <a:p>
            <a:r>
              <a:rPr lang="en-US" sz="3600" dirty="0">
                <a:solidFill>
                  <a:schemeClr val="tx2"/>
                </a:solidFill>
                <a:ea typeface="ＭＳ Ｐゴシック" pitchFamily="34" charset="-128"/>
              </a:rPr>
              <a:t>Wireshark</a:t>
            </a:r>
          </a:p>
        </p:txBody>
      </p:sp>
      <p:sp>
        <p:nvSpPr>
          <p:cNvPr id="14339" name="Content Placeholder 2"/>
          <p:cNvSpPr>
            <a:spLocks noGrp="1"/>
          </p:cNvSpPr>
          <p:nvPr>
            <p:ph idx="1"/>
          </p:nvPr>
        </p:nvSpPr>
        <p:spPr>
          <a:xfrm>
            <a:off x="539750" y="1073150"/>
            <a:ext cx="8299450" cy="4967288"/>
          </a:xfrm>
        </p:spPr>
        <p:txBody>
          <a:bodyPr/>
          <a:lstStyle/>
          <a:p>
            <a:pPr marL="346075" indent="-346075">
              <a:defRPr/>
            </a:pPr>
            <a:r>
              <a:rPr lang="en-US" sz="2800" dirty="0">
                <a:ea typeface="ＭＳ Ｐゴシック" pitchFamily="34" charset="-128"/>
              </a:rPr>
              <a:t>Network protocol analyzer </a:t>
            </a:r>
          </a:p>
          <a:p>
            <a:pPr marL="346075" indent="-346075">
              <a:defRPr/>
            </a:pPr>
            <a:r>
              <a:rPr lang="en-US" sz="2800" dirty="0">
                <a:ea typeface="ＭＳ Ｐゴシック" pitchFamily="34" charset="-128"/>
              </a:rPr>
              <a:t>Captures Ethernet, IEEE 802.11, PPP/HDLC, ATM, Bluetooth, USB, Token Ring, Frame Relay, FDDI, and other packets</a:t>
            </a:r>
          </a:p>
          <a:p>
            <a:pPr marL="346075" indent="-346075">
              <a:defRPr/>
            </a:pPr>
            <a:r>
              <a:rPr lang="en-US" sz="2800" dirty="0">
                <a:ea typeface="ＭＳ Ｐゴシック" pitchFamily="34" charset="-128"/>
              </a:rPr>
              <a:t>Analyzes real-time and saved data</a:t>
            </a:r>
          </a:p>
          <a:p>
            <a:pPr marL="346075" indent="-346075">
              <a:defRPr/>
            </a:pPr>
            <a:r>
              <a:rPr lang="en-US" sz="2800" dirty="0">
                <a:ea typeface="ＭＳ Ｐゴシック" pitchFamily="34" charset="-128"/>
              </a:rPr>
              <a:t>Runs on Windows, Linux, OS X, Solaris, FreeBSD, NetBSD, and others</a:t>
            </a:r>
          </a:p>
          <a:p>
            <a:pPr marL="346075" indent="-346075">
              <a:defRPr/>
            </a:pPr>
            <a:r>
              <a:rPr lang="en-US" sz="2800" dirty="0">
                <a:ea typeface="ＭＳ Ｐゴシック" pitchFamily="34" charset="-128"/>
              </a:rPr>
              <a:t>Supports IPv4 and IPv6</a:t>
            </a:r>
          </a:p>
          <a:p>
            <a:pPr marL="346075" indent="-346075">
              <a:defRPr/>
            </a:pPr>
            <a:r>
              <a:rPr lang="en-US" sz="2800" dirty="0">
                <a:ea typeface="ＭＳ Ｐゴシック" pitchFamily="34" charset="-128"/>
              </a:rPr>
              <a:t>Allows Voice over </a:t>
            </a:r>
            <a:r>
              <a:rPr lang="en-US" sz="2800">
                <a:ea typeface="ＭＳ Ｐゴシック" pitchFamily="34" charset="-128"/>
              </a:rPr>
              <a:t>IP</a:t>
            </a:r>
            <a:r>
              <a:rPr lang="en-US" sz="2800" dirty="0">
                <a:ea typeface="ＭＳ Ｐゴシック" pitchFamily="34" charset="-128"/>
              </a:rPr>
              <a:t> (VoIP) analysis</a:t>
            </a:r>
          </a:p>
          <a:p>
            <a:pPr marL="346075" indent="-346075">
              <a:defRPr/>
            </a:pPr>
            <a:r>
              <a:rPr lang="en-US" sz="2800" dirty="0">
                <a:ea typeface="ＭＳ Ｐゴシック" pitchFamily="34" charset="-128"/>
              </a:rPr>
              <a:t>Freely available</a:t>
            </a:r>
          </a:p>
          <a:p>
            <a:pPr>
              <a:buFont typeface="Wingdings" pitchFamily="2" charset="2"/>
              <a:buNone/>
              <a:defRPr/>
            </a:pPr>
            <a:endParaRPr lang="en-US" dirty="0">
              <a:ea typeface="ＭＳ Ｐゴシック" pitchFamily="34" charset="-128"/>
            </a:endParaRPr>
          </a:p>
          <a:p>
            <a:pPr>
              <a:buFont typeface="Wingdings" pitchFamily="2" charset="2"/>
              <a:buNone/>
              <a:defRPr/>
            </a:pPr>
            <a:endParaRPr lang="en-US" sz="2000" dirty="0">
              <a:ea typeface="ＭＳ Ｐゴシック" pitchFamily="34" charset="-128"/>
            </a:endParaRPr>
          </a:p>
        </p:txBody>
      </p:sp>
    </p:spTree>
    <p:extLst>
      <p:ext uri="{BB962C8B-B14F-4D97-AF65-F5344CB8AC3E}">
        <p14:creationId xmlns:p14="http://schemas.microsoft.com/office/powerpoint/2010/main" val="285189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Wireshark Packet Capture</a:t>
            </a:r>
          </a:p>
        </p:txBody>
      </p:sp>
      <p:sp>
        <p:nvSpPr>
          <p:cNvPr id="6" name="TextBox 5"/>
          <p:cNvSpPr txBox="1"/>
          <p:nvPr/>
        </p:nvSpPr>
        <p:spPr>
          <a:xfrm rot="5400000">
            <a:off x="7188367" y="4968381"/>
            <a:ext cx="2210934" cy="230832"/>
          </a:xfrm>
          <a:prstGeom prst="rect">
            <a:avLst/>
          </a:prstGeom>
          <a:noFill/>
        </p:spPr>
        <p:txBody>
          <a:bodyPr wrap="square" rtlCol="0">
            <a:spAutoFit/>
          </a:bodyPr>
          <a:lstStyle/>
          <a:p>
            <a:r>
              <a:rPr lang="en-US" sz="900" dirty="0">
                <a:solidFill>
                  <a:schemeClr val="bg1">
                    <a:lumMod val="75000"/>
                  </a:schemeClr>
                </a:solidFill>
              </a:rPr>
              <a:t>Courtesy of the Wireshark Foundation</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00532" y="1295400"/>
            <a:ext cx="6977886" cy="4648200"/>
          </a:xfrm>
        </p:spPr>
      </p:pic>
    </p:spTree>
    <p:extLst>
      <p:ext uri="{BB962C8B-B14F-4D97-AF65-F5344CB8AC3E}">
        <p14:creationId xmlns:p14="http://schemas.microsoft.com/office/powerpoint/2010/main" val="373168849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Wireshark Packet Details</a:t>
            </a:r>
          </a:p>
        </p:txBody>
      </p:sp>
      <p:sp>
        <p:nvSpPr>
          <p:cNvPr id="6" name="TextBox 5"/>
          <p:cNvSpPr txBox="1"/>
          <p:nvPr/>
        </p:nvSpPr>
        <p:spPr>
          <a:xfrm rot="5400000">
            <a:off x="7876444" y="4838738"/>
            <a:ext cx="2156343" cy="230832"/>
          </a:xfrm>
          <a:prstGeom prst="rect">
            <a:avLst/>
          </a:prstGeom>
          <a:noFill/>
        </p:spPr>
        <p:txBody>
          <a:bodyPr wrap="square" rtlCol="0">
            <a:spAutoFit/>
          </a:bodyPr>
          <a:lstStyle/>
          <a:p>
            <a:r>
              <a:rPr lang="en-US" sz="900" dirty="0">
                <a:solidFill>
                  <a:schemeClr val="bg1">
                    <a:lumMod val="75000"/>
                  </a:schemeClr>
                </a:solidFill>
              </a:rPr>
              <a:t>Courtesy of the Wireshark Foundation</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750" y="1417299"/>
            <a:ext cx="8299450" cy="4404401"/>
          </a:xfrm>
        </p:spPr>
      </p:pic>
    </p:spTree>
    <p:extLst>
      <p:ext uri="{BB962C8B-B14F-4D97-AF65-F5344CB8AC3E}">
        <p14:creationId xmlns:p14="http://schemas.microsoft.com/office/powerpoint/2010/main" val="378369474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HTTPSniffer</a:t>
            </a:r>
          </a:p>
        </p:txBody>
      </p:sp>
      <p:sp>
        <p:nvSpPr>
          <p:cNvPr id="6" name="TextBox 5"/>
          <p:cNvSpPr txBox="1"/>
          <p:nvPr/>
        </p:nvSpPr>
        <p:spPr>
          <a:xfrm rot="5400000">
            <a:off x="7049023" y="5411928"/>
            <a:ext cx="1419364" cy="230832"/>
          </a:xfrm>
          <a:prstGeom prst="rect">
            <a:avLst/>
          </a:prstGeom>
          <a:noFill/>
        </p:spPr>
        <p:txBody>
          <a:bodyPr wrap="square" rtlCol="0">
            <a:spAutoFit/>
          </a:bodyPr>
          <a:lstStyle/>
          <a:p>
            <a:r>
              <a:rPr lang="en-US" sz="900" dirty="0">
                <a:solidFill>
                  <a:schemeClr val="bg1">
                    <a:lumMod val="75000"/>
                  </a:schemeClr>
                </a:solidFill>
              </a:rPr>
              <a:t>Courtesy of EffeTech</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35661" y="1295400"/>
            <a:ext cx="5907628" cy="4648200"/>
          </a:xfrm>
        </p:spPr>
      </p:pic>
    </p:spTree>
    <p:extLst>
      <p:ext uri="{BB962C8B-B14F-4D97-AF65-F5344CB8AC3E}">
        <p14:creationId xmlns:p14="http://schemas.microsoft.com/office/powerpoint/2010/main" val="37618413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HTTP Commands</a:t>
            </a:r>
          </a:p>
        </p:txBody>
      </p:sp>
      <p:sp>
        <p:nvSpPr>
          <p:cNvPr id="6" name="TextBox 5"/>
          <p:cNvSpPr txBox="1"/>
          <p:nvPr/>
        </p:nvSpPr>
        <p:spPr>
          <a:xfrm rot="5400000">
            <a:off x="7049023" y="5411928"/>
            <a:ext cx="1419364" cy="230832"/>
          </a:xfrm>
          <a:prstGeom prst="rect">
            <a:avLst/>
          </a:prstGeom>
          <a:noFill/>
        </p:spPr>
        <p:txBody>
          <a:bodyPr wrap="square" rtlCol="0">
            <a:spAutoFit/>
          </a:bodyPr>
          <a:lstStyle/>
          <a:p>
            <a:r>
              <a:rPr lang="en-US" sz="900" dirty="0">
                <a:solidFill>
                  <a:schemeClr val="bg1">
                    <a:lumMod val="75000"/>
                  </a:schemeClr>
                </a:solidFill>
              </a:rPr>
              <a:t>Courtesy of EffeTech</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22936413"/>
              </p:ext>
            </p:extLst>
          </p:nvPr>
        </p:nvGraphicFramePr>
        <p:xfrm>
          <a:off x="539750" y="1295400"/>
          <a:ext cx="8299450" cy="4389120"/>
        </p:xfrm>
        <a:graphic>
          <a:graphicData uri="http://schemas.openxmlformats.org/drawingml/2006/table">
            <a:tbl>
              <a:tblPr firstRow="1" bandRow="1">
                <a:tableStyleId>{5C22544A-7EE6-4342-B048-85BDC9FD1C3A}</a:tableStyleId>
              </a:tblPr>
              <a:tblGrid>
                <a:gridCol w="2776656">
                  <a:extLst>
                    <a:ext uri="{9D8B030D-6E8A-4147-A177-3AD203B41FA5}">
                      <a16:colId xmlns:a16="http://schemas.microsoft.com/office/drawing/2014/main" val="20000"/>
                    </a:ext>
                  </a:extLst>
                </a:gridCol>
                <a:gridCol w="5522794">
                  <a:extLst>
                    <a:ext uri="{9D8B030D-6E8A-4147-A177-3AD203B41FA5}">
                      <a16:colId xmlns:a16="http://schemas.microsoft.com/office/drawing/2014/main" val="20001"/>
                    </a:ext>
                  </a:extLst>
                </a:gridCol>
              </a:tblGrid>
              <a:tr h="370840">
                <a:tc>
                  <a:txBody>
                    <a:bodyPr/>
                    <a:lstStyle/>
                    <a:p>
                      <a:r>
                        <a:rPr lang="en-US" sz="2400" dirty="0"/>
                        <a:t>HTTP Command</a:t>
                      </a:r>
                    </a:p>
                  </a:txBody>
                  <a:tcPr/>
                </a:tc>
                <a:tc>
                  <a:txBody>
                    <a:bodyPr/>
                    <a:lstStyle/>
                    <a:p>
                      <a:r>
                        <a:rPr lang="en-US" sz="2400" dirty="0"/>
                        <a:t>Description</a:t>
                      </a:r>
                    </a:p>
                  </a:txBody>
                  <a:tcPr/>
                </a:tc>
                <a:extLst>
                  <a:ext uri="{0D108BD9-81ED-4DB2-BD59-A6C34878D82A}">
                    <a16:rowId xmlns:a16="http://schemas.microsoft.com/office/drawing/2014/main" val="10000"/>
                  </a:ext>
                </a:extLst>
              </a:tr>
              <a:tr h="370840">
                <a:tc>
                  <a:txBody>
                    <a:bodyPr/>
                    <a:lstStyle/>
                    <a:p>
                      <a:r>
                        <a:rPr lang="en-US" sz="2400" dirty="0"/>
                        <a:t>GET</a:t>
                      </a:r>
                    </a:p>
                  </a:txBody>
                  <a:tcPr/>
                </a:tc>
                <a:tc>
                  <a:txBody>
                    <a:bodyPr/>
                    <a:lstStyle/>
                    <a:p>
                      <a:r>
                        <a:rPr lang="en-US" sz="2400" dirty="0"/>
                        <a:t>Request to read a webpage</a:t>
                      </a:r>
                    </a:p>
                  </a:txBody>
                  <a:tcPr/>
                </a:tc>
                <a:extLst>
                  <a:ext uri="{0D108BD9-81ED-4DB2-BD59-A6C34878D82A}">
                    <a16:rowId xmlns:a16="http://schemas.microsoft.com/office/drawing/2014/main" val="10001"/>
                  </a:ext>
                </a:extLst>
              </a:tr>
              <a:tr h="370840">
                <a:tc>
                  <a:txBody>
                    <a:bodyPr/>
                    <a:lstStyle/>
                    <a:p>
                      <a:r>
                        <a:rPr lang="en-US" sz="2400" dirty="0"/>
                        <a:t>HEAD</a:t>
                      </a:r>
                    </a:p>
                  </a:txBody>
                  <a:tcPr/>
                </a:tc>
                <a:tc>
                  <a:txBody>
                    <a:bodyPr/>
                    <a:lstStyle/>
                    <a:p>
                      <a:r>
                        <a:rPr lang="en-US" sz="2400" dirty="0"/>
                        <a:t>Request to read just the head section of a webpage</a:t>
                      </a:r>
                    </a:p>
                  </a:txBody>
                  <a:tcPr/>
                </a:tc>
                <a:extLst>
                  <a:ext uri="{0D108BD9-81ED-4DB2-BD59-A6C34878D82A}">
                    <a16:rowId xmlns:a16="http://schemas.microsoft.com/office/drawing/2014/main" val="10002"/>
                  </a:ext>
                </a:extLst>
              </a:tr>
              <a:tr h="370840">
                <a:tc>
                  <a:txBody>
                    <a:bodyPr/>
                    <a:lstStyle/>
                    <a:p>
                      <a:r>
                        <a:rPr lang="en-US" sz="2400" dirty="0"/>
                        <a:t>PUT</a:t>
                      </a:r>
                    </a:p>
                  </a:txBody>
                  <a:tcPr/>
                </a:tc>
                <a:tc>
                  <a:txBody>
                    <a:bodyPr/>
                    <a:lstStyle/>
                    <a:p>
                      <a:r>
                        <a:rPr lang="en-US" sz="2400" dirty="0"/>
                        <a:t>Request to write a webpage</a:t>
                      </a:r>
                    </a:p>
                  </a:txBody>
                  <a:tcPr/>
                </a:tc>
                <a:extLst>
                  <a:ext uri="{0D108BD9-81ED-4DB2-BD59-A6C34878D82A}">
                    <a16:rowId xmlns:a16="http://schemas.microsoft.com/office/drawing/2014/main" val="10003"/>
                  </a:ext>
                </a:extLst>
              </a:tr>
              <a:tr h="370840">
                <a:tc>
                  <a:txBody>
                    <a:bodyPr/>
                    <a:lstStyle/>
                    <a:p>
                      <a:r>
                        <a:rPr lang="en-US" sz="2400" dirty="0"/>
                        <a:t>POST</a:t>
                      </a:r>
                    </a:p>
                  </a:txBody>
                  <a:tcPr/>
                </a:tc>
                <a:tc>
                  <a:txBody>
                    <a:bodyPr/>
                    <a:lstStyle/>
                    <a:p>
                      <a:r>
                        <a:rPr lang="en-US" sz="2400" dirty="0"/>
                        <a:t>Request to append to a webpage</a:t>
                      </a:r>
                    </a:p>
                  </a:txBody>
                  <a:tcPr/>
                </a:tc>
                <a:extLst>
                  <a:ext uri="{0D108BD9-81ED-4DB2-BD59-A6C34878D82A}">
                    <a16:rowId xmlns:a16="http://schemas.microsoft.com/office/drawing/2014/main" val="10004"/>
                  </a:ext>
                </a:extLst>
              </a:tr>
              <a:tr h="370840">
                <a:tc>
                  <a:txBody>
                    <a:bodyPr/>
                    <a:lstStyle/>
                    <a:p>
                      <a:r>
                        <a:rPr lang="en-US" sz="2400" dirty="0"/>
                        <a:t>DELETE</a:t>
                      </a:r>
                    </a:p>
                  </a:txBody>
                  <a:tcPr/>
                </a:tc>
                <a:tc>
                  <a:txBody>
                    <a:bodyPr/>
                    <a:lstStyle/>
                    <a:p>
                      <a:r>
                        <a:rPr lang="en-US" sz="2400" dirty="0"/>
                        <a:t>Remove the webpage</a:t>
                      </a:r>
                    </a:p>
                  </a:txBody>
                  <a:tcPr/>
                </a:tc>
                <a:extLst>
                  <a:ext uri="{0D108BD9-81ED-4DB2-BD59-A6C34878D82A}">
                    <a16:rowId xmlns:a16="http://schemas.microsoft.com/office/drawing/2014/main" val="10005"/>
                  </a:ext>
                </a:extLst>
              </a:tr>
              <a:tr h="370840">
                <a:tc>
                  <a:txBody>
                    <a:bodyPr/>
                    <a:lstStyle/>
                    <a:p>
                      <a:r>
                        <a:rPr lang="en-US" sz="2400" dirty="0"/>
                        <a:t>LINK</a:t>
                      </a:r>
                    </a:p>
                  </a:txBody>
                  <a:tcPr/>
                </a:tc>
                <a:tc>
                  <a:txBody>
                    <a:bodyPr/>
                    <a:lstStyle/>
                    <a:p>
                      <a:r>
                        <a:rPr lang="en-US" sz="2400" dirty="0"/>
                        <a:t>Connects two existing resources</a:t>
                      </a:r>
                    </a:p>
                  </a:txBody>
                  <a:tcPr/>
                </a:tc>
                <a:extLst>
                  <a:ext uri="{0D108BD9-81ED-4DB2-BD59-A6C34878D82A}">
                    <a16:rowId xmlns:a16="http://schemas.microsoft.com/office/drawing/2014/main" val="10006"/>
                  </a:ext>
                </a:extLst>
              </a:tr>
              <a:tr h="370840">
                <a:tc>
                  <a:txBody>
                    <a:bodyPr/>
                    <a:lstStyle/>
                    <a:p>
                      <a:r>
                        <a:rPr lang="en-US" sz="2400" dirty="0"/>
                        <a:t>UNLINK</a:t>
                      </a:r>
                    </a:p>
                  </a:txBody>
                  <a:tcPr/>
                </a:tc>
                <a:tc>
                  <a:txBody>
                    <a:bodyPr/>
                    <a:lstStyle/>
                    <a:p>
                      <a:r>
                        <a:rPr lang="en-US" sz="2400" dirty="0"/>
                        <a:t>Breaks an existing connection between two resources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7729270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HTTP Response Messages</a:t>
            </a:r>
          </a:p>
        </p:txBody>
      </p:sp>
      <p:sp>
        <p:nvSpPr>
          <p:cNvPr id="6" name="TextBox 5"/>
          <p:cNvSpPr txBox="1"/>
          <p:nvPr/>
        </p:nvSpPr>
        <p:spPr>
          <a:xfrm rot="5400000">
            <a:off x="7049023" y="5411928"/>
            <a:ext cx="1419364" cy="230832"/>
          </a:xfrm>
          <a:prstGeom prst="rect">
            <a:avLst/>
          </a:prstGeom>
          <a:noFill/>
        </p:spPr>
        <p:txBody>
          <a:bodyPr wrap="square" rtlCol="0">
            <a:spAutoFit/>
          </a:bodyPr>
          <a:lstStyle/>
          <a:p>
            <a:r>
              <a:rPr lang="en-US" sz="900" dirty="0">
                <a:solidFill>
                  <a:schemeClr val="bg1">
                    <a:lumMod val="75000"/>
                  </a:schemeClr>
                </a:solidFill>
              </a:rPr>
              <a:t>Courtesy of EffeTech</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67260988"/>
              </p:ext>
            </p:extLst>
          </p:nvPr>
        </p:nvGraphicFramePr>
        <p:xfrm>
          <a:off x="539750" y="1295400"/>
          <a:ext cx="8299450" cy="4572000"/>
        </p:xfrm>
        <a:graphic>
          <a:graphicData uri="http://schemas.openxmlformats.org/drawingml/2006/table">
            <a:tbl>
              <a:tblPr firstRow="1" bandRow="1">
                <a:tableStyleId>{5C22544A-7EE6-4342-B048-85BDC9FD1C3A}</a:tableStyleId>
              </a:tblPr>
              <a:tblGrid>
                <a:gridCol w="2571940">
                  <a:extLst>
                    <a:ext uri="{9D8B030D-6E8A-4147-A177-3AD203B41FA5}">
                      <a16:colId xmlns:a16="http://schemas.microsoft.com/office/drawing/2014/main" val="20000"/>
                    </a:ext>
                  </a:extLst>
                </a:gridCol>
                <a:gridCol w="5727510">
                  <a:extLst>
                    <a:ext uri="{9D8B030D-6E8A-4147-A177-3AD203B41FA5}">
                      <a16:colId xmlns:a16="http://schemas.microsoft.com/office/drawing/2014/main" val="20001"/>
                    </a:ext>
                  </a:extLst>
                </a:gridCol>
              </a:tblGrid>
              <a:tr h="370840">
                <a:tc>
                  <a:txBody>
                    <a:bodyPr/>
                    <a:lstStyle/>
                    <a:p>
                      <a:r>
                        <a:rPr lang="en-US" sz="2400" dirty="0"/>
                        <a:t>Message Range</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dirty="0"/>
                        <a:t>100–199</a:t>
                      </a:r>
                    </a:p>
                  </a:txBody>
                  <a:tcPr/>
                </a:tc>
                <a:tc>
                  <a:txBody>
                    <a:bodyPr/>
                    <a:lstStyle/>
                    <a:p>
                      <a:r>
                        <a:rPr lang="en-US" sz="2400" dirty="0"/>
                        <a:t>Informational; the server is giving your browser some information, most of which will never be displayed to the user</a:t>
                      </a:r>
                    </a:p>
                  </a:txBody>
                  <a:tcPr/>
                </a:tc>
                <a:extLst>
                  <a:ext uri="{0D108BD9-81ED-4DB2-BD59-A6C34878D82A}">
                    <a16:rowId xmlns:a16="http://schemas.microsoft.com/office/drawing/2014/main" val="10001"/>
                  </a:ext>
                </a:extLst>
              </a:tr>
              <a:tr h="370840">
                <a:tc>
                  <a:txBody>
                    <a:bodyPr/>
                    <a:lstStyle/>
                    <a:p>
                      <a:r>
                        <a:rPr lang="en-US" sz="2400" dirty="0"/>
                        <a:t>200–299</a:t>
                      </a:r>
                    </a:p>
                    <a:p>
                      <a:endParaRPr lang="en-US" sz="2400" dirty="0"/>
                    </a:p>
                  </a:txBody>
                  <a:tcPr/>
                </a:tc>
                <a:tc>
                  <a:txBody>
                    <a:bodyPr/>
                    <a:lstStyle/>
                    <a:p>
                      <a:r>
                        <a:rPr lang="en-US" sz="2400" dirty="0"/>
                        <a:t>“OK” messages, meaning that whatever the browser requested, the server successfully processed</a:t>
                      </a:r>
                    </a:p>
                  </a:txBody>
                  <a:tcPr/>
                </a:tc>
                <a:extLst>
                  <a:ext uri="{0D108BD9-81ED-4DB2-BD59-A6C34878D82A}">
                    <a16:rowId xmlns:a16="http://schemas.microsoft.com/office/drawing/2014/main" val="10002"/>
                  </a:ext>
                </a:extLst>
              </a:tr>
              <a:tr h="370840">
                <a:tc>
                  <a:txBody>
                    <a:bodyPr/>
                    <a:lstStyle/>
                    <a:p>
                      <a:r>
                        <a:rPr lang="en-US" sz="2400" dirty="0"/>
                        <a:t>300–399</a:t>
                      </a:r>
                    </a:p>
                    <a:p>
                      <a:endParaRPr lang="en-US" sz="2400" dirty="0"/>
                    </a:p>
                  </a:txBody>
                  <a:tcPr/>
                </a:tc>
                <a:tc>
                  <a:txBody>
                    <a:bodyPr/>
                    <a:lstStyle/>
                    <a:p>
                      <a:r>
                        <a:rPr lang="en-US" sz="2400" dirty="0"/>
                        <a:t>Redirect messages telling the browser to go to another URL</a:t>
                      </a:r>
                    </a:p>
                  </a:txBody>
                  <a:tcPr/>
                </a:tc>
                <a:extLst>
                  <a:ext uri="{0D108BD9-81ED-4DB2-BD59-A6C34878D82A}">
                    <a16:rowId xmlns:a16="http://schemas.microsoft.com/office/drawing/2014/main" val="10003"/>
                  </a:ext>
                </a:extLst>
              </a:tr>
              <a:tr h="370840">
                <a:tc>
                  <a:txBody>
                    <a:bodyPr/>
                    <a:lstStyle/>
                    <a:p>
                      <a:r>
                        <a:rPr lang="en-US" sz="2400" dirty="0"/>
                        <a:t>400–499</a:t>
                      </a:r>
                    </a:p>
                  </a:txBody>
                  <a:tcPr/>
                </a:tc>
                <a:tc>
                  <a:txBody>
                    <a:bodyPr/>
                    <a:lstStyle/>
                    <a:p>
                      <a:r>
                        <a:rPr lang="en-US" sz="2400" dirty="0"/>
                        <a:t>Client errors</a:t>
                      </a:r>
                    </a:p>
                  </a:txBody>
                  <a:tcPr/>
                </a:tc>
                <a:extLst>
                  <a:ext uri="{0D108BD9-81ED-4DB2-BD59-A6C34878D82A}">
                    <a16:rowId xmlns:a16="http://schemas.microsoft.com/office/drawing/2014/main" val="10004"/>
                  </a:ext>
                </a:extLst>
              </a:tr>
              <a:tr h="370840">
                <a:tc>
                  <a:txBody>
                    <a:bodyPr/>
                    <a:lstStyle/>
                    <a:p>
                      <a:r>
                        <a:rPr lang="en-US" sz="2400" dirty="0"/>
                        <a:t>500–599</a:t>
                      </a:r>
                    </a:p>
                  </a:txBody>
                  <a:tcPr/>
                </a:tc>
                <a:tc>
                  <a:txBody>
                    <a:bodyPr/>
                    <a:lstStyle/>
                    <a:p>
                      <a:r>
                        <a:rPr lang="en-US" sz="2400" dirty="0"/>
                        <a:t>Server-side</a:t>
                      </a:r>
                      <a:r>
                        <a:rPr lang="en-US" sz="2400" baseline="0" dirty="0"/>
                        <a:t> errors</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3053598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Nmap/Zenmap</a:t>
            </a:r>
          </a:p>
        </p:txBody>
      </p:sp>
      <p:sp>
        <p:nvSpPr>
          <p:cNvPr id="6" name="TextBox 5"/>
          <p:cNvSpPr txBox="1"/>
          <p:nvPr/>
        </p:nvSpPr>
        <p:spPr>
          <a:xfrm rot="5400000">
            <a:off x="6338795" y="5517005"/>
            <a:ext cx="1337477" cy="230833"/>
          </a:xfrm>
          <a:prstGeom prst="rect">
            <a:avLst/>
          </a:prstGeom>
          <a:noFill/>
        </p:spPr>
        <p:txBody>
          <a:bodyPr wrap="square" rtlCol="0">
            <a:spAutoFit/>
          </a:bodyPr>
          <a:lstStyle/>
          <a:p>
            <a:r>
              <a:rPr lang="en-US" sz="900" dirty="0">
                <a:solidFill>
                  <a:schemeClr val="bg1">
                    <a:lumMod val="75000"/>
                  </a:schemeClr>
                </a:solidFill>
              </a:rPr>
              <a:t>Courtesy of Nmap.org</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95920" y="1104921"/>
            <a:ext cx="5630015" cy="4725036"/>
          </a:xfrm>
        </p:spPr>
      </p:pic>
    </p:spTree>
    <p:extLst>
      <p:ext uri="{BB962C8B-B14F-4D97-AF65-F5344CB8AC3E}">
        <p14:creationId xmlns:p14="http://schemas.microsoft.com/office/powerpoint/2010/main" val="181102154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Snort</a:t>
            </a:r>
          </a:p>
        </p:txBody>
      </p:sp>
      <p:sp>
        <p:nvSpPr>
          <p:cNvPr id="9219" name="Content Placeholder 2"/>
          <p:cNvSpPr>
            <a:spLocks noGrp="1"/>
          </p:cNvSpPr>
          <p:nvPr>
            <p:ph idx="1"/>
          </p:nvPr>
        </p:nvSpPr>
        <p:spPr>
          <a:xfrm>
            <a:off x="539750" y="1255594"/>
            <a:ext cx="8299450" cy="4465756"/>
          </a:xfrm>
        </p:spPr>
        <p:txBody>
          <a:bodyPr/>
          <a:lstStyle/>
          <a:p>
            <a:r>
              <a:rPr lang="en-US" sz="3200" dirty="0"/>
              <a:t>Primarily used as an open source intrusion detection system</a:t>
            </a:r>
          </a:p>
          <a:p>
            <a:r>
              <a:rPr lang="en-US" sz="3200" dirty="0"/>
              <a:t>Can function as a robust packet sniffer with a lot of configuration options</a:t>
            </a:r>
          </a:p>
        </p:txBody>
      </p:sp>
    </p:spTree>
    <p:extLst>
      <p:ext uri="{BB962C8B-B14F-4D97-AF65-F5344CB8AC3E}">
        <p14:creationId xmlns:p14="http://schemas.microsoft.com/office/powerpoint/2010/main" val="86948716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539750" y="304800"/>
            <a:ext cx="8299450" cy="476250"/>
          </a:xfrm>
        </p:spPr>
        <p:txBody>
          <a:bodyPr/>
          <a:lstStyle/>
          <a:p>
            <a:r>
              <a:rPr lang="en-US" sz="4000" dirty="0">
                <a:solidFill>
                  <a:schemeClr val="tx2"/>
                </a:solidFill>
              </a:rPr>
              <a:t>RSA NetWitness</a:t>
            </a:r>
          </a:p>
        </p:txBody>
      </p:sp>
      <p:sp>
        <p:nvSpPr>
          <p:cNvPr id="26627" name="Content Placeholder 2"/>
          <p:cNvSpPr>
            <a:spLocks noGrp="1"/>
          </p:cNvSpPr>
          <p:nvPr>
            <p:ph idx="1"/>
          </p:nvPr>
        </p:nvSpPr>
        <p:spPr>
          <a:xfrm>
            <a:off x="539750" y="1073150"/>
            <a:ext cx="8299450" cy="4648200"/>
          </a:xfrm>
        </p:spPr>
        <p:txBody>
          <a:bodyPr/>
          <a:lstStyle/>
          <a:p>
            <a:r>
              <a:rPr lang="en-US" sz="3000" dirty="0"/>
              <a:t>Threat analysis software/protocol analyzer </a:t>
            </a:r>
          </a:p>
          <a:p>
            <a:r>
              <a:rPr lang="en-US" sz="3000" dirty="0"/>
              <a:t>Captures raw packets from wired and wireless interfaces</a:t>
            </a:r>
          </a:p>
          <a:p>
            <a:r>
              <a:rPr lang="en-US" sz="3000" dirty="0"/>
              <a:t>Analyzes real-time data throughout the seven layers</a:t>
            </a:r>
          </a:p>
          <a:p>
            <a:r>
              <a:rPr lang="en-US" sz="3000" dirty="0"/>
              <a:t>Filters by Media Access Control (MAC) address, Internet Protocol (</a:t>
            </a:r>
            <a:r>
              <a:rPr lang="en-US" sz="3000"/>
              <a:t>IP</a:t>
            </a:r>
            <a:r>
              <a:rPr lang="en-US" sz="3000" dirty="0"/>
              <a:t>) address, user, and more</a:t>
            </a:r>
          </a:p>
          <a:p>
            <a:r>
              <a:rPr lang="en-US" sz="3000" dirty="0"/>
              <a:t>Freely available and threat analysis software</a:t>
            </a:r>
          </a:p>
          <a:p>
            <a:pPr>
              <a:buFont typeface="Wingdings" pitchFamily="2" charset="2"/>
              <a:buNone/>
            </a:pPr>
            <a:endParaRPr lang="en-US" sz="3000" dirty="0"/>
          </a:p>
          <a:p>
            <a:pPr>
              <a:buFont typeface="Wingdings" pitchFamily="2" charset="2"/>
              <a:buNone/>
            </a:pPr>
            <a:endParaRPr lang="en-US" sz="3000" dirty="0"/>
          </a:p>
        </p:txBody>
      </p:sp>
    </p:spTree>
    <p:extLst>
      <p:ext uri="{BB962C8B-B14F-4D97-AF65-F5344CB8AC3E}">
        <p14:creationId xmlns:p14="http://schemas.microsoft.com/office/powerpoint/2010/main" val="1173037375"/>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p:txBody>
          <a:bodyPr/>
          <a:lstStyle/>
          <a:p>
            <a:r>
              <a:rPr lang="en-US" sz="4000" dirty="0"/>
              <a:t>Network Traffic Analysis</a:t>
            </a:r>
          </a:p>
        </p:txBody>
      </p:sp>
      <p:sp>
        <p:nvSpPr>
          <p:cNvPr id="23555" name="Content Placeholder 4"/>
          <p:cNvSpPr>
            <a:spLocks noGrp="1"/>
          </p:cNvSpPr>
          <p:nvPr>
            <p:ph idx="4294967295"/>
          </p:nvPr>
        </p:nvSpPr>
        <p:spPr>
          <a:xfrm>
            <a:off x="539750" y="1069975"/>
            <a:ext cx="8299450" cy="4648200"/>
          </a:xfrm>
        </p:spPr>
        <p:txBody>
          <a:bodyPr/>
          <a:lstStyle/>
          <a:p>
            <a:pPr>
              <a:spcAft>
                <a:spcPts val="1000"/>
              </a:spcAft>
            </a:pPr>
            <a:r>
              <a:rPr lang="en-US" sz="3200" dirty="0"/>
              <a:t>Can reveal:</a:t>
            </a:r>
          </a:p>
          <a:p>
            <a:pPr lvl="1">
              <a:spcAft>
                <a:spcPts val="1000"/>
              </a:spcAft>
            </a:pPr>
            <a:r>
              <a:rPr lang="en-US" sz="3200" dirty="0"/>
              <a:t>Vulnerabilities and probing</a:t>
            </a:r>
          </a:p>
          <a:p>
            <a:pPr lvl="1">
              <a:spcAft>
                <a:spcPts val="1000"/>
              </a:spcAft>
            </a:pPr>
            <a:r>
              <a:rPr lang="en-US" sz="3200" dirty="0"/>
              <a:t>Denial of service (DoS) attacks</a:t>
            </a:r>
          </a:p>
          <a:p>
            <a:pPr lvl="1">
              <a:spcAft>
                <a:spcPts val="1000"/>
              </a:spcAft>
            </a:pPr>
            <a:r>
              <a:rPr lang="en-US" sz="3200" dirty="0"/>
              <a:t>User-to-root attacks</a:t>
            </a:r>
          </a:p>
          <a:p>
            <a:pPr lvl="1">
              <a:spcAft>
                <a:spcPts val="1000"/>
              </a:spcAft>
            </a:pPr>
            <a:r>
              <a:rPr lang="en-US" sz="3200" dirty="0"/>
              <a:t>Remote-to-local attacks</a:t>
            </a:r>
          </a:p>
          <a:p>
            <a:pPr>
              <a:spcAft>
                <a:spcPts val="1000"/>
              </a:spcAft>
            </a:pPr>
            <a:endParaRPr lang="en-US" sz="2400" dirty="0"/>
          </a:p>
        </p:txBody>
      </p:sp>
    </p:spTree>
    <p:extLst>
      <p:ext uri="{BB962C8B-B14F-4D97-AF65-F5344CB8AC3E}">
        <p14:creationId xmlns:p14="http://schemas.microsoft.com/office/powerpoint/2010/main" val="428803133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476250"/>
          </a:xfrm>
        </p:spPr>
        <p:txBody>
          <a:bodyPr/>
          <a:lstStyle/>
          <a:p>
            <a:r>
              <a:rPr lang="en-US" sz="4000" dirty="0">
                <a:solidFill>
                  <a:schemeClr val="tx2"/>
                </a:solidFill>
              </a:rPr>
              <a:t>Log Files as Source of Evidence</a:t>
            </a:r>
          </a:p>
        </p:txBody>
      </p:sp>
      <p:sp>
        <p:nvSpPr>
          <p:cNvPr id="12291" name="Content Placeholder 2"/>
          <p:cNvSpPr>
            <a:spLocks noGrp="1"/>
          </p:cNvSpPr>
          <p:nvPr>
            <p:ph idx="1"/>
          </p:nvPr>
        </p:nvSpPr>
        <p:spPr>
          <a:xfrm>
            <a:off x="539750" y="1073150"/>
            <a:ext cx="8299450" cy="4648200"/>
          </a:xfrm>
        </p:spPr>
        <p:txBody>
          <a:bodyPr/>
          <a:lstStyle/>
          <a:p>
            <a:r>
              <a:rPr lang="en-US" sz="3200" dirty="0"/>
              <a:t>Log files contain primary records of a person’s activities on a system or network</a:t>
            </a:r>
          </a:p>
          <a:p>
            <a:r>
              <a:rPr lang="en-US" sz="3200" dirty="0"/>
              <a:t>Log files can often identify:</a:t>
            </a:r>
          </a:p>
          <a:p>
            <a:pPr lvl="1">
              <a:buFont typeface="Arial" pitchFamily="34" charset="0"/>
              <a:buChar char="•"/>
            </a:pPr>
            <a:r>
              <a:rPr lang="en-US" sz="3200" dirty="0"/>
              <a:t>Source, nature, and time of an attack</a:t>
            </a:r>
          </a:p>
          <a:p>
            <a:pPr lvl="1">
              <a:buFont typeface="Arial" pitchFamily="34" charset="0"/>
              <a:buChar char="•"/>
            </a:pPr>
            <a:r>
              <a:rPr lang="en-US" sz="3200" dirty="0"/>
              <a:t>Specific user account of events related to illicit activities</a:t>
            </a:r>
          </a:p>
          <a:p>
            <a:pPr>
              <a:buFont typeface="Wingdings" pitchFamily="2" charset="2"/>
              <a:buNone/>
            </a:pPr>
            <a:endParaRPr lang="en-US" sz="3200" dirty="0"/>
          </a:p>
          <a:p>
            <a:pPr lvl="1"/>
            <a:endParaRPr lang="en-US" sz="3200" dirty="0"/>
          </a:p>
          <a:p>
            <a:pPr lvl="1">
              <a:buFont typeface="Times"/>
              <a:buNone/>
            </a:pPr>
            <a:endParaRPr lang="en-US" sz="3200" dirty="0"/>
          </a:p>
        </p:txBody>
      </p:sp>
    </p:spTree>
    <p:extLst>
      <p:ext uri="{BB962C8B-B14F-4D97-AF65-F5344CB8AC3E}">
        <p14:creationId xmlns:p14="http://schemas.microsoft.com/office/powerpoint/2010/main" val="356432531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Types of Logs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936178879"/>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6948716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476250"/>
          </a:xfrm>
        </p:spPr>
        <p:txBody>
          <a:bodyPr/>
          <a:lstStyle/>
          <a:p>
            <a:r>
              <a:rPr lang="en-US" sz="4000" dirty="0">
                <a:solidFill>
                  <a:schemeClr val="tx2"/>
                </a:solidFill>
              </a:rPr>
              <a:t>Challenges when Using Logs</a:t>
            </a:r>
          </a:p>
        </p:txBody>
      </p:sp>
      <p:sp>
        <p:nvSpPr>
          <p:cNvPr id="13315" name="Content Placeholder 2"/>
          <p:cNvSpPr>
            <a:spLocks noGrp="1"/>
          </p:cNvSpPr>
          <p:nvPr>
            <p:ph idx="1"/>
          </p:nvPr>
        </p:nvSpPr>
        <p:spPr>
          <a:xfrm>
            <a:off x="539750" y="1073150"/>
            <a:ext cx="8299450" cy="4648200"/>
          </a:xfrm>
        </p:spPr>
        <p:txBody>
          <a:bodyPr/>
          <a:lstStyle/>
          <a:p>
            <a:r>
              <a:rPr lang="en-US" sz="3200" dirty="0"/>
              <a:t>Logs change rapidly</a:t>
            </a:r>
          </a:p>
          <a:p>
            <a:r>
              <a:rPr lang="en-US" sz="3200" dirty="0"/>
              <a:t>Getting permission to collect evidence from some sources, such as Internet service providers (ISPs), takes time</a:t>
            </a:r>
          </a:p>
          <a:p>
            <a:r>
              <a:rPr lang="en-US" sz="3200" dirty="0"/>
              <a:t>Volatile evidence is easily lost</a:t>
            </a:r>
          </a:p>
          <a:p>
            <a:r>
              <a:rPr lang="en-US" sz="3200" dirty="0"/>
              <a:t>Hackers can easily alter logs to include false information</a:t>
            </a:r>
          </a:p>
          <a:p>
            <a:pPr lvl="1"/>
            <a:endParaRPr lang="en-US" sz="3200" dirty="0"/>
          </a:p>
          <a:p>
            <a:pPr lvl="1">
              <a:buFont typeface="Times"/>
              <a:buNone/>
            </a:pPr>
            <a:endParaRPr lang="en-US" dirty="0"/>
          </a:p>
        </p:txBody>
      </p:sp>
    </p:spTree>
    <p:extLst>
      <p:ext uri="{BB962C8B-B14F-4D97-AF65-F5344CB8AC3E}">
        <p14:creationId xmlns:p14="http://schemas.microsoft.com/office/powerpoint/2010/main" val="355835863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idx="4294967295"/>
          </p:nvPr>
        </p:nvSpPr>
        <p:spPr/>
        <p:txBody>
          <a:bodyPr/>
          <a:lstStyle/>
          <a:p>
            <a:r>
              <a:rPr lang="en-US" sz="3600" dirty="0">
                <a:solidFill>
                  <a:schemeClr val="tx2"/>
                </a:solidFill>
                <a:ea typeface="ＭＳ Ｐゴシック" pitchFamily="34" charset="-128"/>
              </a:rPr>
              <a:t>Wireless Networking</a:t>
            </a:r>
          </a:p>
        </p:txBody>
      </p:sp>
      <p:graphicFrame>
        <p:nvGraphicFramePr>
          <p:cNvPr id="2" name="Table 1"/>
          <p:cNvGraphicFramePr>
            <a:graphicFrameLocks noGrp="1"/>
          </p:cNvGraphicFramePr>
          <p:nvPr>
            <p:extLst>
              <p:ext uri="{D42A27DB-BD31-4B8C-83A1-F6EECF244321}">
                <p14:modId xmlns:p14="http://schemas.microsoft.com/office/powerpoint/2010/main" val="2666942048"/>
              </p:ext>
            </p:extLst>
          </p:nvPr>
        </p:nvGraphicFramePr>
        <p:xfrm>
          <a:off x="650543" y="1419367"/>
          <a:ext cx="7961193" cy="3756256"/>
        </p:xfrm>
        <a:graphic>
          <a:graphicData uri="http://schemas.openxmlformats.org/drawingml/2006/table">
            <a:tbl>
              <a:tblPr firstRow="1" bandRow="1">
                <a:tableStyleId>{5C22544A-7EE6-4342-B048-85BDC9FD1C3A}</a:tableStyleId>
              </a:tblPr>
              <a:tblGrid>
                <a:gridCol w="2119953">
                  <a:extLst>
                    <a:ext uri="{9D8B030D-6E8A-4147-A177-3AD203B41FA5}">
                      <a16:colId xmlns:a16="http://schemas.microsoft.com/office/drawing/2014/main" val="20000"/>
                    </a:ext>
                  </a:extLst>
                </a:gridCol>
                <a:gridCol w="5841240">
                  <a:extLst>
                    <a:ext uri="{9D8B030D-6E8A-4147-A177-3AD203B41FA5}">
                      <a16:colId xmlns:a16="http://schemas.microsoft.com/office/drawing/2014/main" val="20001"/>
                    </a:ext>
                  </a:extLst>
                </a:gridCol>
              </a:tblGrid>
              <a:tr h="482158">
                <a:tc>
                  <a:txBody>
                    <a:bodyPr/>
                    <a:lstStyle/>
                    <a:p>
                      <a:r>
                        <a:rPr lang="en-US" sz="2400" dirty="0"/>
                        <a:t>Specification</a:t>
                      </a:r>
                    </a:p>
                  </a:txBody>
                  <a:tcPr/>
                </a:tc>
                <a:tc>
                  <a:txBody>
                    <a:bodyPr/>
                    <a:lstStyle/>
                    <a:p>
                      <a:r>
                        <a:rPr lang="en-US" sz="2400" dirty="0"/>
                        <a:t>Description</a:t>
                      </a:r>
                    </a:p>
                  </a:txBody>
                  <a:tcPr/>
                </a:tc>
                <a:extLst>
                  <a:ext uri="{0D108BD9-81ED-4DB2-BD59-A6C34878D82A}">
                    <a16:rowId xmlns:a16="http://schemas.microsoft.com/office/drawing/2014/main" val="10000"/>
                  </a:ext>
                </a:extLst>
              </a:tr>
              <a:tr h="896658">
                <a:tc>
                  <a:txBody>
                    <a:bodyPr/>
                    <a:lstStyle/>
                    <a:p>
                      <a:r>
                        <a:rPr lang="en-US" sz="2400" dirty="0"/>
                        <a:t>802.11a</a:t>
                      </a:r>
                    </a:p>
                  </a:txBody>
                  <a:tcPr/>
                </a:tc>
                <a:tc>
                  <a:txBody>
                    <a:bodyPr/>
                    <a:lstStyle/>
                    <a:p>
                      <a:pPr marL="342900" indent="-342900">
                        <a:buFont typeface="Arial" pitchFamily="34" charset="0"/>
                        <a:buChar char="•"/>
                      </a:pPr>
                      <a:r>
                        <a:rPr lang="en-US" sz="2400" dirty="0"/>
                        <a:t>First widely used Wi-Fi standard</a:t>
                      </a:r>
                    </a:p>
                    <a:p>
                      <a:pPr marL="342900" indent="-342900">
                        <a:buFont typeface="Arial" pitchFamily="34" charset="0"/>
                        <a:buChar char="•"/>
                      </a:pPr>
                      <a:r>
                        <a:rPr lang="en-US" sz="2400" dirty="0"/>
                        <a:t>Operates at 5 GHz</a:t>
                      </a:r>
                    </a:p>
                  </a:txBody>
                  <a:tcPr/>
                </a:tc>
                <a:extLst>
                  <a:ext uri="{0D108BD9-81ED-4DB2-BD59-A6C34878D82A}">
                    <a16:rowId xmlns:a16="http://schemas.microsoft.com/office/drawing/2014/main" val="10001"/>
                  </a:ext>
                </a:extLst>
              </a:tr>
              <a:tr h="494800">
                <a:tc>
                  <a:txBody>
                    <a:bodyPr/>
                    <a:lstStyle/>
                    <a:p>
                      <a:r>
                        <a:rPr lang="en-US" sz="2400" dirty="0"/>
                        <a:t>802.11b</a:t>
                      </a:r>
                    </a:p>
                  </a:txBody>
                  <a:tcPr/>
                </a:tc>
                <a:tc>
                  <a:txBody>
                    <a:bodyPr/>
                    <a:lstStyle/>
                    <a:p>
                      <a:pPr marL="342900" indent="-342900">
                        <a:buFont typeface="Arial" pitchFamily="34" charset="0"/>
                        <a:buChar char="•"/>
                      </a:pPr>
                      <a:r>
                        <a:rPr lang="en-US" sz="2400" dirty="0"/>
                        <a:t>Operates at 2.4 GHz</a:t>
                      </a:r>
                    </a:p>
                    <a:p>
                      <a:pPr marL="342900" indent="-342900">
                        <a:buFont typeface="Arial" pitchFamily="34" charset="0"/>
                        <a:buChar char="•"/>
                      </a:pPr>
                      <a:r>
                        <a:rPr lang="en-US" sz="2400" dirty="0"/>
                        <a:t>Indoor range of 125 ft</a:t>
                      </a:r>
                    </a:p>
                    <a:p>
                      <a:pPr marL="342900" indent="-342900">
                        <a:buFont typeface="Arial" pitchFamily="34" charset="0"/>
                        <a:buChar char="•"/>
                      </a:pPr>
                      <a:r>
                        <a:rPr lang="en-US" sz="2400" dirty="0"/>
                        <a:t>Bandwidth of 11 </a:t>
                      </a:r>
                      <a:r>
                        <a:rPr lang="en-US" sz="2400"/>
                        <a:t>Mbps</a:t>
                      </a:r>
                      <a:endParaRPr lang="en-US" sz="2400" dirty="0"/>
                    </a:p>
                  </a:txBody>
                  <a:tcPr/>
                </a:tc>
                <a:extLst>
                  <a:ext uri="{0D108BD9-81ED-4DB2-BD59-A6C34878D82A}">
                    <a16:rowId xmlns:a16="http://schemas.microsoft.com/office/drawing/2014/main" val="10002"/>
                  </a:ext>
                </a:extLst>
              </a:tr>
              <a:tr h="494800">
                <a:tc>
                  <a:txBody>
                    <a:bodyPr/>
                    <a:lstStyle/>
                    <a:p>
                      <a:r>
                        <a:rPr lang="en-US" sz="2400" dirty="0"/>
                        <a:t>802.11g</a:t>
                      </a:r>
                    </a:p>
                  </a:txBody>
                  <a:tcPr/>
                </a:tc>
                <a:tc>
                  <a:txBody>
                    <a:bodyPr/>
                    <a:lstStyle/>
                    <a:p>
                      <a:pPr marL="342900" indent="-342900">
                        <a:buFont typeface="Arial" pitchFamily="34" charset="0"/>
                        <a:buChar char="•"/>
                      </a:pPr>
                      <a:r>
                        <a:rPr lang="en-US" sz="2400" dirty="0"/>
                        <a:t>Backward compatibility with 802.11b</a:t>
                      </a:r>
                    </a:p>
                    <a:p>
                      <a:pPr marL="342900" indent="-342900">
                        <a:buFont typeface="Arial" pitchFamily="34" charset="0"/>
                        <a:buChar char="•"/>
                      </a:pPr>
                      <a:r>
                        <a:rPr lang="en-US" sz="2400" dirty="0"/>
                        <a:t>Indoor range of 125 ft</a:t>
                      </a:r>
                    </a:p>
                    <a:p>
                      <a:pPr marL="342900" indent="-342900">
                        <a:buFont typeface="Arial" pitchFamily="34" charset="0"/>
                        <a:buChar char="•"/>
                      </a:pPr>
                      <a:r>
                        <a:rPr lang="en-US" sz="2400" dirty="0"/>
                        <a:t>Bandwidth of 54 </a:t>
                      </a:r>
                      <a:r>
                        <a:rPr lang="en-US" sz="2400"/>
                        <a:t>Mbps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46736910"/>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idx="4294967295"/>
          </p:nvPr>
        </p:nvSpPr>
        <p:spPr/>
        <p:txBody>
          <a:bodyPr/>
          <a:lstStyle/>
          <a:p>
            <a:r>
              <a:rPr lang="en-US" sz="3600" dirty="0">
                <a:solidFill>
                  <a:schemeClr val="tx2"/>
                </a:solidFill>
                <a:ea typeface="ＭＳ Ｐゴシック" pitchFamily="34" charset="-128"/>
              </a:rPr>
              <a:t>Wireless Networking (Cont.)</a:t>
            </a:r>
          </a:p>
        </p:txBody>
      </p:sp>
      <p:graphicFrame>
        <p:nvGraphicFramePr>
          <p:cNvPr id="2" name="Table 1"/>
          <p:cNvGraphicFramePr>
            <a:graphicFrameLocks noGrp="1"/>
          </p:cNvGraphicFramePr>
          <p:nvPr>
            <p:extLst>
              <p:ext uri="{D42A27DB-BD31-4B8C-83A1-F6EECF244321}">
                <p14:modId xmlns:p14="http://schemas.microsoft.com/office/powerpoint/2010/main" val="719053903"/>
              </p:ext>
            </p:extLst>
          </p:nvPr>
        </p:nvGraphicFramePr>
        <p:xfrm>
          <a:off x="650543" y="1419367"/>
          <a:ext cx="7961193" cy="3591118"/>
        </p:xfrm>
        <a:graphic>
          <a:graphicData uri="http://schemas.openxmlformats.org/drawingml/2006/table">
            <a:tbl>
              <a:tblPr firstRow="1" bandRow="1">
                <a:tableStyleId>{5C22544A-7EE6-4342-B048-85BDC9FD1C3A}</a:tableStyleId>
              </a:tblPr>
              <a:tblGrid>
                <a:gridCol w="2119953">
                  <a:extLst>
                    <a:ext uri="{9D8B030D-6E8A-4147-A177-3AD203B41FA5}">
                      <a16:colId xmlns:a16="http://schemas.microsoft.com/office/drawing/2014/main" val="20000"/>
                    </a:ext>
                  </a:extLst>
                </a:gridCol>
                <a:gridCol w="5841240">
                  <a:extLst>
                    <a:ext uri="{9D8B030D-6E8A-4147-A177-3AD203B41FA5}">
                      <a16:colId xmlns:a16="http://schemas.microsoft.com/office/drawing/2014/main" val="20001"/>
                    </a:ext>
                  </a:extLst>
                </a:gridCol>
              </a:tblGrid>
              <a:tr h="482158">
                <a:tc>
                  <a:txBody>
                    <a:bodyPr/>
                    <a:lstStyle/>
                    <a:p>
                      <a:r>
                        <a:rPr lang="en-US" sz="2400" dirty="0"/>
                        <a:t>Specification</a:t>
                      </a:r>
                    </a:p>
                  </a:txBody>
                  <a:tcPr/>
                </a:tc>
                <a:tc>
                  <a:txBody>
                    <a:bodyPr/>
                    <a:lstStyle/>
                    <a:p>
                      <a:r>
                        <a:rPr lang="en-US" sz="2400" dirty="0"/>
                        <a:t>Description</a:t>
                      </a:r>
                    </a:p>
                  </a:txBody>
                  <a:tcPr/>
                </a:tc>
                <a:extLst>
                  <a:ext uri="{0D108BD9-81ED-4DB2-BD59-A6C34878D82A}">
                    <a16:rowId xmlns:a16="http://schemas.microsoft.com/office/drawing/2014/main" val="10000"/>
                  </a:ext>
                </a:extLst>
              </a:tr>
              <a:tr h="494800">
                <a:tc>
                  <a:txBody>
                    <a:bodyPr/>
                    <a:lstStyle/>
                    <a:p>
                      <a:r>
                        <a:rPr lang="en-US" sz="2400" dirty="0"/>
                        <a:t>802.11n</a:t>
                      </a:r>
                    </a:p>
                  </a:txBody>
                  <a:tcPr/>
                </a:tc>
                <a:tc>
                  <a:txBody>
                    <a:bodyPr/>
                    <a:lstStyle/>
                    <a:p>
                      <a:pPr marL="342900" indent="-342900">
                        <a:buFont typeface="Arial" pitchFamily="34" charset="0"/>
                        <a:buChar char="•"/>
                      </a:pPr>
                      <a:r>
                        <a:rPr lang="en-US" sz="2400" dirty="0"/>
                        <a:t>Operates at 2.4 or 5.0 GHz</a:t>
                      </a:r>
                    </a:p>
                    <a:p>
                      <a:pPr marL="342900" indent="-342900">
                        <a:buFont typeface="Arial" pitchFamily="34" charset="0"/>
                        <a:buChar char="•"/>
                      </a:pPr>
                      <a:r>
                        <a:rPr lang="en-US" sz="2400" dirty="0"/>
                        <a:t>Indoor range of up to 230 ft</a:t>
                      </a:r>
                    </a:p>
                    <a:p>
                      <a:pPr marL="342900" marR="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400" dirty="0"/>
                        <a:t>Bandwidth of 100 to 140 Mbps</a:t>
                      </a:r>
                    </a:p>
                  </a:txBody>
                  <a:tcPr/>
                </a:tc>
                <a:extLst>
                  <a:ext uri="{0D108BD9-81ED-4DB2-BD59-A6C34878D82A}">
                    <a16:rowId xmlns:a16="http://schemas.microsoft.com/office/drawing/2014/main" val="10001"/>
                  </a:ext>
                </a:extLst>
              </a:tr>
              <a:tr h="494800">
                <a:tc>
                  <a:txBody>
                    <a:bodyPr/>
                    <a:lstStyle/>
                    <a:p>
                      <a:r>
                        <a:rPr lang="en-US" sz="2400" dirty="0"/>
                        <a:t>IEEE 802.11n-2009</a:t>
                      </a:r>
                    </a:p>
                  </a:txBody>
                  <a:tcPr/>
                </a:tc>
                <a:tc>
                  <a:txBody>
                    <a:bodyPr/>
                    <a:lstStyle/>
                    <a:p>
                      <a:pPr marL="342900" marR="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400" dirty="0"/>
                        <a:t>Four spatial streams at a channel width of 40 MHz</a:t>
                      </a:r>
                    </a:p>
                    <a:p>
                      <a:pPr marL="342900" indent="-342900">
                        <a:buFont typeface="Arial" pitchFamily="34" charset="0"/>
                        <a:buChar char="•"/>
                      </a:pPr>
                      <a:r>
                        <a:rPr lang="en-US" sz="2400" dirty="0"/>
                        <a:t>Bandwidth of up to 600 Mbps</a:t>
                      </a:r>
                    </a:p>
                    <a:p>
                      <a:pPr marL="342900" indent="-342900">
                        <a:buFont typeface="Arial" pitchFamily="34" charset="0"/>
                        <a:buChar char="•"/>
                      </a:pPr>
                      <a:r>
                        <a:rPr lang="en-US" sz="2400" dirty="0"/>
                        <a:t>Uses multiple-input multiple-output MIMO</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58811812"/>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idx="4294967295"/>
          </p:nvPr>
        </p:nvSpPr>
        <p:spPr/>
        <p:txBody>
          <a:bodyPr/>
          <a:lstStyle/>
          <a:p>
            <a:r>
              <a:rPr lang="en-US" sz="3600" dirty="0">
                <a:solidFill>
                  <a:schemeClr val="tx2"/>
                </a:solidFill>
                <a:ea typeface="ＭＳ Ｐゴシック" pitchFamily="34" charset="-128"/>
              </a:rPr>
              <a:t>Wireless Networking (Cont.)</a:t>
            </a:r>
          </a:p>
        </p:txBody>
      </p:sp>
      <p:graphicFrame>
        <p:nvGraphicFramePr>
          <p:cNvPr id="2" name="Table 1"/>
          <p:cNvGraphicFramePr>
            <a:graphicFrameLocks noGrp="1"/>
          </p:cNvGraphicFramePr>
          <p:nvPr>
            <p:extLst>
              <p:ext uri="{D42A27DB-BD31-4B8C-83A1-F6EECF244321}">
                <p14:modId xmlns:p14="http://schemas.microsoft.com/office/powerpoint/2010/main" val="1053670386"/>
              </p:ext>
            </p:extLst>
          </p:nvPr>
        </p:nvGraphicFramePr>
        <p:xfrm>
          <a:off x="650543" y="1419367"/>
          <a:ext cx="7961193" cy="3591118"/>
        </p:xfrm>
        <a:graphic>
          <a:graphicData uri="http://schemas.openxmlformats.org/drawingml/2006/table">
            <a:tbl>
              <a:tblPr firstRow="1" bandRow="1">
                <a:tableStyleId>{5C22544A-7EE6-4342-B048-85BDC9FD1C3A}</a:tableStyleId>
              </a:tblPr>
              <a:tblGrid>
                <a:gridCol w="2119953">
                  <a:extLst>
                    <a:ext uri="{9D8B030D-6E8A-4147-A177-3AD203B41FA5}">
                      <a16:colId xmlns:a16="http://schemas.microsoft.com/office/drawing/2014/main" val="20000"/>
                    </a:ext>
                  </a:extLst>
                </a:gridCol>
                <a:gridCol w="5841240">
                  <a:extLst>
                    <a:ext uri="{9D8B030D-6E8A-4147-A177-3AD203B41FA5}">
                      <a16:colId xmlns:a16="http://schemas.microsoft.com/office/drawing/2014/main" val="20001"/>
                    </a:ext>
                  </a:extLst>
                </a:gridCol>
              </a:tblGrid>
              <a:tr h="482158">
                <a:tc>
                  <a:txBody>
                    <a:bodyPr/>
                    <a:lstStyle/>
                    <a:p>
                      <a:r>
                        <a:rPr lang="en-US" sz="2400" dirty="0"/>
                        <a:t>Specification</a:t>
                      </a:r>
                    </a:p>
                  </a:txBody>
                  <a:tcPr/>
                </a:tc>
                <a:tc>
                  <a:txBody>
                    <a:bodyPr/>
                    <a:lstStyle/>
                    <a:p>
                      <a:r>
                        <a:rPr lang="en-US" sz="2400" dirty="0"/>
                        <a:t>Description</a:t>
                      </a:r>
                    </a:p>
                  </a:txBody>
                  <a:tcPr/>
                </a:tc>
                <a:extLst>
                  <a:ext uri="{0D108BD9-81ED-4DB2-BD59-A6C34878D82A}">
                    <a16:rowId xmlns:a16="http://schemas.microsoft.com/office/drawing/2014/main" val="10000"/>
                  </a:ext>
                </a:extLst>
              </a:tr>
              <a:tr h="494800">
                <a:tc>
                  <a:txBody>
                    <a:bodyPr/>
                    <a:lstStyle/>
                    <a:p>
                      <a:r>
                        <a:rPr lang="en-US" sz="2400" dirty="0"/>
                        <a:t>IEEE 802.11ac</a:t>
                      </a:r>
                    </a:p>
                  </a:txBody>
                  <a:tcPr/>
                </a:tc>
                <a:tc>
                  <a:txBody>
                    <a:bodyPr/>
                    <a:lstStyle/>
                    <a:p>
                      <a:pPr marL="342900" indent="-342900">
                        <a:buFont typeface="Arial" pitchFamily="34" charset="0"/>
                        <a:buChar char="•"/>
                      </a:pPr>
                      <a:r>
                        <a:rPr lang="en-US" sz="2400" dirty="0"/>
                        <a:t>Throughput of up to 1 Gbps with at least 500 Mbps</a:t>
                      </a:r>
                    </a:p>
                    <a:p>
                      <a:pPr marL="342900" indent="-342900">
                        <a:buFont typeface="Arial" pitchFamily="34" charset="0"/>
                        <a:buChar char="•"/>
                      </a:pPr>
                      <a:r>
                        <a:rPr lang="en-US" sz="2400" dirty="0"/>
                        <a:t>Uses up to eight MIMO</a:t>
                      </a:r>
                    </a:p>
                  </a:txBody>
                  <a:tcPr/>
                </a:tc>
                <a:extLst>
                  <a:ext uri="{0D108BD9-81ED-4DB2-BD59-A6C34878D82A}">
                    <a16:rowId xmlns:a16="http://schemas.microsoft.com/office/drawing/2014/main" val="10001"/>
                  </a:ext>
                </a:extLst>
              </a:tr>
              <a:tr h="494800">
                <a:tc>
                  <a:txBody>
                    <a:bodyPr/>
                    <a:lstStyle/>
                    <a:p>
                      <a:r>
                        <a:rPr lang="en-US" sz="2400" dirty="0"/>
                        <a:t>IEEE 802.11ad Wireless Gigabyte Alliance</a:t>
                      </a:r>
                    </a:p>
                  </a:txBody>
                  <a:tcPr/>
                </a:tc>
                <a:tc>
                  <a:txBody>
                    <a:bodyPr/>
                    <a:lstStyle/>
                    <a:p>
                      <a:pPr marL="342900" marR="0" indent="-3429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400" dirty="0"/>
                        <a:t>Data transmission rates up to 7 Gbps—more than 10 times faster than the highest 802.11n rate</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73552119"/>
      </p:ext>
    </p:extLst>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539750" y="304800"/>
            <a:ext cx="8299450" cy="765175"/>
          </a:xfrm>
        </p:spPr>
        <p:txBody>
          <a:bodyPr/>
          <a:lstStyle/>
          <a:p>
            <a:r>
              <a:rPr lang="en-US" sz="3600" dirty="0">
                <a:ea typeface="ＭＳ Ｐゴシック" pitchFamily="34" charset="-128"/>
              </a:rPr>
              <a:t>Wireless Networking (Cont.)</a:t>
            </a:r>
          </a:p>
        </p:txBody>
      </p:sp>
      <p:sp>
        <p:nvSpPr>
          <p:cNvPr id="26627" name="Content Placeholder 2"/>
          <p:cNvSpPr>
            <a:spLocks noGrp="1"/>
          </p:cNvSpPr>
          <p:nvPr>
            <p:ph idx="4294967295"/>
          </p:nvPr>
        </p:nvSpPr>
        <p:spPr>
          <a:xfrm>
            <a:off x="539750" y="1069975"/>
            <a:ext cx="8299450" cy="5030036"/>
          </a:xfrm>
        </p:spPr>
        <p:txBody>
          <a:bodyPr/>
          <a:lstStyle/>
          <a:p>
            <a:r>
              <a:rPr lang="en-US" sz="2800" dirty="0">
                <a:ea typeface="ＭＳ Ｐゴシック" pitchFamily="34" charset="-128"/>
              </a:rPr>
              <a:t>Wardriving</a:t>
            </a:r>
          </a:p>
          <a:p>
            <a:pPr lvl="1"/>
            <a:r>
              <a:rPr lang="en-US" sz="2400" dirty="0">
                <a:ea typeface="ＭＳ Ｐゴシック" pitchFamily="34" charset="-128"/>
              </a:rPr>
              <a:t>Process of driving around an area while a passenger in the vehicle scans for insecure, or weakly secured, wireless networks</a:t>
            </a:r>
          </a:p>
          <a:p>
            <a:pPr lvl="1"/>
            <a:r>
              <a:rPr lang="en-US" sz="2400" dirty="0">
                <a:ea typeface="ＭＳ Ｐゴシック" pitchFamily="34" charset="-128"/>
              </a:rPr>
              <a:t>Participants then attempt to breach the targets they find</a:t>
            </a:r>
          </a:p>
          <a:p>
            <a:r>
              <a:rPr lang="en-US" sz="2800" dirty="0">
                <a:ea typeface="ＭＳ Ｐゴシック" pitchFamily="34" charset="-128"/>
              </a:rPr>
              <a:t>Warflying</a:t>
            </a:r>
          </a:p>
          <a:p>
            <a:pPr lvl="1"/>
            <a:r>
              <a:rPr lang="en-US" sz="2400" dirty="0">
                <a:ea typeface="ＭＳ Ｐゴシック" pitchFamily="34" charset="-128"/>
              </a:rPr>
              <a:t>A twist on war driving</a:t>
            </a:r>
          </a:p>
          <a:p>
            <a:pPr lvl="1"/>
            <a:r>
              <a:rPr lang="en-US" sz="2400" dirty="0">
                <a:ea typeface="ＭＳ Ｐゴシック" pitchFamily="34" charset="-128"/>
              </a:rPr>
              <a:t>A radio-controlled airplane is equipped with wardriving equipment</a:t>
            </a:r>
          </a:p>
          <a:p>
            <a:pPr lvl="1"/>
            <a:r>
              <a:rPr lang="en-US" sz="2400" dirty="0">
                <a:ea typeface="ＭＳ Ｐゴシック" pitchFamily="34" charset="-128"/>
              </a:rPr>
              <a:t>Radio-controlled (RC) plane can be used to fly over an area to gather data on wireless networks</a:t>
            </a:r>
          </a:p>
        </p:txBody>
      </p:sp>
    </p:spTree>
    <p:extLst>
      <p:ext uri="{BB962C8B-B14F-4D97-AF65-F5344CB8AC3E}">
        <p14:creationId xmlns:p14="http://schemas.microsoft.com/office/powerpoint/2010/main" val="1963402569"/>
      </p:ext>
    </p:extLst>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539750" y="304800"/>
            <a:ext cx="8299450" cy="765175"/>
          </a:xfrm>
        </p:spPr>
        <p:txBody>
          <a:bodyPr/>
          <a:lstStyle/>
          <a:p>
            <a:r>
              <a:rPr lang="en-US" sz="3600" dirty="0">
                <a:ea typeface="ＭＳ Ｐゴシック" pitchFamily="34" charset="-128"/>
              </a:rPr>
              <a:t>Wireless Concerns</a:t>
            </a:r>
          </a:p>
        </p:txBody>
      </p:sp>
      <p:sp>
        <p:nvSpPr>
          <p:cNvPr id="26627" name="Content Placeholder 2"/>
          <p:cNvSpPr>
            <a:spLocks noGrp="1"/>
          </p:cNvSpPr>
          <p:nvPr>
            <p:ph idx="4294967295"/>
          </p:nvPr>
        </p:nvSpPr>
        <p:spPr>
          <a:xfrm>
            <a:off x="539750" y="1069975"/>
            <a:ext cx="8299450" cy="5030036"/>
          </a:xfrm>
        </p:spPr>
        <p:txBody>
          <a:bodyPr/>
          <a:lstStyle/>
          <a:p>
            <a:endParaRPr lang="en-US" sz="1600" dirty="0">
              <a:ea typeface="ＭＳ Ｐゴシック" pitchFamily="34" charset="-128"/>
            </a:endParaRPr>
          </a:p>
          <a:p>
            <a:endParaRPr lang="en-US" sz="1600" dirty="0">
              <a:ea typeface="ＭＳ Ｐゴシック" pitchFamily="34" charset="-128"/>
            </a:endParaRPr>
          </a:p>
        </p:txBody>
      </p:sp>
      <p:sp>
        <p:nvSpPr>
          <p:cNvPr id="4" name="Content Placeholder 2"/>
          <p:cNvSpPr txBox="1">
            <a:spLocks/>
          </p:cNvSpPr>
          <p:nvPr/>
        </p:nvSpPr>
        <p:spPr bwMode="auto">
          <a:xfrm>
            <a:off x="692150" y="1222375"/>
            <a:ext cx="8299450" cy="50300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ea typeface="ＭＳ Ｐゴシック" pitchFamily="34" charset="-128"/>
              </a:rPr>
              <a:t>Did a perpetrator use a wireless network entry point for a direct network attack or theft of data?</a:t>
            </a:r>
          </a:p>
          <a:p>
            <a:r>
              <a:rPr lang="en-US" sz="3200" kern="0" dirty="0">
                <a:ea typeface="ＭＳ Ｐゴシック" pitchFamily="34" charset="-128"/>
              </a:rPr>
              <a:t>Did an attacker use a third-party wireless network, such as a hotel hotspot, to conceal his or her identity?</a:t>
            </a:r>
          </a:p>
          <a:p>
            <a:endParaRPr lang="en-US" sz="1600" kern="0" dirty="0">
              <a:ea typeface="ＭＳ Ｐゴシック" pitchFamily="34" charset="-128"/>
            </a:endParaRPr>
          </a:p>
        </p:txBody>
      </p:sp>
    </p:spTree>
    <p:extLst>
      <p:ext uri="{BB962C8B-B14F-4D97-AF65-F5344CB8AC3E}">
        <p14:creationId xmlns:p14="http://schemas.microsoft.com/office/powerpoint/2010/main" val="2409012982"/>
      </p:ext>
    </p:extLst>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539750" y="304800"/>
            <a:ext cx="8299450" cy="765175"/>
          </a:xfrm>
        </p:spPr>
        <p:txBody>
          <a:bodyPr/>
          <a:lstStyle/>
          <a:p>
            <a:r>
              <a:rPr lang="en-US" sz="3600" dirty="0">
                <a:ea typeface="ＭＳ Ｐゴシック" pitchFamily="34" charset="-128"/>
              </a:rPr>
              <a:t>Wireless Storage Devices</a:t>
            </a:r>
          </a:p>
        </p:txBody>
      </p:sp>
      <p:sp>
        <p:nvSpPr>
          <p:cNvPr id="26627" name="Content Placeholder 2"/>
          <p:cNvSpPr>
            <a:spLocks noGrp="1"/>
          </p:cNvSpPr>
          <p:nvPr>
            <p:ph idx="4294967295"/>
          </p:nvPr>
        </p:nvSpPr>
        <p:spPr>
          <a:xfrm>
            <a:off x="539750" y="1069975"/>
            <a:ext cx="8299450" cy="5030036"/>
          </a:xfrm>
        </p:spPr>
        <p:txBody>
          <a:bodyPr/>
          <a:lstStyle/>
          <a:p>
            <a:endParaRPr lang="en-US" sz="1600" dirty="0">
              <a:ea typeface="ＭＳ Ｐゴシック" pitchFamily="34" charset="-128"/>
            </a:endParaRPr>
          </a:p>
          <a:p>
            <a:endParaRPr lang="en-US" sz="1600" dirty="0">
              <a:ea typeface="ＭＳ Ｐゴシック" pitchFamily="34" charset="-128"/>
            </a:endParaRPr>
          </a:p>
        </p:txBody>
      </p:sp>
      <p:sp>
        <p:nvSpPr>
          <p:cNvPr id="4" name="Content Placeholder 2"/>
          <p:cNvSpPr txBox="1">
            <a:spLocks/>
          </p:cNvSpPr>
          <p:nvPr/>
        </p:nvSpPr>
        <p:spPr bwMode="auto">
          <a:xfrm>
            <a:off x="692150" y="1222375"/>
            <a:ext cx="8299450" cy="50300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ea typeface="ＭＳ Ｐゴシック" pitchFamily="34" charset="-128"/>
              </a:rPr>
              <a:t>Wireless digital and video cameras</a:t>
            </a:r>
          </a:p>
          <a:p>
            <a:r>
              <a:rPr lang="en-US" sz="3200" kern="0" dirty="0">
                <a:ea typeface="ＭＳ Ｐゴシック" pitchFamily="34" charset="-128"/>
              </a:rPr>
              <a:t>Wireless printers with storage capacity</a:t>
            </a:r>
          </a:p>
          <a:p>
            <a:r>
              <a:rPr lang="en-US" sz="3200" kern="0" dirty="0">
                <a:ea typeface="ＭＳ Ｐゴシック" pitchFamily="34" charset="-128"/>
              </a:rPr>
              <a:t>Wireless network-attached storage (NAS) devices</a:t>
            </a:r>
          </a:p>
          <a:p>
            <a:r>
              <a:rPr lang="en-US" sz="3200" kern="0" dirty="0">
                <a:ea typeface="ＭＳ Ｐゴシック" pitchFamily="34" charset="-128"/>
              </a:rPr>
              <a:t>Tablets and smartphones</a:t>
            </a:r>
          </a:p>
          <a:p>
            <a:r>
              <a:rPr lang="en-US" sz="3200" kern="0" dirty="0">
                <a:ea typeface="ＭＳ Ｐゴシック" pitchFamily="34" charset="-128"/>
              </a:rPr>
              <a:t>Wireless digital video recorders (DVRs)</a:t>
            </a:r>
          </a:p>
          <a:p>
            <a:r>
              <a:rPr lang="en-US" sz="3200" kern="0" dirty="0">
                <a:ea typeface="ＭＳ Ｐゴシック" pitchFamily="34" charset="-128"/>
              </a:rPr>
              <a:t>Wireless game consoles</a:t>
            </a:r>
            <a:endParaRPr lang="en-US" sz="1600" kern="0" dirty="0">
              <a:ea typeface="ＭＳ Ｐゴシック" pitchFamily="34" charset="-128"/>
            </a:endParaRPr>
          </a:p>
        </p:txBody>
      </p:sp>
    </p:spTree>
    <p:extLst>
      <p:ext uri="{BB962C8B-B14F-4D97-AF65-F5344CB8AC3E}">
        <p14:creationId xmlns:p14="http://schemas.microsoft.com/office/powerpoint/2010/main" val="559303402"/>
      </p:ext>
    </p:extLst>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539750" y="304800"/>
            <a:ext cx="8299450" cy="765175"/>
          </a:xfrm>
        </p:spPr>
        <p:txBody>
          <a:bodyPr/>
          <a:lstStyle/>
          <a:p>
            <a:r>
              <a:rPr lang="en-US" sz="3600" dirty="0">
                <a:ea typeface="ＭＳ Ｐゴシック" pitchFamily="34" charset="-128"/>
              </a:rPr>
              <a:t>Wireless Network Discovery Tools</a:t>
            </a:r>
          </a:p>
        </p:txBody>
      </p:sp>
      <p:graphicFrame>
        <p:nvGraphicFramePr>
          <p:cNvPr id="2" name="Diagram 1"/>
          <p:cNvGraphicFramePr/>
          <p:nvPr>
            <p:extLst>
              <p:ext uri="{D42A27DB-BD31-4B8C-83A1-F6EECF244321}">
                <p14:modId xmlns:p14="http://schemas.microsoft.com/office/powerpoint/2010/main" val="3628921176"/>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18589481"/>
      </p:ext>
    </p:extLst>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539750" y="304800"/>
            <a:ext cx="8299450" cy="765175"/>
          </a:xfrm>
        </p:spPr>
        <p:txBody>
          <a:bodyPr/>
          <a:lstStyle/>
          <a:p>
            <a:r>
              <a:rPr lang="en-US" sz="3600" dirty="0">
                <a:ea typeface="ＭＳ Ｐゴシック" pitchFamily="34" charset="-128"/>
              </a:rPr>
              <a:t>Router Forensics</a:t>
            </a:r>
          </a:p>
        </p:txBody>
      </p:sp>
      <p:sp>
        <p:nvSpPr>
          <p:cNvPr id="26627" name="Content Placeholder 2"/>
          <p:cNvSpPr>
            <a:spLocks noGrp="1"/>
          </p:cNvSpPr>
          <p:nvPr>
            <p:ph idx="4294967295"/>
          </p:nvPr>
        </p:nvSpPr>
        <p:spPr>
          <a:xfrm>
            <a:off x="539750" y="1069975"/>
            <a:ext cx="8299450" cy="5030036"/>
          </a:xfrm>
        </p:spPr>
        <p:txBody>
          <a:bodyPr/>
          <a:lstStyle/>
          <a:p>
            <a:endParaRPr lang="en-US" sz="1600" dirty="0">
              <a:ea typeface="ＭＳ Ｐゴシック" pitchFamily="34" charset="-128"/>
            </a:endParaRPr>
          </a:p>
          <a:p>
            <a:endParaRPr lang="en-US" sz="1600" dirty="0">
              <a:ea typeface="ＭＳ Ｐゴシック" pitchFamily="34" charset="-128"/>
            </a:endParaRPr>
          </a:p>
        </p:txBody>
      </p:sp>
      <p:sp>
        <p:nvSpPr>
          <p:cNvPr id="4" name="Content Placeholder 2"/>
          <p:cNvSpPr txBox="1">
            <a:spLocks/>
          </p:cNvSpPr>
          <p:nvPr/>
        </p:nvSpPr>
        <p:spPr bwMode="auto">
          <a:xfrm>
            <a:off x="692150" y="1069975"/>
            <a:ext cx="8299450" cy="51824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ea typeface="ＭＳ Ｐゴシック" pitchFamily="34" charset="-128"/>
              </a:rPr>
              <a:t>Router is hardware or software device that forwards data packets across a network to a destination network</a:t>
            </a:r>
          </a:p>
          <a:p>
            <a:r>
              <a:rPr lang="en-US" sz="3200" kern="0" dirty="0">
                <a:ea typeface="ＭＳ Ｐゴシック" pitchFamily="34" charset="-128"/>
              </a:rPr>
              <a:t>May contain:</a:t>
            </a:r>
          </a:p>
          <a:p>
            <a:pPr lvl="1"/>
            <a:r>
              <a:rPr lang="en-US" sz="2400" kern="0" dirty="0">
                <a:ea typeface="ＭＳ Ｐゴシック" pitchFamily="34" charset="-128"/>
              </a:rPr>
              <a:t>Read-only memory (ROM) with power-on self test code</a:t>
            </a:r>
          </a:p>
          <a:p>
            <a:pPr lvl="1"/>
            <a:r>
              <a:rPr lang="en-US" sz="2400" kern="0" dirty="0">
                <a:ea typeface="ＭＳ Ｐゴシック" pitchFamily="34" charset="-128"/>
              </a:rPr>
              <a:t>Flash memory containing the router’s operating system</a:t>
            </a:r>
          </a:p>
          <a:p>
            <a:pPr lvl="1"/>
            <a:r>
              <a:rPr lang="en-US" sz="2400" kern="0" dirty="0">
                <a:ea typeface="ＭＳ Ｐゴシック" pitchFamily="34" charset="-128"/>
              </a:rPr>
              <a:t>Nonvolatile random access memory (RAM) containing configuration information</a:t>
            </a:r>
          </a:p>
          <a:p>
            <a:pPr lvl="1"/>
            <a:r>
              <a:rPr lang="en-US" sz="2400" kern="0" dirty="0">
                <a:ea typeface="ＭＳ Ｐゴシック" pitchFamily="34" charset="-128"/>
              </a:rPr>
              <a:t>Volatile RAM containing routing tables and log information</a:t>
            </a:r>
          </a:p>
        </p:txBody>
      </p:sp>
    </p:spTree>
    <p:extLst>
      <p:ext uri="{BB962C8B-B14F-4D97-AF65-F5344CB8AC3E}">
        <p14:creationId xmlns:p14="http://schemas.microsoft.com/office/powerpoint/2010/main" val="1391461329"/>
      </p:ext>
    </p:extLst>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Basic Network Devices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655349337"/>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25782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Routers in Detail</a:t>
            </a:r>
          </a:p>
        </p:txBody>
      </p:sp>
      <p:sp>
        <p:nvSpPr>
          <p:cNvPr id="7171" name="Content Placeholder 2"/>
          <p:cNvSpPr>
            <a:spLocks noGrp="1"/>
          </p:cNvSpPr>
          <p:nvPr>
            <p:ph idx="1"/>
          </p:nvPr>
        </p:nvSpPr>
        <p:spPr>
          <a:xfrm>
            <a:off x="539750" y="1132765"/>
            <a:ext cx="8299450" cy="4971174"/>
          </a:xfrm>
        </p:spPr>
        <p:txBody>
          <a:bodyPr/>
          <a:lstStyle/>
          <a:p>
            <a:pPr marL="339725" indent="-339725">
              <a:defRPr/>
            </a:pPr>
            <a:r>
              <a:rPr lang="en-US" sz="3000" dirty="0">
                <a:ea typeface="ＭＳ Ｐゴシック" pitchFamily="34" charset="-128"/>
              </a:rPr>
              <a:t>Determine where to send information from one computer to another</a:t>
            </a:r>
          </a:p>
          <a:p>
            <a:pPr marL="339725" indent="-339725">
              <a:defRPr/>
            </a:pPr>
            <a:r>
              <a:rPr lang="en-US" sz="3000" dirty="0">
                <a:ea typeface="ＭＳ Ｐゴシック" pitchFamily="34" charset="-128"/>
              </a:rPr>
              <a:t>Are specialized computers that send your messages and those of every other Internet user to their destinations along thousands of pathways</a:t>
            </a:r>
          </a:p>
          <a:p>
            <a:pPr marL="339725" indent="-339725">
              <a:defRPr/>
            </a:pPr>
            <a:r>
              <a:rPr lang="en-US" sz="3000" dirty="0">
                <a:ea typeface="ＭＳ Ｐゴシック" pitchFamily="34" charset="-128"/>
              </a:rPr>
              <a:t>Maintain a routing table to keep track of routes</a:t>
            </a:r>
          </a:p>
          <a:p>
            <a:pPr marL="339725" indent="-339725">
              <a:defRPr/>
            </a:pPr>
            <a:r>
              <a:rPr lang="en-US" sz="3000" dirty="0">
                <a:ea typeface="ＭＳ Ｐゴシック" pitchFamily="34" charset="-128"/>
              </a:rPr>
              <a:t>Some routes are programmed manually, many are “learned” automatically by route</a:t>
            </a:r>
          </a:p>
        </p:txBody>
      </p:sp>
    </p:spTree>
    <p:extLst>
      <p:ext uri="{BB962C8B-B14F-4D97-AF65-F5344CB8AC3E}">
        <p14:creationId xmlns:p14="http://schemas.microsoft.com/office/powerpoint/2010/main" val="36468506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Router Attacks</a:t>
            </a:r>
          </a:p>
        </p:txBody>
      </p:sp>
      <p:sp>
        <p:nvSpPr>
          <p:cNvPr id="7171" name="Content Placeholder 2"/>
          <p:cNvSpPr>
            <a:spLocks noGrp="1"/>
          </p:cNvSpPr>
          <p:nvPr>
            <p:ph idx="1"/>
          </p:nvPr>
        </p:nvSpPr>
        <p:spPr>
          <a:xfrm>
            <a:off x="539750" y="1132765"/>
            <a:ext cx="8299450" cy="4971174"/>
          </a:xfrm>
        </p:spPr>
        <p:txBody>
          <a:bodyPr/>
          <a:lstStyle/>
          <a:p>
            <a:pPr marL="339725" indent="-339725">
              <a:defRPr/>
            </a:pPr>
            <a:r>
              <a:rPr lang="en-US" sz="3200" dirty="0">
                <a:ea typeface="ＭＳ Ｐゴシック" pitchFamily="34" charset="-128"/>
              </a:rPr>
              <a:t>Router table poisoning</a:t>
            </a:r>
          </a:p>
          <a:p>
            <a:pPr marL="339725" indent="-339725">
              <a:defRPr/>
            </a:pPr>
            <a:r>
              <a:rPr lang="en-US" sz="3200" dirty="0">
                <a:ea typeface="ＭＳ Ｐゴシック" pitchFamily="34" charset="-128"/>
              </a:rPr>
              <a:t>Incorrect router table entries can result in:</a:t>
            </a:r>
          </a:p>
          <a:p>
            <a:pPr lvl="1"/>
            <a:r>
              <a:rPr lang="en-US" sz="3000" dirty="0">
                <a:ea typeface="ＭＳ Ｐゴシック" pitchFamily="34" charset="-128"/>
              </a:rPr>
              <a:t>Artificial congestion</a:t>
            </a:r>
          </a:p>
          <a:p>
            <a:pPr lvl="1"/>
            <a:r>
              <a:rPr lang="en-US" sz="3000" dirty="0">
                <a:ea typeface="ＭＳ Ｐゴシック" pitchFamily="34" charset="-128"/>
              </a:rPr>
              <a:t>The router becoming overwhelmed</a:t>
            </a:r>
          </a:p>
          <a:p>
            <a:pPr lvl="1"/>
            <a:r>
              <a:rPr lang="en-US" sz="3000" dirty="0">
                <a:ea typeface="ＭＳ Ｐゴシック" pitchFamily="34" charset="-128"/>
              </a:rPr>
              <a:t>An attacker being allowed access to data in the compromised network </a:t>
            </a:r>
          </a:p>
          <a:p>
            <a:pPr marL="793750" lvl="1" indent="-339725">
              <a:defRPr/>
            </a:pPr>
            <a:endParaRPr lang="en-US" sz="3000" dirty="0">
              <a:ea typeface="ＭＳ Ｐゴシック" pitchFamily="34" charset="-128"/>
            </a:endParaRPr>
          </a:p>
        </p:txBody>
      </p:sp>
    </p:spTree>
    <p:extLst>
      <p:ext uri="{BB962C8B-B14F-4D97-AF65-F5344CB8AC3E}">
        <p14:creationId xmlns:p14="http://schemas.microsoft.com/office/powerpoint/2010/main" val="6535143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Getting Evidence from Routers</a:t>
            </a:r>
          </a:p>
        </p:txBody>
      </p:sp>
      <p:sp>
        <p:nvSpPr>
          <p:cNvPr id="7171" name="Content Placeholder 2"/>
          <p:cNvSpPr>
            <a:spLocks noGrp="1"/>
          </p:cNvSpPr>
          <p:nvPr>
            <p:ph idx="1"/>
          </p:nvPr>
        </p:nvSpPr>
        <p:spPr>
          <a:xfrm>
            <a:off x="539750" y="1132765"/>
            <a:ext cx="8299450" cy="4971174"/>
          </a:xfrm>
        </p:spPr>
        <p:txBody>
          <a:bodyPr/>
          <a:lstStyle/>
          <a:p>
            <a:r>
              <a:rPr lang="en-US" sz="3200" dirty="0">
                <a:ea typeface="ＭＳ Ｐゴシック" pitchFamily="34" charset="-128"/>
              </a:rPr>
              <a:t>Don't shut down router</a:t>
            </a:r>
          </a:p>
          <a:p>
            <a:pPr lvl="1"/>
            <a:r>
              <a:rPr lang="en-US" sz="3000" dirty="0">
                <a:ea typeface="ＭＳ Ｐゴシック" pitchFamily="34" charset="-128"/>
              </a:rPr>
              <a:t>Can erase valuable evidence</a:t>
            </a:r>
          </a:p>
          <a:p>
            <a:r>
              <a:rPr lang="en-US" sz="3200" dirty="0">
                <a:ea typeface="ＭＳ Ｐゴシック" pitchFamily="34" charset="-128"/>
              </a:rPr>
              <a:t>Don't alter anything</a:t>
            </a:r>
          </a:p>
          <a:p>
            <a:r>
              <a:rPr lang="en-US" sz="3200" dirty="0">
                <a:ea typeface="ＭＳ Ｐゴシック" pitchFamily="34" charset="-128"/>
              </a:rPr>
              <a:t>Document your process</a:t>
            </a:r>
          </a:p>
          <a:p>
            <a:endParaRPr lang="en-US" sz="3200" dirty="0">
              <a:ea typeface="ＭＳ Ｐゴシック" pitchFamily="34" charset="-128"/>
            </a:endParaRPr>
          </a:p>
          <a:p>
            <a:r>
              <a:rPr lang="en-US" sz="3200" dirty="0">
                <a:ea typeface="ＭＳ Ｐゴシック" pitchFamily="34" charset="-128"/>
              </a:rPr>
              <a:t>Connect with the router to run certain commands</a:t>
            </a:r>
          </a:p>
        </p:txBody>
      </p:sp>
    </p:spTree>
    <p:extLst>
      <p:ext uri="{BB962C8B-B14F-4D97-AF65-F5344CB8AC3E}">
        <p14:creationId xmlns:p14="http://schemas.microsoft.com/office/powerpoint/2010/main" val="616708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Recording with HyperTerminal</a:t>
            </a:r>
          </a:p>
        </p:txBody>
      </p:sp>
      <p:sp>
        <p:nvSpPr>
          <p:cNvPr id="6" name="TextBox 5"/>
          <p:cNvSpPr txBox="1"/>
          <p:nvPr/>
        </p:nvSpPr>
        <p:spPr>
          <a:xfrm rot="5400000">
            <a:off x="6989782" y="3554136"/>
            <a:ext cx="1525137" cy="230832"/>
          </a:xfrm>
          <a:prstGeom prst="rect">
            <a:avLst/>
          </a:prstGeom>
          <a:noFill/>
        </p:spPr>
        <p:txBody>
          <a:bodyPr wrap="square" rtlCol="0">
            <a:spAutoFit/>
          </a:bodyPr>
          <a:lstStyle/>
          <a:p>
            <a:r>
              <a:rPr lang="en-US" sz="900" dirty="0">
                <a:solidFill>
                  <a:schemeClr val="bg1">
                    <a:lumMod val="75000"/>
                  </a:schemeClr>
                </a:solidFill>
              </a:rPr>
              <a:t>Courtesy of HILGRAEVE</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20506" y="1790485"/>
            <a:ext cx="6016429" cy="2533233"/>
          </a:xfrm>
        </p:spPr>
      </p:pic>
    </p:spTree>
    <p:extLst>
      <p:ext uri="{BB962C8B-B14F-4D97-AF65-F5344CB8AC3E}">
        <p14:creationId xmlns:p14="http://schemas.microsoft.com/office/powerpoint/2010/main" val="2984008203"/>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p:txBody>
          <a:bodyPr/>
          <a:lstStyle/>
          <a:p>
            <a:r>
              <a:rPr lang="en-US" sz="4000" dirty="0"/>
              <a:t>Router Commands</a:t>
            </a:r>
          </a:p>
        </p:txBody>
      </p:sp>
      <p:graphicFrame>
        <p:nvGraphicFramePr>
          <p:cNvPr id="2" name="Diagram 1"/>
          <p:cNvGraphicFramePr/>
          <p:nvPr>
            <p:extLst>
              <p:ext uri="{D42A27DB-BD31-4B8C-83A1-F6EECF244321}">
                <p14:modId xmlns:p14="http://schemas.microsoft.com/office/powerpoint/2010/main" val="956323635"/>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0197667"/>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What Is a Firewall?</a:t>
            </a:r>
          </a:p>
        </p:txBody>
      </p:sp>
      <p:sp>
        <p:nvSpPr>
          <p:cNvPr id="7171" name="Content Placeholder 2"/>
          <p:cNvSpPr>
            <a:spLocks noGrp="1"/>
          </p:cNvSpPr>
          <p:nvPr>
            <p:ph idx="1"/>
          </p:nvPr>
        </p:nvSpPr>
        <p:spPr>
          <a:xfrm>
            <a:off x="539750" y="925513"/>
            <a:ext cx="8299450" cy="5178425"/>
          </a:xfrm>
        </p:spPr>
        <p:txBody>
          <a:bodyPr/>
          <a:lstStyle/>
          <a:p>
            <a:pPr marL="339725" indent="-339725">
              <a:defRPr/>
            </a:pPr>
            <a:r>
              <a:rPr lang="en-US" sz="2800" dirty="0">
                <a:ea typeface="ＭＳ Ｐゴシック" pitchFamily="34" charset="-128"/>
              </a:rPr>
              <a:t>A network traffic control device or service</a:t>
            </a:r>
          </a:p>
          <a:p>
            <a:pPr marL="339725" indent="-339725">
              <a:tabLst>
                <a:tab pos="6234113" algn="l"/>
              </a:tabLst>
              <a:defRPr/>
            </a:pPr>
            <a:r>
              <a:rPr lang="en-US" sz="2800" dirty="0">
                <a:ea typeface="ＭＳ Ｐゴシック" pitchFamily="34" charset="-128"/>
              </a:rPr>
              <a:t>Enforces network security policy </a:t>
            </a:r>
          </a:p>
          <a:p>
            <a:pPr marL="339725" indent="-339725">
              <a:defRPr/>
            </a:pPr>
            <a:r>
              <a:rPr lang="en-US" sz="2800" dirty="0">
                <a:ea typeface="ＭＳ Ｐゴシック" pitchFamily="34" charset="-128"/>
              </a:rPr>
              <a:t>Protects the network against external attacks</a:t>
            </a:r>
          </a:p>
          <a:p>
            <a:pPr marL="339725" indent="-339725">
              <a:defRPr/>
            </a:pPr>
            <a:r>
              <a:rPr lang="en-US" sz="2800" dirty="0">
                <a:ea typeface="ＭＳ Ｐゴシック" pitchFamily="34" charset="-128"/>
              </a:rPr>
              <a:t>Establishes control over network traffic</a:t>
            </a:r>
          </a:p>
          <a:p>
            <a:pPr marL="339725" indent="-339725">
              <a:defRPr/>
            </a:pPr>
            <a:r>
              <a:rPr lang="en-US" sz="2800" dirty="0">
                <a:ea typeface="ＭＳ Ｐゴシック" pitchFamily="34" charset="-128"/>
              </a:rPr>
              <a:t>Prevents connections from unauthorized sources to protected network systems, services, and resources</a:t>
            </a:r>
          </a:p>
          <a:p>
            <a:pPr>
              <a:defRPr/>
            </a:pPr>
            <a:endParaRPr lang="en-US" dirty="0">
              <a:ea typeface="ＭＳ Ｐゴシック" pitchFamily="34" charset="-128"/>
            </a:endParaRPr>
          </a:p>
          <a:p>
            <a:pPr>
              <a:defRPr/>
            </a:pPr>
            <a:endParaRPr lang="en-US" dirty="0">
              <a:ea typeface="ＭＳ Ｐゴシック" pitchFamily="34" charset="-128"/>
            </a:endParaRPr>
          </a:p>
        </p:txBody>
      </p:sp>
      <p:sp>
        <p:nvSpPr>
          <p:cNvPr id="4" name="TextBox 3"/>
          <p:cNvSpPr txBox="1"/>
          <p:nvPr/>
        </p:nvSpPr>
        <p:spPr>
          <a:xfrm>
            <a:off x="1614488" y="4641850"/>
            <a:ext cx="6080125" cy="1462088"/>
          </a:xfrm>
          <a:prstGeom prst="rect">
            <a:avLst/>
          </a:prstGeom>
          <a:noFill/>
          <a:ln w="19050" cap="rnd" cmpd="sng">
            <a:solidFill>
              <a:schemeClr val="accent1">
                <a:lumMod val="75000"/>
              </a:schemeClr>
            </a:solidFill>
          </a:ln>
          <a:effectLst/>
        </p:spPr>
        <p:txBody>
          <a:bodyPr>
            <a:spAutoFit/>
          </a:bodyPr>
          <a:lstStyle/>
          <a:p>
            <a:pPr algn="ctr">
              <a:spcBef>
                <a:spcPts val="600"/>
              </a:spcBef>
              <a:spcAft>
                <a:spcPts val="600"/>
              </a:spcAft>
              <a:defRPr/>
            </a:pPr>
            <a:r>
              <a:rPr lang="en-US" sz="2000" b="1" dirty="0">
                <a:latin typeface="Arial" charset="0"/>
                <a:ea typeface="ＭＳ Ｐゴシック" pitchFamily="97" charset="-128"/>
              </a:rPr>
              <a:t>Firewall Analogy</a:t>
            </a:r>
          </a:p>
          <a:p>
            <a:pPr>
              <a:defRPr/>
            </a:pPr>
            <a:r>
              <a:rPr lang="en-US" sz="2000" dirty="0">
                <a:latin typeface="Arial" charset="0"/>
                <a:ea typeface="ＭＳ Ｐゴシック" pitchFamily="97" charset="-128"/>
              </a:rPr>
              <a:t>Bouncer</a:t>
            </a:r>
            <a:r>
              <a:rPr lang="en-US" sz="2400" dirty="0">
                <a:latin typeface="Arial" charset="0"/>
                <a:ea typeface="ＭＳ Ｐゴシック" pitchFamily="97" charset="-128"/>
              </a:rPr>
              <a:t> </a:t>
            </a:r>
            <a:r>
              <a:rPr lang="en-US" sz="2000" dirty="0">
                <a:latin typeface="Arial" charset="0"/>
                <a:ea typeface="ＭＳ Ｐゴシック" pitchFamily="97" charset="-128"/>
              </a:rPr>
              <a:t>at a night club with a guest list that defines specific names or types of individuals allowed in or specifically prohibited from the club</a:t>
            </a:r>
          </a:p>
        </p:txBody>
      </p:sp>
    </p:spTree>
    <p:extLst>
      <p:ext uri="{BB962C8B-B14F-4D97-AF65-F5344CB8AC3E}">
        <p14:creationId xmlns:p14="http://schemas.microsoft.com/office/powerpoint/2010/main" val="41727055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39750" y="304800"/>
            <a:ext cx="8299450" cy="476250"/>
          </a:xfrm>
        </p:spPr>
        <p:txBody>
          <a:bodyPr/>
          <a:lstStyle/>
          <a:p>
            <a:r>
              <a:rPr lang="en-US" sz="3600" dirty="0">
                <a:solidFill>
                  <a:schemeClr val="tx2"/>
                </a:solidFill>
                <a:ea typeface="ＭＳ Ｐゴシック" pitchFamily="34" charset="-128"/>
              </a:rPr>
              <a:t>Network-Based Firewalls</a:t>
            </a:r>
          </a:p>
        </p:txBody>
      </p:sp>
      <p:sp>
        <p:nvSpPr>
          <p:cNvPr id="31747" name="Content Placeholder 2"/>
          <p:cNvSpPr>
            <a:spLocks noGrp="1"/>
          </p:cNvSpPr>
          <p:nvPr>
            <p:ph idx="1"/>
          </p:nvPr>
        </p:nvSpPr>
        <p:spPr>
          <a:xfrm>
            <a:off x="539750" y="1251281"/>
            <a:ext cx="2452832" cy="4627006"/>
          </a:xfrm>
        </p:spPr>
        <p:txBody>
          <a:bodyPr/>
          <a:lstStyle/>
          <a:p>
            <a:pPr marL="341313" indent="-341313">
              <a:defRPr/>
            </a:pPr>
            <a:r>
              <a:rPr lang="en-US" sz="2800" dirty="0">
                <a:ea typeface="ＭＳ Ｐゴシック" pitchFamily="34" charset="-128"/>
              </a:rPr>
              <a:t>Span an entire network</a:t>
            </a:r>
          </a:p>
          <a:p>
            <a:pPr marL="341313" indent="-341313">
              <a:defRPr/>
            </a:pPr>
            <a:r>
              <a:rPr lang="en-US" sz="2800" dirty="0">
                <a:ea typeface="ＭＳ Ｐゴシック" pitchFamily="34" charset="-128"/>
              </a:rPr>
              <a:t>Filter all traffic passing in and out of network or network segment</a:t>
            </a:r>
          </a:p>
          <a:p>
            <a:pPr>
              <a:defRPr/>
            </a:pPr>
            <a:endParaRPr lang="en-US" dirty="0">
              <a:ea typeface="ＭＳ Ｐゴシック" pitchFamily="34" charset="-128"/>
            </a:endParaRPr>
          </a:p>
          <a:p>
            <a:pPr>
              <a:defRPr/>
            </a:pPr>
            <a:endParaRPr lang="en-US" dirty="0">
              <a:ea typeface="ＭＳ Ｐゴシック" pitchFamily="34" charset="-128"/>
            </a:endParaRPr>
          </a:p>
          <a:p>
            <a:pPr>
              <a:buFont typeface="Wingdings" pitchFamily="2" charset="2"/>
              <a:buNone/>
              <a:defRPr/>
            </a:pPr>
            <a:endParaRPr lang="en-US" sz="2000" dirty="0">
              <a:ea typeface="ＭＳ Ｐゴシック" pitchFamily="34" charset="-128"/>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3052" y="1353787"/>
            <a:ext cx="5356148" cy="4188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Arrow Connector 7"/>
          <p:cNvCxnSpPr/>
          <p:nvPr/>
        </p:nvCxnSpPr>
        <p:spPr bwMode="auto">
          <a:xfrm flipV="1">
            <a:off x="6455390" y="3821371"/>
            <a:ext cx="13648" cy="709683"/>
          </a:xfrm>
          <a:prstGeom prst="straightConnector1">
            <a:avLst/>
          </a:prstGeom>
          <a:solidFill>
            <a:schemeClr val="accent1"/>
          </a:solidFill>
          <a:ln w="38100" cap="flat" cmpd="sng" algn="ctr">
            <a:solidFill>
              <a:srgbClr val="FF0000"/>
            </a:solidFill>
            <a:prstDash val="solid"/>
            <a:round/>
            <a:headEnd type="none" w="med" len="med"/>
            <a:tailEnd type="arrow"/>
          </a:ln>
          <a:effectLst/>
        </p:spPr>
      </p:cxnSp>
      <p:sp>
        <p:nvSpPr>
          <p:cNvPr id="9" name="TextBox 8"/>
          <p:cNvSpPr txBox="1"/>
          <p:nvPr/>
        </p:nvSpPr>
        <p:spPr>
          <a:xfrm>
            <a:off x="5878353" y="4517406"/>
            <a:ext cx="1235961" cy="430887"/>
          </a:xfrm>
          <a:prstGeom prst="rect">
            <a:avLst/>
          </a:prstGeom>
          <a:noFill/>
        </p:spPr>
        <p:txBody>
          <a:bodyPr wrap="square" rtlCol="0">
            <a:spAutoFit/>
          </a:bodyPr>
          <a:lstStyle/>
          <a:p>
            <a:r>
              <a:rPr lang="en-US" sz="2200" dirty="0">
                <a:solidFill>
                  <a:srgbClr val="FF0000"/>
                </a:solidFill>
              </a:rPr>
              <a:t>Firewall</a:t>
            </a:r>
          </a:p>
        </p:txBody>
      </p:sp>
    </p:spTree>
    <p:extLst>
      <p:ext uri="{BB962C8B-B14F-4D97-AF65-F5344CB8AC3E}">
        <p14:creationId xmlns:p14="http://schemas.microsoft.com/office/powerpoint/2010/main" val="26722627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476250"/>
          </a:xfrm>
        </p:spPr>
        <p:txBody>
          <a:bodyPr/>
          <a:lstStyle/>
          <a:p>
            <a:r>
              <a:rPr lang="en-US" sz="4000" dirty="0">
                <a:solidFill>
                  <a:schemeClr val="tx2"/>
                </a:solidFill>
              </a:rPr>
              <a:t>Firewall Categories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767389768"/>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92912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Collecting Data</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2565982241"/>
              </p:ext>
            </p:extLst>
          </p:nvPr>
        </p:nvGraphicFramePr>
        <p:xfrm>
          <a:off x="802103" y="3127714"/>
          <a:ext cx="7716254" cy="2743568"/>
        </p:xfrm>
        <a:graphic>
          <a:graphicData uri="http://schemas.openxmlformats.org/drawingml/2006/table">
            <a:tbl>
              <a:tblPr firstRow="1" bandRow="1">
                <a:tableStyleId>{5C22544A-7EE6-4342-B048-85BDC9FD1C3A}</a:tableStyleId>
              </a:tblPr>
              <a:tblGrid>
                <a:gridCol w="3858127">
                  <a:extLst>
                    <a:ext uri="{9D8B030D-6E8A-4147-A177-3AD203B41FA5}">
                      <a16:colId xmlns:a16="http://schemas.microsoft.com/office/drawing/2014/main" val="20000"/>
                    </a:ext>
                  </a:extLst>
                </a:gridCol>
                <a:gridCol w="3858127">
                  <a:extLst>
                    <a:ext uri="{9D8B030D-6E8A-4147-A177-3AD203B41FA5}">
                      <a16:colId xmlns:a16="http://schemas.microsoft.com/office/drawing/2014/main" val="20001"/>
                    </a:ext>
                  </a:extLst>
                </a:gridCol>
              </a:tblGrid>
              <a:tr h="685892">
                <a:tc>
                  <a:txBody>
                    <a:bodyPr/>
                    <a:lstStyle/>
                    <a:p>
                      <a:r>
                        <a:rPr lang="en-US" sz="2800" dirty="0"/>
                        <a:t>Type</a:t>
                      </a:r>
                      <a:r>
                        <a:rPr lang="en-US" sz="2800" baseline="0" dirty="0"/>
                        <a:t> of Port</a:t>
                      </a:r>
                      <a:endParaRPr lang="en-US" sz="2800" dirty="0"/>
                    </a:p>
                  </a:txBody>
                  <a:tcPr/>
                </a:tc>
                <a:tc>
                  <a:txBody>
                    <a:bodyPr/>
                    <a:lstStyle/>
                    <a:p>
                      <a:r>
                        <a:rPr lang="en-US" sz="2800" dirty="0"/>
                        <a:t>Port Numbers</a:t>
                      </a:r>
                    </a:p>
                  </a:txBody>
                  <a:tcPr/>
                </a:tc>
                <a:extLst>
                  <a:ext uri="{0D108BD9-81ED-4DB2-BD59-A6C34878D82A}">
                    <a16:rowId xmlns:a16="http://schemas.microsoft.com/office/drawing/2014/main" val="10000"/>
                  </a:ext>
                </a:extLst>
              </a:tr>
              <a:tr h="685892">
                <a:tc>
                  <a:txBody>
                    <a:bodyPr/>
                    <a:lstStyle/>
                    <a:p>
                      <a:r>
                        <a:rPr lang="en-US" sz="2800" dirty="0"/>
                        <a:t>Well-known ports</a:t>
                      </a:r>
                    </a:p>
                  </a:txBody>
                  <a:tcPr/>
                </a:tc>
                <a:tc>
                  <a:txBody>
                    <a:bodyPr/>
                    <a:lstStyle/>
                    <a:p>
                      <a:r>
                        <a:rPr lang="en-US" sz="2800" dirty="0"/>
                        <a:t>0 to 1023</a:t>
                      </a:r>
                    </a:p>
                  </a:txBody>
                  <a:tcPr/>
                </a:tc>
                <a:extLst>
                  <a:ext uri="{0D108BD9-81ED-4DB2-BD59-A6C34878D82A}">
                    <a16:rowId xmlns:a16="http://schemas.microsoft.com/office/drawing/2014/main" val="10001"/>
                  </a:ext>
                </a:extLst>
              </a:tr>
              <a:tr h="685892">
                <a:tc>
                  <a:txBody>
                    <a:bodyPr/>
                    <a:lstStyle/>
                    <a:p>
                      <a:r>
                        <a:rPr lang="en-US" sz="2800" dirty="0"/>
                        <a:t>Registered ports</a:t>
                      </a:r>
                    </a:p>
                  </a:txBody>
                  <a:tcPr/>
                </a:tc>
                <a:tc>
                  <a:txBody>
                    <a:bodyPr/>
                    <a:lstStyle/>
                    <a:p>
                      <a:r>
                        <a:rPr lang="en-US" sz="2800" dirty="0"/>
                        <a:t>1024 to 49151</a:t>
                      </a:r>
                    </a:p>
                  </a:txBody>
                  <a:tcPr/>
                </a:tc>
                <a:extLst>
                  <a:ext uri="{0D108BD9-81ED-4DB2-BD59-A6C34878D82A}">
                    <a16:rowId xmlns:a16="http://schemas.microsoft.com/office/drawing/2014/main" val="10002"/>
                  </a:ext>
                </a:extLst>
              </a:tr>
              <a:tr h="685892">
                <a:tc>
                  <a:txBody>
                    <a:bodyPr/>
                    <a:lstStyle/>
                    <a:p>
                      <a:r>
                        <a:rPr lang="en-US" sz="2800" dirty="0"/>
                        <a:t>Dynamic ports</a:t>
                      </a:r>
                    </a:p>
                  </a:txBody>
                  <a:tcPr/>
                </a:tc>
                <a:tc>
                  <a:txBody>
                    <a:bodyPr/>
                    <a:lstStyle/>
                    <a:p>
                      <a:r>
                        <a:rPr lang="en-US" sz="2800" dirty="0"/>
                        <a:t>49152 to 65535</a:t>
                      </a:r>
                    </a:p>
                  </a:txBody>
                  <a:tcPr/>
                </a:tc>
                <a:extLst>
                  <a:ext uri="{0D108BD9-81ED-4DB2-BD59-A6C34878D82A}">
                    <a16:rowId xmlns:a16="http://schemas.microsoft.com/office/drawing/2014/main" val="10003"/>
                  </a:ext>
                </a:extLst>
              </a:tr>
            </a:tbl>
          </a:graphicData>
        </a:graphic>
      </p:graphicFrame>
      <p:sp>
        <p:nvSpPr>
          <p:cNvPr id="4" name="TextBox 3">
            <a:extLst>
              <a:ext uri="{FF2B5EF4-FFF2-40B4-BE49-F238E27FC236}">
                <a16:creationId xmlns:a16="http://schemas.microsoft.com/office/drawing/2014/main" id="{598B00F7-B73B-459C-B12D-0040FCBD8C8E}"/>
              </a:ext>
            </a:extLst>
          </p:cNvPr>
          <p:cNvSpPr txBox="1"/>
          <p:nvPr/>
        </p:nvSpPr>
        <p:spPr>
          <a:xfrm>
            <a:off x="539750" y="1235242"/>
            <a:ext cx="8155071" cy="1569660"/>
          </a:xfrm>
          <a:prstGeom prst="rect">
            <a:avLst/>
          </a:prstGeom>
          <a:noFill/>
        </p:spPr>
        <p:txBody>
          <a:bodyPr wrap="square" rtlCol="0">
            <a:spAutoFit/>
          </a:bodyPr>
          <a:lstStyle/>
          <a:p>
            <a:r>
              <a:rPr lang="en-US" sz="2400" dirty="0"/>
              <a:t>All the traffic going through a firewall is part of a connection. A connection consists of two IP addresses communicating with each other and two port numbers that identify the protocol or service.</a:t>
            </a:r>
          </a:p>
        </p:txBody>
      </p:sp>
    </p:spTree>
    <p:extLst>
      <p:ext uri="{BB962C8B-B14F-4D97-AF65-F5344CB8AC3E}">
        <p14:creationId xmlns:p14="http://schemas.microsoft.com/office/powerpoint/2010/main" val="2769477995"/>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Collecting Data (Cont.)</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Attempts on same set of ports from many different Internet sources are usually due to </a:t>
            </a:r>
            <a:r>
              <a:rPr lang="en-US" sz="3200" b="1" dirty="0"/>
              <a:t>decoy scans</a:t>
            </a:r>
          </a:p>
          <a:p>
            <a:pPr marL="233363" indent="-233363" eaLnBrk="0" hangingPunct="0">
              <a:spcBef>
                <a:spcPct val="20000"/>
              </a:spcBef>
              <a:buClr>
                <a:srgbClr val="ED6E2E"/>
              </a:buClr>
              <a:buFont typeface="Wingdings" pitchFamily="2" charset="2"/>
              <a:buChar char="§"/>
            </a:pPr>
            <a:r>
              <a:rPr lang="en-US" sz="3200" dirty="0"/>
              <a:t>Carefully check firewall logs for any sort of connections or attempted connections on those ports</a:t>
            </a:r>
          </a:p>
          <a:p>
            <a:pPr marL="233363" indent="-233363" eaLnBrk="0" hangingPunct="0">
              <a:spcBef>
                <a:spcPct val="20000"/>
              </a:spcBef>
              <a:buClr>
                <a:srgbClr val="ED6E2E"/>
              </a:buClr>
              <a:buFont typeface="Wingdings" pitchFamily="2" charset="2"/>
              <a:buChar char="§"/>
            </a:pPr>
            <a:r>
              <a:rPr lang="en-US" sz="3200" dirty="0"/>
              <a:t>Use protocol analysis to determine who attacker is</a:t>
            </a:r>
          </a:p>
          <a:p>
            <a:pPr marL="233363" indent="-233363" eaLnBrk="0" hangingPunct="0">
              <a:spcBef>
                <a:spcPct val="20000"/>
              </a:spcBef>
              <a:buClr>
                <a:srgbClr val="ED6E2E"/>
              </a:buClr>
              <a:buFont typeface="Wingdings" pitchFamily="2" charset="2"/>
              <a:buChar char="§"/>
            </a:pPr>
            <a:endParaRPr lang="en-US" sz="3200" dirty="0"/>
          </a:p>
          <a:p>
            <a:pPr marL="233363" indent="-233363" eaLnBrk="0" hangingPunct="0">
              <a:spcBef>
                <a:spcPct val="20000"/>
              </a:spcBef>
              <a:buClr>
                <a:srgbClr val="ED6E2E"/>
              </a:buClr>
              <a:buFont typeface="Wingdings" pitchFamily="2" charset="2"/>
              <a:buChar char="§"/>
            </a:pPr>
            <a:endParaRPr lang="en-US" sz="3200" dirty="0"/>
          </a:p>
        </p:txBody>
      </p:sp>
    </p:spTree>
    <p:extLst>
      <p:ext uri="{BB962C8B-B14F-4D97-AF65-F5344CB8AC3E}">
        <p14:creationId xmlns:p14="http://schemas.microsoft.com/office/powerpoint/2010/main" val="4439652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Network packet analysis basics</a:t>
            </a:r>
          </a:p>
          <a:p>
            <a:pPr marL="233363" indent="-233363" eaLnBrk="0" hangingPunct="0">
              <a:spcBef>
                <a:spcPct val="20000"/>
              </a:spcBef>
              <a:buClr>
                <a:srgbClr val="ED6E2E"/>
              </a:buClr>
              <a:buFont typeface="Wingdings" pitchFamily="2" charset="2"/>
              <a:buChar char="§"/>
            </a:pPr>
            <a:r>
              <a:rPr lang="en-US" sz="3200" dirty="0"/>
              <a:t>Traffic analysis</a:t>
            </a:r>
          </a:p>
          <a:p>
            <a:pPr marL="233363" indent="-233363" eaLnBrk="0" hangingPunct="0">
              <a:spcBef>
                <a:spcPct val="20000"/>
              </a:spcBef>
              <a:buClr>
                <a:srgbClr val="ED6E2E"/>
              </a:buClr>
              <a:buFont typeface="Wingdings" pitchFamily="2" charset="2"/>
              <a:buChar char="§"/>
            </a:pPr>
            <a:r>
              <a:rPr lang="en-US" sz="3200" dirty="0"/>
              <a:t>Router forensics</a:t>
            </a:r>
          </a:p>
          <a:p>
            <a:pPr marL="233363" indent="-233363" eaLnBrk="0" hangingPunct="0">
              <a:spcBef>
                <a:spcPct val="20000"/>
              </a:spcBef>
              <a:buClr>
                <a:srgbClr val="ED6E2E"/>
              </a:buClr>
              <a:buFont typeface="Wingdings" pitchFamily="2" charset="2"/>
              <a:buChar char="§"/>
            </a:pPr>
            <a:r>
              <a:rPr lang="en-US" sz="3200" dirty="0"/>
              <a:t>Firewall forensics</a:t>
            </a:r>
          </a:p>
        </p:txBody>
      </p:sp>
    </p:spTree>
    <p:extLst>
      <p:ext uri="{BB962C8B-B14F-4D97-AF65-F5344CB8AC3E}">
        <p14:creationId xmlns:p14="http://schemas.microsoft.com/office/powerpoint/2010/main" val="26594528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539750" y="1685926"/>
            <a:ext cx="7497763" cy="2171700"/>
          </a:xfrm>
          <a:prstGeom prst="rect">
            <a:avLst/>
          </a:prstGeom>
        </p:spPr>
        <p:txBody>
          <a:bodyPr/>
          <a:lstStyle>
            <a:lvl1pPr marL="233363" indent="-233363" algn="l" rtl="0" eaLnBrk="0" fontAlgn="base" hangingPunct="0">
              <a:spcBef>
                <a:spcPct val="20000"/>
              </a:spcBef>
              <a:spcAft>
                <a:spcPct val="0"/>
              </a:spcAft>
              <a:buClr>
                <a:srgbClr val="ED6E2E"/>
              </a:buClr>
              <a:buFont typeface="Wingdings" pitchFamily="106" charset="2"/>
              <a:buChar char="§"/>
              <a:defRPr>
                <a:solidFill>
                  <a:schemeClr val="tx1"/>
                </a:solidFill>
                <a:latin typeface="+mn-lt"/>
                <a:ea typeface="ＭＳ Ｐゴシック" pitchFamily="92" charset="-128"/>
                <a:cs typeface="ＭＳ Ｐゴシック" pitchFamily="106" charset="-128"/>
              </a:defRPr>
            </a:lvl1pPr>
            <a:lvl2pPr marL="687388" indent="-231775" algn="l" rtl="0" eaLnBrk="0" fontAlgn="base" hangingPunct="0">
              <a:spcBef>
                <a:spcPct val="20000"/>
              </a:spcBef>
              <a:spcAft>
                <a:spcPct val="0"/>
              </a:spcAft>
              <a:buClr>
                <a:srgbClr val="ED6E2E"/>
              </a:buClr>
              <a:buSzPct val="85000"/>
              <a:buFont typeface="Times" pitchFamily="106" charset="0"/>
              <a:buChar char="•"/>
              <a:defRPr sz="1600">
                <a:solidFill>
                  <a:schemeClr val="tx1"/>
                </a:solidFill>
                <a:latin typeface="+mn-lt"/>
                <a:ea typeface="ＭＳ Ｐゴシック" pitchFamily="92" charset="-128"/>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ea typeface="ＭＳ Ｐゴシック" pitchFamily="92" charset="-128"/>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ea typeface="ＭＳ Ｐゴシック" pitchFamily="92" charset="-128"/>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ea typeface="ＭＳ Ｐゴシック" pitchFamily="92" charset="-128"/>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0" indent="0" algn="ctr">
              <a:buFont typeface="Wingdings" pitchFamily="106" charset="2"/>
              <a:buNone/>
            </a:pPr>
            <a:r>
              <a:rPr lang="en-US" sz="4000" b="1" kern="0" dirty="0">
                <a:ea typeface="ＭＳ Ｐゴシック" pitchFamily="34" charset="-128"/>
              </a:rPr>
              <a:t>OPTIONAL SLIDES</a:t>
            </a:r>
            <a:endParaRPr lang="en-US" sz="4000" b="1" kern="0" dirty="0"/>
          </a:p>
        </p:txBody>
      </p:sp>
    </p:spTree>
    <p:extLst>
      <p:ext uri="{BB962C8B-B14F-4D97-AF65-F5344CB8AC3E}">
        <p14:creationId xmlns:p14="http://schemas.microsoft.com/office/powerpoint/2010/main" val="24819202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317500"/>
            <a:ext cx="9144000" cy="476250"/>
          </a:xfrm>
        </p:spPr>
        <p:txBody>
          <a:bodyPr/>
          <a:lstStyle/>
          <a:p>
            <a:r>
              <a:rPr lang="en-US" sz="3200" dirty="0">
                <a:solidFill>
                  <a:schemeClr val="tx2"/>
                </a:solidFill>
                <a:ea typeface="ＭＳ Ｐゴシック" pitchFamily="34" charset="-128"/>
              </a:rPr>
              <a:t>TCP/</a:t>
            </a:r>
            <a:r>
              <a:rPr lang="en-US" sz="3200">
                <a:solidFill>
                  <a:schemeClr val="tx2"/>
                </a:solidFill>
                <a:ea typeface="ＭＳ Ｐゴシック" pitchFamily="34" charset="-128"/>
              </a:rPr>
              <a:t>IP</a:t>
            </a:r>
            <a:r>
              <a:rPr lang="en-US" sz="3200" dirty="0">
                <a:solidFill>
                  <a:schemeClr val="tx2"/>
                </a:solidFill>
                <a:ea typeface="ＭＳ Ｐゴシック" pitchFamily="34" charset="-128"/>
              </a:rPr>
              <a:t> Networking and OSI Reference Models</a:t>
            </a:r>
          </a:p>
        </p:txBody>
      </p:sp>
      <p:graphicFrame>
        <p:nvGraphicFramePr>
          <p:cNvPr id="2" name="Diagram 1"/>
          <p:cNvGraphicFramePr/>
          <p:nvPr/>
        </p:nvGraphicFramePr>
        <p:xfrm>
          <a:off x="4447302" y="1025039"/>
          <a:ext cx="2713352" cy="49737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p:cNvGraphicFramePr/>
          <p:nvPr/>
        </p:nvGraphicFramePr>
        <p:xfrm>
          <a:off x="831272" y="969819"/>
          <a:ext cx="2909455" cy="52093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173" name="Left Brace 6"/>
          <p:cNvSpPr>
            <a:spLocks/>
          </p:cNvSpPr>
          <p:nvPr/>
        </p:nvSpPr>
        <p:spPr bwMode="auto">
          <a:xfrm>
            <a:off x="3810000" y="1274763"/>
            <a:ext cx="458788" cy="1524000"/>
          </a:xfrm>
          <a:prstGeom prst="leftBrace">
            <a:avLst>
              <a:gd name="adj1" fmla="val 8335"/>
              <a:gd name="adj2" fmla="val 50000"/>
            </a:avLst>
          </a:prstGeom>
          <a:solidFill>
            <a:schemeClr val="accent1"/>
          </a:solidFill>
          <a:ln w="9525" algn="ctr">
            <a:solidFill>
              <a:schemeClr val="tx1"/>
            </a:solidFill>
            <a:round/>
            <a:headEnd/>
            <a:tailEnd/>
          </a:ln>
        </p:spPr>
        <p:txBody>
          <a:bodyPr/>
          <a:lstStyle/>
          <a:p>
            <a:pPr eaLnBrk="0" hangingPunct="0"/>
            <a:endParaRPr lang="en-US" dirty="0"/>
          </a:p>
        </p:txBody>
      </p:sp>
      <p:sp>
        <p:nvSpPr>
          <p:cNvPr id="7174" name="Left Brace 9"/>
          <p:cNvSpPr>
            <a:spLocks/>
          </p:cNvSpPr>
          <p:nvPr/>
        </p:nvSpPr>
        <p:spPr bwMode="auto">
          <a:xfrm>
            <a:off x="3871913" y="3241675"/>
            <a:ext cx="441325" cy="485775"/>
          </a:xfrm>
          <a:prstGeom prst="leftBrace">
            <a:avLst>
              <a:gd name="adj1" fmla="val 8332"/>
              <a:gd name="adj2" fmla="val 50000"/>
            </a:avLst>
          </a:prstGeom>
          <a:solidFill>
            <a:schemeClr val="accent1"/>
          </a:solidFill>
          <a:ln w="9525" algn="ctr">
            <a:solidFill>
              <a:schemeClr val="tx1"/>
            </a:solidFill>
            <a:round/>
            <a:headEnd/>
            <a:tailEnd/>
          </a:ln>
        </p:spPr>
        <p:txBody>
          <a:bodyPr/>
          <a:lstStyle/>
          <a:p>
            <a:pPr eaLnBrk="0" hangingPunct="0"/>
            <a:endParaRPr lang="en-US" dirty="0"/>
          </a:p>
        </p:txBody>
      </p:sp>
      <p:sp>
        <p:nvSpPr>
          <p:cNvPr id="7175" name="Left Brace 10"/>
          <p:cNvSpPr>
            <a:spLocks/>
          </p:cNvSpPr>
          <p:nvPr/>
        </p:nvSpPr>
        <p:spPr bwMode="auto">
          <a:xfrm>
            <a:off x="3884613" y="4719638"/>
            <a:ext cx="434975" cy="1247775"/>
          </a:xfrm>
          <a:prstGeom prst="leftBrace">
            <a:avLst>
              <a:gd name="adj1" fmla="val 8340"/>
              <a:gd name="adj2" fmla="val 50000"/>
            </a:avLst>
          </a:prstGeom>
          <a:solidFill>
            <a:schemeClr val="accent1"/>
          </a:solidFill>
          <a:ln w="9525" algn="ctr">
            <a:solidFill>
              <a:schemeClr val="tx1"/>
            </a:solidFill>
            <a:round/>
            <a:headEnd/>
            <a:tailEnd/>
          </a:ln>
        </p:spPr>
        <p:txBody>
          <a:bodyPr/>
          <a:lstStyle/>
          <a:p>
            <a:pPr eaLnBrk="0" hangingPunct="0"/>
            <a:endParaRPr lang="en-US" dirty="0"/>
          </a:p>
        </p:txBody>
      </p:sp>
      <p:sp>
        <p:nvSpPr>
          <p:cNvPr id="7176" name="Left Brace 12"/>
          <p:cNvSpPr>
            <a:spLocks/>
          </p:cNvSpPr>
          <p:nvPr/>
        </p:nvSpPr>
        <p:spPr bwMode="auto">
          <a:xfrm>
            <a:off x="3886200" y="3986213"/>
            <a:ext cx="441325" cy="485775"/>
          </a:xfrm>
          <a:prstGeom prst="leftBrace">
            <a:avLst>
              <a:gd name="adj1" fmla="val 8332"/>
              <a:gd name="adj2" fmla="val 50000"/>
            </a:avLst>
          </a:prstGeom>
          <a:solidFill>
            <a:schemeClr val="accent1"/>
          </a:solidFill>
          <a:ln w="9525" algn="ctr">
            <a:solidFill>
              <a:schemeClr val="tx1"/>
            </a:solidFill>
            <a:round/>
            <a:headEnd/>
            <a:tailEnd/>
          </a:ln>
        </p:spPr>
        <p:txBody>
          <a:bodyPr/>
          <a:lstStyle/>
          <a:p>
            <a:pPr eaLnBrk="0" hangingPunct="0"/>
            <a:endParaRPr lang="en-US" dirty="0"/>
          </a:p>
        </p:txBody>
      </p:sp>
    </p:spTree>
    <p:extLst>
      <p:ext uri="{BB962C8B-B14F-4D97-AF65-F5344CB8AC3E}">
        <p14:creationId xmlns:p14="http://schemas.microsoft.com/office/powerpoint/2010/main" val="4082018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539750" y="304800"/>
            <a:ext cx="8299450" cy="665163"/>
          </a:xfrm>
        </p:spPr>
        <p:txBody>
          <a:bodyPr/>
          <a:lstStyle/>
          <a:p>
            <a:r>
              <a:rPr lang="en-US" sz="3600" dirty="0">
                <a:solidFill>
                  <a:schemeClr val="tx2"/>
                </a:solidFill>
                <a:ea typeface="ＭＳ Ｐゴシック" pitchFamily="34" charset="-128"/>
              </a:rPr>
              <a:t>TCP/</a:t>
            </a:r>
            <a:r>
              <a:rPr lang="en-US" sz="3600">
                <a:solidFill>
                  <a:schemeClr val="tx2"/>
                </a:solidFill>
                <a:ea typeface="ＭＳ Ｐゴシック" pitchFamily="34" charset="-128"/>
              </a:rPr>
              <a:t>IP</a:t>
            </a:r>
            <a:r>
              <a:rPr lang="en-US" sz="3600" dirty="0">
                <a:solidFill>
                  <a:schemeClr val="tx2"/>
                </a:solidFill>
                <a:ea typeface="ＭＳ Ｐゴシック" pitchFamily="34" charset="-128"/>
              </a:rPr>
              <a:t> Protocol Suite</a:t>
            </a:r>
          </a:p>
        </p:txBody>
      </p:sp>
      <p:graphicFrame>
        <p:nvGraphicFramePr>
          <p:cNvPr id="4" name="Diagram 3"/>
          <p:cNvGraphicFramePr/>
          <p:nvPr/>
        </p:nvGraphicFramePr>
        <p:xfrm>
          <a:off x="1025236" y="1039092"/>
          <a:ext cx="6594763" cy="50569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673988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1274763"/>
          </a:xfrm>
        </p:spPr>
        <p:txBody>
          <a:bodyPr/>
          <a:lstStyle/>
          <a:p>
            <a:r>
              <a:rPr lang="en-US" sz="4000" dirty="0"/>
              <a:t>Why Analyze Data Packets?</a:t>
            </a:r>
          </a:p>
        </p:txBody>
      </p:sp>
      <p:sp>
        <p:nvSpPr>
          <p:cNvPr id="5123" name="Content Placeholder 2"/>
          <p:cNvSpPr>
            <a:spLocks noGrp="1"/>
          </p:cNvSpPr>
          <p:nvPr>
            <p:ph idx="1"/>
          </p:nvPr>
        </p:nvSpPr>
        <p:spPr>
          <a:xfrm>
            <a:off x="539750" y="1527175"/>
            <a:ext cx="8299450" cy="4648200"/>
          </a:xfrm>
        </p:spPr>
        <p:txBody>
          <a:bodyPr/>
          <a:lstStyle/>
          <a:p>
            <a:pPr>
              <a:spcAft>
                <a:spcPts val="1000"/>
              </a:spcAft>
              <a:defRPr/>
            </a:pPr>
            <a:r>
              <a:rPr lang="en-US" sz="3200" dirty="0"/>
              <a:t>Detect network problems, such as bottlenecks</a:t>
            </a:r>
          </a:p>
          <a:p>
            <a:pPr>
              <a:spcAft>
                <a:spcPts val="1000"/>
              </a:spcAft>
              <a:defRPr/>
            </a:pPr>
            <a:r>
              <a:rPr lang="en-US" sz="3200" dirty="0"/>
              <a:t>Detect network intrusions</a:t>
            </a:r>
          </a:p>
          <a:p>
            <a:pPr>
              <a:spcAft>
                <a:spcPts val="1000"/>
              </a:spcAft>
              <a:defRPr/>
            </a:pPr>
            <a:r>
              <a:rPr lang="en-US" sz="3200" dirty="0"/>
              <a:t>Gather network statistics</a:t>
            </a:r>
          </a:p>
          <a:p>
            <a:pPr>
              <a:spcAft>
                <a:spcPts val="1000"/>
              </a:spcAft>
              <a:defRPr/>
            </a:pPr>
            <a:endParaRPr lang="en-US" sz="2800" dirty="0"/>
          </a:p>
          <a:p>
            <a:pPr marL="685800" indent="-228600">
              <a:defRPr/>
            </a:pPr>
            <a:endParaRPr lang="en-US" sz="3200" dirty="0"/>
          </a:p>
          <a:p>
            <a:pPr>
              <a:buFont typeface="Wingdings" pitchFamily="2" charset="2"/>
              <a:buNone/>
              <a:defRPr/>
            </a:pPr>
            <a:endParaRPr lang="en-US" sz="2000" dirty="0"/>
          </a:p>
        </p:txBody>
      </p:sp>
    </p:spTree>
    <p:extLst>
      <p:ext uri="{BB962C8B-B14F-4D97-AF65-F5344CB8AC3E}">
        <p14:creationId xmlns:p14="http://schemas.microsoft.com/office/powerpoint/2010/main" val="3520438981"/>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1274763"/>
          </a:xfrm>
        </p:spPr>
        <p:txBody>
          <a:bodyPr/>
          <a:lstStyle/>
          <a:p>
            <a:r>
              <a:rPr lang="en-US" sz="4000" dirty="0"/>
              <a:t>What Does a Protocol Analyzer Do?</a:t>
            </a:r>
          </a:p>
        </p:txBody>
      </p:sp>
      <p:sp>
        <p:nvSpPr>
          <p:cNvPr id="5123" name="Content Placeholder 2"/>
          <p:cNvSpPr>
            <a:spLocks noGrp="1"/>
          </p:cNvSpPr>
          <p:nvPr>
            <p:ph idx="1"/>
          </p:nvPr>
        </p:nvSpPr>
        <p:spPr>
          <a:xfrm>
            <a:off x="539750" y="1527175"/>
            <a:ext cx="8299450" cy="4648200"/>
          </a:xfrm>
        </p:spPr>
        <p:txBody>
          <a:bodyPr/>
          <a:lstStyle/>
          <a:p>
            <a:pPr>
              <a:spcAft>
                <a:spcPts val="1000"/>
              </a:spcAft>
              <a:defRPr/>
            </a:pPr>
            <a:r>
              <a:rPr lang="en-US" sz="3200" dirty="0"/>
              <a:t>Captures and decodes data packets traveling on a network</a:t>
            </a:r>
          </a:p>
          <a:p>
            <a:pPr>
              <a:spcAft>
                <a:spcPts val="1000"/>
              </a:spcAft>
              <a:defRPr/>
            </a:pPr>
            <a:r>
              <a:rPr lang="en-US" sz="3200" dirty="0"/>
              <a:t>Allows you to read and analyze them</a:t>
            </a:r>
          </a:p>
          <a:p>
            <a:pPr>
              <a:spcAft>
                <a:spcPts val="1000"/>
              </a:spcAft>
              <a:defRPr/>
            </a:pPr>
            <a:endParaRPr lang="en-US" sz="3200" dirty="0"/>
          </a:p>
          <a:p>
            <a:pPr>
              <a:buFont typeface="Wingdings" pitchFamily="2" charset="2"/>
              <a:buNone/>
              <a:defRPr/>
            </a:pPr>
            <a:endParaRPr lang="en-US" sz="2000" dirty="0"/>
          </a:p>
        </p:txBody>
      </p:sp>
    </p:spTree>
    <p:extLst>
      <p:ext uri="{BB962C8B-B14F-4D97-AF65-F5344CB8AC3E}">
        <p14:creationId xmlns:p14="http://schemas.microsoft.com/office/powerpoint/2010/main" val="3270086655"/>
      </p:ext>
    </p:extLst>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idx="4294967295"/>
          </p:nvPr>
        </p:nvSpPr>
        <p:spPr/>
        <p:txBody>
          <a:bodyPr/>
          <a:lstStyle/>
          <a:p>
            <a:r>
              <a:rPr lang="en-US" sz="4000" dirty="0"/>
              <a:t>Where to Capture Data on the Network?</a:t>
            </a:r>
          </a:p>
        </p:txBody>
      </p:sp>
      <p:sp>
        <p:nvSpPr>
          <p:cNvPr id="28675" name="Content Placeholder 4"/>
          <p:cNvSpPr>
            <a:spLocks noGrp="1"/>
          </p:cNvSpPr>
          <p:nvPr>
            <p:ph idx="4294967295"/>
          </p:nvPr>
        </p:nvSpPr>
        <p:spPr>
          <a:xfrm>
            <a:off x="539750" y="1527175"/>
            <a:ext cx="8299450" cy="4197350"/>
          </a:xfrm>
        </p:spPr>
        <p:txBody>
          <a:bodyPr/>
          <a:lstStyle/>
          <a:p>
            <a:pPr>
              <a:spcAft>
                <a:spcPts val="1000"/>
              </a:spcAft>
            </a:pPr>
            <a:r>
              <a:rPr lang="en-US" sz="2800" dirty="0"/>
              <a:t>Must first understand the network’s architecture: where is the traffic of interest?</a:t>
            </a:r>
          </a:p>
          <a:p>
            <a:pPr>
              <a:spcAft>
                <a:spcPts val="1000"/>
              </a:spcAft>
            </a:pPr>
            <a:r>
              <a:rPr lang="en-US" sz="2800" dirty="0"/>
              <a:t>Internal LAN usually generates too much traffic to analyze</a:t>
            </a:r>
          </a:p>
          <a:p>
            <a:pPr>
              <a:spcAft>
                <a:spcPts val="1000"/>
              </a:spcAft>
            </a:pPr>
            <a:r>
              <a:rPr lang="en-US" sz="2800" dirty="0"/>
              <a:t>Monitor or capture at:</a:t>
            </a:r>
          </a:p>
          <a:p>
            <a:pPr lvl="1">
              <a:spcAft>
                <a:spcPts val="1000"/>
              </a:spcAft>
            </a:pPr>
            <a:r>
              <a:rPr lang="en-US" sz="2800" dirty="0"/>
              <a:t>External (demilitarized zone, or DMZ) network</a:t>
            </a:r>
          </a:p>
          <a:p>
            <a:pPr lvl="1">
              <a:spcAft>
                <a:spcPts val="1000"/>
              </a:spcAft>
            </a:pPr>
            <a:r>
              <a:rPr lang="en-US" sz="2800" dirty="0"/>
              <a:t>Just inside the perimeter firewall</a:t>
            </a:r>
          </a:p>
          <a:p>
            <a:pPr>
              <a:spcAft>
                <a:spcPts val="1000"/>
              </a:spcAft>
            </a:pPr>
            <a:endParaRPr lang="en-US" dirty="0"/>
          </a:p>
          <a:p>
            <a:endParaRPr lang="en-US" sz="2400" dirty="0"/>
          </a:p>
          <a:p>
            <a:endParaRPr lang="en-US" sz="2400" dirty="0"/>
          </a:p>
        </p:txBody>
      </p:sp>
    </p:spTree>
    <p:extLst>
      <p:ext uri="{BB962C8B-B14F-4D97-AF65-F5344CB8AC3E}">
        <p14:creationId xmlns:p14="http://schemas.microsoft.com/office/powerpoint/2010/main" val="3565635234"/>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idx="4294967295"/>
          </p:nvPr>
        </p:nvSpPr>
        <p:spPr/>
        <p:txBody>
          <a:bodyPr/>
          <a:lstStyle/>
          <a:p>
            <a:r>
              <a:rPr lang="en-US" sz="4000" dirty="0"/>
              <a:t>Where to Capture Data on the Network? (Cont.)</a:t>
            </a:r>
          </a:p>
        </p:txBody>
      </p:sp>
      <p:pic>
        <p:nvPicPr>
          <p:cNvPr id="29699" name="Picture 1"/>
          <p:cNvPicPr>
            <a:picLocks noChangeAspect="1"/>
          </p:cNvPicPr>
          <p:nvPr/>
        </p:nvPicPr>
        <p:blipFill>
          <a:blip r:embed="rId3" cstate="print"/>
          <a:srcRect/>
          <a:stretch>
            <a:fillRect/>
          </a:stretch>
        </p:blipFill>
        <p:spPr bwMode="auto">
          <a:xfrm>
            <a:off x="1350963" y="1803400"/>
            <a:ext cx="6403975" cy="4165600"/>
          </a:xfrm>
          <a:prstGeom prst="rect">
            <a:avLst/>
          </a:prstGeom>
          <a:noFill/>
          <a:ln w="9525">
            <a:noFill/>
            <a:miter lim="800000"/>
            <a:headEnd/>
            <a:tailEnd/>
          </a:ln>
        </p:spPr>
      </p:pic>
    </p:spTree>
    <p:extLst>
      <p:ext uri="{BB962C8B-B14F-4D97-AF65-F5344CB8AC3E}">
        <p14:creationId xmlns:p14="http://schemas.microsoft.com/office/powerpoint/2010/main" val="1122623706"/>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39750" y="304800"/>
            <a:ext cx="8299450" cy="620713"/>
          </a:xfrm>
        </p:spPr>
        <p:txBody>
          <a:bodyPr/>
          <a:lstStyle/>
          <a:p>
            <a:r>
              <a:rPr lang="en-US" sz="4000" dirty="0">
                <a:solidFill>
                  <a:schemeClr val="tx2"/>
                </a:solidFill>
              </a:rPr>
              <a:t>Packet Capture and Analysis</a:t>
            </a:r>
          </a:p>
        </p:txBody>
      </p:sp>
      <p:sp>
        <p:nvSpPr>
          <p:cNvPr id="30723" name="Content Placeholder 2"/>
          <p:cNvSpPr>
            <a:spLocks noGrp="1"/>
          </p:cNvSpPr>
          <p:nvPr>
            <p:ph idx="1"/>
          </p:nvPr>
        </p:nvSpPr>
        <p:spPr>
          <a:xfrm>
            <a:off x="-101600" y="1096963"/>
            <a:ext cx="8299450" cy="4648200"/>
          </a:xfrm>
        </p:spPr>
        <p:txBody>
          <a:bodyPr/>
          <a:lstStyle/>
          <a:p>
            <a:pPr>
              <a:buFont typeface="Wingdings" pitchFamily="2" charset="2"/>
              <a:buNone/>
            </a:pPr>
            <a:endParaRPr lang="en-US" dirty="0"/>
          </a:p>
          <a:p>
            <a:pPr>
              <a:buFont typeface="Wingdings" pitchFamily="2" charset="2"/>
              <a:buNone/>
            </a:pPr>
            <a:endParaRPr lang="en-US" dirty="0"/>
          </a:p>
          <a:p>
            <a:pPr>
              <a:buFont typeface="Wingdings" pitchFamily="2" charset="2"/>
              <a:buNone/>
            </a:pPr>
            <a:endParaRPr lang="en-US" sz="2000" dirty="0"/>
          </a:p>
        </p:txBody>
      </p:sp>
      <p:graphicFrame>
        <p:nvGraphicFramePr>
          <p:cNvPr id="5" name="Diagram 4"/>
          <p:cNvGraphicFramePr/>
          <p:nvPr/>
        </p:nvGraphicFramePr>
        <p:xfrm>
          <a:off x="313199" y="1470884"/>
          <a:ext cx="344336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0725" name="Group 2"/>
          <p:cNvGrpSpPr>
            <a:grpSpLocks/>
          </p:cNvGrpSpPr>
          <p:nvPr/>
        </p:nvGrpSpPr>
        <p:grpSpPr bwMode="auto">
          <a:xfrm>
            <a:off x="4307055" y="2074863"/>
            <a:ext cx="4211637" cy="3173412"/>
            <a:chOff x="4172077" y="2075087"/>
            <a:chExt cx="4212217" cy="3172612"/>
          </a:xfrm>
        </p:grpSpPr>
        <p:sp>
          <p:nvSpPr>
            <p:cNvPr id="4" name="Freeform 3"/>
            <p:cNvSpPr/>
            <p:nvPr/>
          </p:nvSpPr>
          <p:spPr>
            <a:xfrm>
              <a:off x="4172077" y="2075087"/>
              <a:ext cx="4212217" cy="717369"/>
            </a:xfrm>
            <a:custGeom>
              <a:avLst/>
              <a:gdLst>
                <a:gd name="connsiteX0" fmla="*/ 0 w 4667806"/>
                <a:gd name="connsiteY0" fmla="*/ 71779 h 717785"/>
                <a:gd name="connsiteX1" fmla="*/ 71779 w 4667806"/>
                <a:gd name="connsiteY1" fmla="*/ 0 h 717785"/>
                <a:gd name="connsiteX2" fmla="*/ 4596028 w 4667806"/>
                <a:gd name="connsiteY2" fmla="*/ 0 h 717785"/>
                <a:gd name="connsiteX3" fmla="*/ 4667807 w 4667806"/>
                <a:gd name="connsiteY3" fmla="*/ 71779 h 717785"/>
                <a:gd name="connsiteX4" fmla="*/ 4667806 w 4667806"/>
                <a:gd name="connsiteY4" fmla="*/ 646007 h 717785"/>
                <a:gd name="connsiteX5" fmla="*/ 4596027 w 4667806"/>
                <a:gd name="connsiteY5" fmla="*/ 717786 h 717785"/>
                <a:gd name="connsiteX6" fmla="*/ 71779 w 4667806"/>
                <a:gd name="connsiteY6" fmla="*/ 717785 h 717785"/>
                <a:gd name="connsiteX7" fmla="*/ 0 w 4667806"/>
                <a:gd name="connsiteY7" fmla="*/ 646006 h 717785"/>
                <a:gd name="connsiteX8" fmla="*/ 0 w 4667806"/>
                <a:gd name="connsiteY8" fmla="*/ 71779 h 71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7806" h="717785">
                  <a:moveTo>
                    <a:pt x="0" y="71779"/>
                  </a:moveTo>
                  <a:cubicBezTo>
                    <a:pt x="0" y="32137"/>
                    <a:pt x="32137" y="0"/>
                    <a:pt x="71779" y="0"/>
                  </a:cubicBezTo>
                  <a:lnTo>
                    <a:pt x="4596028" y="0"/>
                  </a:lnTo>
                  <a:cubicBezTo>
                    <a:pt x="4635670" y="0"/>
                    <a:pt x="4667807" y="32137"/>
                    <a:pt x="4667807" y="71779"/>
                  </a:cubicBezTo>
                  <a:cubicBezTo>
                    <a:pt x="4667807" y="263188"/>
                    <a:pt x="4667806" y="454598"/>
                    <a:pt x="4667806" y="646007"/>
                  </a:cubicBezTo>
                  <a:cubicBezTo>
                    <a:pt x="4667806" y="685649"/>
                    <a:pt x="4635669" y="717786"/>
                    <a:pt x="4596027" y="717786"/>
                  </a:cubicBezTo>
                  <a:lnTo>
                    <a:pt x="71779" y="717785"/>
                  </a:lnTo>
                  <a:cubicBezTo>
                    <a:pt x="32137" y="717785"/>
                    <a:pt x="0" y="685648"/>
                    <a:pt x="0" y="646006"/>
                  </a:cubicBezTo>
                  <a:lnTo>
                    <a:pt x="0" y="7177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02938" tIns="75633" rIns="102938" bIns="75633" spcCol="1270" anchor="ctr"/>
            <a:lstStyle/>
            <a:p>
              <a:pPr algn="ctr" defTabSz="1911350">
                <a:lnSpc>
                  <a:spcPct val="90000"/>
                </a:lnSpc>
                <a:spcAft>
                  <a:spcPct val="35000"/>
                </a:spcAft>
                <a:defRPr/>
              </a:pPr>
              <a:r>
                <a:rPr lang="en-US" sz="2600" dirty="0"/>
                <a:t>MEASURE</a:t>
              </a:r>
            </a:p>
          </p:txBody>
        </p:sp>
        <p:sp>
          <p:nvSpPr>
            <p:cNvPr id="8" name="Freeform 7"/>
            <p:cNvSpPr/>
            <p:nvPr/>
          </p:nvSpPr>
          <p:spPr>
            <a:xfrm>
              <a:off x="4172077" y="2922598"/>
              <a:ext cx="4212217" cy="717369"/>
            </a:xfrm>
            <a:custGeom>
              <a:avLst/>
              <a:gdLst>
                <a:gd name="connsiteX0" fmla="*/ 0 w 3906954"/>
                <a:gd name="connsiteY0" fmla="*/ 119655 h 717785"/>
                <a:gd name="connsiteX1" fmla="*/ 119655 w 3906954"/>
                <a:gd name="connsiteY1" fmla="*/ 0 h 717785"/>
                <a:gd name="connsiteX2" fmla="*/ 3787299 w 3906954"/>
                <a:gd name="connsiteY2" fmla="*/ 0 h 717785"/>
                <a:gd name="connsiteX3" fmla="*/ 3906954 w 3906954"/>
                <a:gd name="connsiteY3" fmla="*/ 119655 h 717785"/>
                <a:gd name="connsiteX4" fmla="*/ 3906954 w 3906954"/>
                <a:gd name="connsiteY4" fmla="*/ 598130 h 717785"/>
                <a:gd name="connsiteX5" fmla="*/ 3787299 w 3906954"/>
                <a:gd name="connsiteY5" fmla="*/ 717785 h 717785"/>
                <a:gd name="connsiteX6" fmla="*/ 119655 w 3906954"/>
                <a:gd name="connsiteY6" fmla="*/ 717785 h 717785"/>
                <a:gd name="connsiteX7" fmla="*/ 0 w 3906954"/>
                <a:gd name="connsiteY7" fmla="*/ 598130 h 717785"/>
                <a:gd name="connsiteX8" fmla="*/ 0 w 3906954"/>
                <a:gd name="connsiteY8" fmla="*/ 119655 h 71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6954" h="717785">
                  <a:moveTo>
                    <a:pt x="0" y="119655"/>
                  </a:moveTo>
                  <a:cubicBezTo>
                    <a:pt x="0" y="53571"/>
                    <a:pt x="53571" y="0"/>
                    <a:pt x="119655" y="0"/>
                  </a:cubicBezTo>
                  <a:lnTo>
                    <a:pt x="3787299" y="0"/>
                  </a:lnTo>
                  <a:cubicBezTo>
                    <a:pt x="3853383" y="0"/>
                    <a:pt x="3906954" y="53571"/>
                    <a:pt x="3906954" y="119655"/>
                  </a:cubicBezTo>
                  <a:lnTo>
                    <a:pt x="3906954" y="598130"/>
                  </a:lnTo>
                  <a:cubicBezTo>
                    <a:pt x="3906954" y="664214"/>
                    <a:pt x="3853383" y="717785"/>
                    <a:pt x="3787299" y="717785"/>
                  </a:cubicBezTo>
                  <a:lnTo>
                    <a:pt x="119655" y="717785"/>
                  </a:lnTo>
                  <a:cubicBezTo>
                    <a:pt x="53571" y="717785"/>
                    <a:pt x="0" y="664214"/>
                    <a:pt x="0" y="598130"/>
                  </a:cubicBezTo>
                  <a:lnTo>
                    <a:pt x="0" y="11965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63062" tIns="163062" rIns="163062" bIns="163062" spcCol="1270" anchor="ctr"/>
            <a:lstStyle/>
            <a:p>
              <a:pPr algn="ctr" defTabSz="800100">
                <a:lnSpc>
                  <a:spcPct val="90000"/>
                </a:lnSpc>
                <a:spcAft>
                  <a:spcPct val="35000"/>
                </a:spcAft>
                <a:defRPr/>
              </a:pPr>
              <a:r>
                <a:rPr lang="en-US" sz="2600" dirty="0"/>
                <a:t>Response time</a:t>
              </a:r>
            </a:p>
          </p:txBody>
        </p:sp>
        <p:sp>
          <p:nvSpPr>
            <p:cNvPr id="10" name="Freeform 9"/>
            <p:cNvSpPr/>
            <p:nvPr/>
          </p:nvSpPr>
          <p:spPr>
            <a:xfrm>
              <a:off x="4172077" y="3725671"/>
              <a:ext cx="4212217" cy="717369"/>
            </a:xfrm>
            <a:custGeom>
              <a:avLst/>
              <a:gdLst>
                <a:gd name="connsiteX0" fmla="*/ 0 w 3906954"/>
                <a:gd name="connsiteY0" fmla="*/ 119655 h 717785"/>
                <a:gd name="connsiteX1" fmla="*/ 119655 w 3906954"/>
                <a:gd name="connsiteY1" fmla="*/ 0 h 717785"/>
                <a:gd name="connsiteX2" fmla="*/ 3787299 w 3906954"/>
                <a:gd name="connsiteY2" fmla="*/ 0 h 717785"/>
                <a:gd name="connsiteX3" fmla="*/ 3906954 w 3906954"/>
                <a:gd name="connsiteY3" fmla="*/ 119655 h 717785"/>
                <a:gd name="connsiteX4" fmla="*/ 3906954 w 3906954"/>
                <a:gd name="connsiteY4" fmla="*/ 598130 h 717785"/>
                <a:gd name="connsiteX5" fmla="*/ 3787299 w 3906954"/>
                <a:gd name="connsiteY5" fmla="*/ 717785 h 717785"/>
                <a:gd name="connsiteX6" fmla="*/ 119655 w 3906954"/>
                <a:gd name="connsiteY6" fmla="*/ 717785 h 717785"/>
                <a:gd name="connsiteX7" fmla="*/ 0 w 3906954"/>
                <a:gd name="connsiteY7" fmla="*/ 598130 h 717785"/>
                <a:gd name="connsiteX8" fmla="*/ 0 w 3906954"/>
                <a:gd name="connsiteY8" fmla="*/ 119655 h 71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6954" h="717785">
                  <a:moveTo>
                    <a:pt x="0" y="119655"/>
                  </a:moveTo>
                  <a:cubicBezTo>
                    <a:pt x="0" y="53571"/>
                    <a:pt x="53571" y="0"/>
                    <a:pt x="119655" y="0"/>
                  </a:cubicBezTo>
                  <a:lnTo>
                    <a:pt x="3787299" y="0"/>
                  </a:lnTo>
                  <a:cubicBezTo>
                    <a:pt x="3853383" y="0"/>
                    <a:pt x="3906954" y="53571"/>
                    <a:pt x="3906954" y="119655"/>
                  </a:cubicBezTo>
                  <a:lnTo>
                    <a:pt x="3906954" y="598130"/>
                  </a:lnTo>
                  <a:cubicBezTo>
                    <a:pt x="3906954" y="664214"/>
                    <a:pt x="3853383" y="717785"/>
                    <a:pt x="3787299" y="717785"/>
                  </a:cubicBezTo>
                  <a:lnTo>
                    <a:pt x="119655" y="717785"/>
                  </a:lnTo>
                  <a:cubicBezTo>
                    <a:pt x="53571" y="717785"/>
                    <a:pt x="0" y="664214"/>
                    <a:pt x="0" y="598130"/>
                  </a:cubicBezTo>
                  <a:lnTo>
                    <a:pt x="0" y="11965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63062" tIns="163062" rIns="163062" bIns="163062" spcCol="1270" anchor="ctr"/>
            <a:lstStyle/>
            <a:p>
              <a:pPr algn="ctr" defTabSz="800100">
                <a:lnSpc>
                  <a:spcPct val="90000"/>
                </a:lnSpc>
                <a:spcAft>
                  <a:spcPct val="35000"/>
                </a:spcAft>
                <a:defRPr/>
              </a:pPr>
              <a:r>
                <a:rPr lang="en-US" sz="2600" dirty="0"/>
                <a:t>Percentage of packets lost</a:t>
              </a:r>
            </a:p>
          </p:txBody>
        </p:sp>
        <p:sp>
          <p:nvSpPr>
            <p:cNvPr id="12" name="Freeform 11"/>
            <p:cNvSpPr/>
            <p:nvPr/>
          </p:nvSpPr>
          <p:spPr>
            <a:xfrm>
              <a:off x="4172077" y="4530330"/>
              <a:ext cx="4212217" cy="717369"/>
            </a:xfrm>
            <a:custGeom>
              <a:avLst/>
              <a:gdLst>
                <a:gd name="connsiteX0" fmla="*/ 0 w 3906954"/>
                <a:gd name="connsiteY0" fmla="*/ 119655 h 717785"/>
                <a:gd name="connsiteX1" fmla="*/ 119655 w 3906954"/>
                <a:gd name="connsiteY1" fmla="*/ 0 h 717785"/>
                <a:gd name="connsiteX2" fmla="*/ 3787299 w 3906954"/>
                <a:gd name="connsiteY2" fmla="*/ 0 h 717785"/>
                <a:gd name="connsiteX3" fmla="*/ 3906954 w 3906954"/>
                <a:gd name="connsiteY3" fmla="*/ 119655 h 717785"/>
                <a:gd name="connsiteX4" fmla="*/ 3906954 w 3906954"/>
                <a:gd name="connsiteY4" fmla="*/ 598130 h 717785"/>
                <a:gd name="connsiteX5" fmla="*/ 3787299 w 3906954"/>
                <a:gd name="connsiteY5" fmla="*/ 717785 h 717785"/>
                <a:gd name="connsiteX6" fmla="*/ 119655 w 3906954"/>
                <a:gd name="connsiteY6" fmla="*/ 717785 h 717785"/>
                <a:gd name="connsiteX7" fmla="*/ 0 w 3906954"/>
                <a:gd name="connsiteY7" fmla="*/ 598130 h 717785"/>
                <a:gd name="connsiteX8" fmla="*/ 0 w 3906954"/>
                <a:gd name="connsiteY8" fmla="*/ 119655 h 71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6954" h="717785">
                  <a:moveTo>
                    <a:pt x="0" y="119655"/>
                  </a:moveTo>
                  <a:cubicBezTo>
                    <a:pt x="0" y="53571"/>
                    <a:pt x="53571" y="0"/>
                    <a:pt x="119655" y="0"/>
                  </a:cubicBezTo>
                  <a:lnTo>
                    <a:pt x="3787299" y="0"/>
                  </a:lnTo>
                  <a:cubicBezTo>
                    <a:pt x="3853383" y="0"/>
                    <a:pt x="3906954" y="53571"/>
                    <a:pt x="3906954" y="119655"/>
                  </a:cubicBezTo>
                  <a:lnTo>
                    <a:pt x="3906954" y="598130"/>
                  </a:lnTo>
                  <a:cubicBezTo>
                    <a:pt x="3906954" y="664214"/>
                    <a:pt x="3853383" y="717785"/>
                    <a:pt x="3787299" y="717785"/>
                  </a:cubicBezTo>
                  <a:lnTo>
                    <a:pt x="119655" y="717785"/>
                  </a:lnTo>
                  <a:cubicBezTo>
                    <a:pt x="53571" y="717785"/>
                    <a:pt x="0" y="664214"/>
                    <a:pt x="0" y="598130"/>
                  </a:cubicBezTo>
                  <a:lnTo>
                    <a:pt x="0" y="11965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163062" tIns="163062" rIns="163062" bIns="163062" spcCol="1270" anchor="ctr"/>
            <a:lstStyle/>
            <a:p>
              <a:pPr algn="ctr" defTabSz="800100">
                <a:lnSpc>
                  <a:spcPct val="90000"/>
                </a:lnSpc>
                <a:spcAft>
                  <a:spcPct val="35000"/>
                </a:spcAft>
                <a:defRPr/>
              </a:pPr>
              <a:r>
                <a:rPr lang="en-US" sz="2600" dirty="0"/>
                <a:t>TCP or UDP connection start and end</a:t>
              </a:r>
            </a:p>
          </p:txBody>
        </p:sp>
      </p:grpSp>
    </p:spTree>
    <p:extLst>
      <p:ext uri="{BB962C8B-B14F-4D97-AF65-F5344CB8AC3E}">
        <p14:creationId xmlns:p14="http://schemas.microsoft.com/office/powerpoint/2010/main" val="4241422275"/>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539750" y="304800"/>
            <a:ext cx="8299450" cy="476250"/>
          </a:xfrm>
        </p:spPr>
        <p:txBody>
          <a:bodyPr/>
          <a:lstStyle/>
          <a:p>
            <a:r>
              <a:rPr lang="en-US" sz="4000" dirty="0">
                <a:solidFill>
                  <a:schemeClr val="tx2"/>
                </a:solidFill>
              </a:rPr>
              <a:t>Examine Packets</a:t>
            </a:r>
          </a:p>
        </p:txBody>
      </p:sp>
      <p:sp>
        <p:nvSpPr>
          <p:cNvPr id="31747" name="Content Placeholder 2"/>
          <p:cNvSpPr>
            <a:spLocks noGrp="1"/>
          </p:cNvSpPr>
          <p:nvPr>
            <p:ph idx="1"/>
          </p:nvPr>
        </p:nvSpPr>
        <p:spPr>
          <a:xfrm>
            <a:off x="539750" y="1073150"/>
            <a:ext cx="8299450" cy="4648200"/>
          </a:xfrm>
        </p:spPr>
        <p:txBody>
          <a:bodyPr/>
          <a:lstStyle/>
          <a:p>
            <a:pPr>
              <a:buFont typeface="Wingdings" pitchFamily="2" charset="2"/>
              <a:buNone/>
            </a:pPr>
            <a:r>
              <a:rPr lang="en-US" sz="3200" b="1" dirty="0"/>
              <a:t>Normal packet</a:t>
            </a:r>
          </a:p>
          <a:p>
            <a:pPr lvl="1">
              <a:buFont typeface="Wingdings" pitchFamily="2" charset="2"/>
              <a:buChar char="§"/>
            </a:pPr>
            <a:r>
              <a:rPr lang="en-US" sz="3200" dirty="0"/>
              <a:t>Connecting to an FTP server</a:t>
            </a:r>
          </a:p>
          <a:p>
            <a:pPr lvl="1">
              <a:buFont typeface="Wingdings" pitchFamily="2" charset="2"/>
              <a:buChar char="§"/>
            </a:pPr>
            <a:r>
              <a:rPr lang="en-US" sz="3200" dirty="0"/>
              <a:t>Port 53 (dns) in User Datagram Protocol (UDP)</a:t>
            </a:r>
          </a:p>
          <a:p>
            <a:pPr lvl="1">
              <a:buFont typeface="Wingdings" pitchFamily="2" charset="2"/>
              <a:buChar char="§"/>
            </a:pPr>
            <a:r>
              <a:rPr lang="en-US" sz="3200" dirty="0"/>
              <a:t>Three-way handshake completes</a:t>
            </a:r>
          </a:p>
          <a:p>
            <a:endParaRPr lang="en-US" sz="3200" dirty="0"/>
          </a:p>
          <a:p>
            <a:pPr>
              <a:buFont typeface="Wingdings" pitchFamily="2" charset="2"/>
              <a:buNone/>
            </a:pPr>
            <a:endParaRPr lang="en-US" sz="3200" dirty="0"/>
          </a:p>
          <a:p>
            <a:pPr>
              <a:buFont typeface="Wingdings" pitchFamily="2" charset="2"/>
              <a:buNone/>
            </a:pPr>
            <a:endParaRPr lang="en-US" sz="3200" dirty="0"/>
          </a:p>
        </p:txBody>
      </p:sp>
    </p:spTree>
    <p:extLst>
      <p:ext uri="{BB962C8B-B14F-4D97-AF65-F5344CB8AC3E}">
        <p14:creationId xmlns:p14="http://schemas.microsoft.com/office/powerpoint/2010/main" val="1174225819"/>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539750" y="304800"/>
            <a:ext cx="8299450" cy="476250"/>
          </a:xfrm>
        </p:spPr>
        <p:txBody>
          <a:bodyPr/>
          <a:lstStyle/>
          <a:p>
            <a:r>
              <a:rPr lang="en-US" sz="4000" dirty="0">
                <a:solidFill>
                  <a:schemeClr val="tx2"/>
                </a:solidFill>
              </a:rPr>
              <a:t>Examine Packets (Cont.)</a:t>
            </a:r>
          </a:p>
        </p:txBody>
      </p:sp>
      <p:sp>
        <p:nvSpPr>
          <p:cNvPr id="32771" name="Content Placeholder 2"/>
          <p:cNvSpPr>
            <a:spLocks noGrp="1"/>
          </p:cNvSpPr>
          <p:nvPr>
            <p:ph idx="1"/>
          </p:nvPr>
        </p:nvSpPr>
        <p:spPr>
          <a:xfrm>
            <a:off x="539750" y="1073150"/>
            <a:ext cx="8299450" cy="4648200"/>
          </a:xfrm>
        </p:spPr>
        <p:txBody>
          <a:bodyPr/>
          <a:lstStyle/>
          <a:p>
            <a:pPr>
              <a:buFont typeface="Wingdings" pitchFamily="2" charset="2"/>
              <a:buNone/>
            </a:pPr>
            <a:r>
              <a:rPr lang="en-US" sz="3200" b="1" dirty="0"/>
              <a:t>Packet showing evidence of port scan</a:t>
            </a:r>
          </a:p>
          <a:p>
            <a:pPr lvl="1">
              <a:buFont typeface="Wingdings" pitchFamily="2" charset="2"/>
              <a:buChar char="§"/>
            </a:pPr>
            <a:r>
              <a:rPr lang="en-US" sz="3200" dirty="0"/>
              <a:t>Series of TCP packets, part of three-way handshake</a:t>
            </a:r>
          </a:p>
          <a:p>
            <a:pPr lvl="1">
              <a:buFont typeface="Wingdings" pitchFamily="2" charset="2"/>
              <a:buChar char="§"/>
            </a:pPr>
            <a:r>
              <a:rPr lang="en-US" sz="3200" dirty="0"/>
              <a:t>Arrange segments in sequential order by source port</a:t>
            </a:r>
          </a:p>
          <a:p>
            <a:pPr lvl="1">
              <a:buFont typeface="Wingdings" pitchFamily="2" charset="2"/>
              <a:buChar char="§"/>
            </a:pPr>
            <a:r>
              <a:rPr lang="en-US" sz="3200" dirty="0"/>
              <a:t>Destination ports also in sequential order? </a:t>
            </a:r>
          </a:p>
          <a:p>
            <a:pPr lvl="1">
              <a:buFont typeface="Wingdings" pitchFamily="2" charset="2"/>
              <a:buChar char="§"/>
            </a:pPr>
            <a:r>
              <a:rPr lang="en-US" sz="3200" dirty="0"/>
              <a:t>Classic TCP port scan</a:t>
            </a:r>
          </a:p>
          <a:p>
            <a:pPr>
              <a:buFont typeface="Wingdings" pitchFamily="2" charset="2"/>
              <a:buNone/>
            </a:pPr>
            <a:endParaRPr lang="en-US" sz="3200" dirty="0"/>
          </a:p>
          <a:p>
            <a:pPr>
              <a:buFont typeface="Wingdings" pitchFamily="2" charset="2"/>
              <a:buNone/>
            </a:pPr>
            <a:endParaRPr lang="en-US" sz="3200" dirty="0"/>
          </a:p>
        </p:txBody>
      </p:sp>
    </p:spTree>
    <p:extLst>
      <p:ext uri="{BB962C8B-B14F-4D97-AF65-F5344CB8AC3E}">
        <p14:creationId xmlns:p14="http://schemas.microsoft.com/office/powerpoint/2010/main" val="2587448498"/>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46790</TotalTime>
  <Words>5804</Words>
  <Application>Microsoft Office PowerPoint</Application>
  <PresentationFormat>On-screen Show (4:3)</PresentationFormat>
  <Paragraphs>774</Paragraphs>
  <Slides>72</Slides>
  <Notes>71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ＭＳ Ｐゴシック</vt:lpstr>
      <vt:lpstr>ＭＳ Ｐゴシック</vt:lpstr>
      <vt:lpstr>Arial</vt:lpstr>
      <vt:lpstr>Lucida Sans Unicode</vt:lpstr>
      <vt:lpstr>Times</vt:lpstr>
      <vt:lpstr>Times New Roman</vt:lpstr>
      <vt:lpstr>Wingdings</vt:lpstr>
      <vt:lpstr>Blank Presentation</vt:lpstr>
      <vt:lpstr>PowerPoint Presentation</vt:lpstr>
      <vt:lpstr>Learning Objective</vt:lpstr>
      <vt:lpstr>Key Concepts</vt:lpstr>
      <vt:lpstr>Network Packets: Structure</vt:lpstr>
      <vt:lpstr>Packet Header</vt:lpstr>
      <vt:lpstr>TCP Header Bits, of Interest</vt:lpstr>
      <vt:lpstr>TCP Three-Way Handshake</vt:lpstr>
      <vt:lpstr>TCP Connection Termination</vt:lpstr>
      <vt:lpstr>FIN Scan</vt:lpstr>
      <vt:lpstr>Christmas Tree Scan</vt:lpstr>
      <vt:lpstr>Null Scan</vt:lpstr>
      <vt:lpstr>Network Packet: Payload</vt:lpstr>
      <vt:lpstr>Network Packet: Trailer</vt:lpstr>
      <vt:lpstr>Cyclical Redundancy Check (CRC)</vt:lpstr>
      <vt:lpstr>Ports</vt:lpstr>
      <vt:lpstr>Some Important Ports</vt:lpstr>
      <vt:lpstr>Important Intruder Ports</vt:lpstr>
      <vt:lpstr>Denial of Service (DoS) Attacks</vt:lpstr>
      <vt:lpstr>Ping of Death Attack</vt:lpstr>
      <vt:lpstr>Ping Flood</vt:lpstr>
      <vt:lpstr>Teardrop Attack</vt:lpstr>
      <vt:lpstr>SYN Flood Attack</vt:lpstr>
      <vt:lpstr>Land Attack</vt:lpstr>
      <vt:lpstr>Smurf Attack</vt:lpstr>
      <vt:lpstr>Fraggle Attack</vt:lpstr>
      <vt:lpstr>Packet Mistreating</vt:lpstr>
      <vt:lpstr>Network Traffic Analysis Overview</vt:lpstr>
      <vt:lpstr>What Is a Sniffer?</vt:lpstr>
      <vt:lpstr>Tcpdump and WinDump</vt:lpstr>
      <vt:lpstr>Wireshark</vt:lpstr>
      <vt:lpstr>Wireshark Packet Capture</vt:lpstr>
      <vt:lpstr>Wireshark Packet Details</vt:lpstr>
      <vt:lpstr>HTTPSniffer</vt:lpstr>
      <vt:lpstr>HTTP Commands</vt:lpstr>
      <vt:lpstr>HTTP Response Messages</vt:lpstr>
      <vt:lpstr>Nmap/Zenmap</vt:lpstr>
      <vt:lpstr>Snort</vt:lpstr>
      <vt:lpstr>RSA NetWitness</vt:lpstr>
      <vt:lpstr>Network Traffic Analysis</vt:lpstr>
      <vt:lpstr>Log Files as Source of Evidence</vt:lpstr>
      <vt:lpstr>Types of Logs</vt:lpstr>
      <vt:lpstr>Challenges when Using Logs</vt:lpstr>
      <vt:lpstr>Wireless Networking</vt:lpstr>
      <vt:lpstr>Wireless Networking (Cont.)</vt:lpstr>
      <vt:lpstr>Wireless Networking (Cont.)</vt:lpstr>
      <vt:lpstr>Wireless Networking (Cont.)</vt:lpstr>
      <vt:lpstr>Wireless Concerns</vt:lpstr>
      <vt:lpstr>Wireless Storage Devices</vt:lpstr>
      <vt:lpstr>Wireless Network Discovery Tools</vt:lpstr>
      <vt:lpstr>Router Forensics</vt:lpstr>
      <vt:lpstr>Basic Network Devices</vt:lpstr>
      <vt:lpstr>Routers in Detail</vt:lpstr>
      <vt:lpstr>Router Attacks</vt:lpstr>
      <vt:lpstr>Getting Evidence from Routers</vt:lpstr>
      <vt:lpstr>Recording with HyperTerminal</vt:lpstr>
      <vt:lpstr>Router Commands</vt:lpstr>
      <vt:lpstr>What Is a Firewall?</vt:lpstr>
      <vt:lpstr>Network-Based Firewalls</vt:lpstr>
      <vt:lpstr>Firewall Categories</vt:lpstr>
      <vt:lpstr>Collecting Data</vt:lpstr>
      <vt:lpstr>Collecting Data (Cont.)</vt:lpstr>
      <vt:lpstr>Summary</vt:lpstr>
      <vt:lpstr>PowerPoint Presentation</vt:lpstr>
      <vt:lpstr>TCP/IP Networking and OSI Reference Models</vt:lpstr>
      <vt:lpstr>TCP/IP Protocol Suite</vt:lpstr>
      <vt:lpstr>Why Analyze Data Packets?</vt:lpstr>
      <vt:lpstr>What Does a Protocol Analyzer Do?</vt:lpstr>
      <vt:lpstr>Where to Capture Data on the Network?</vt:lpstr>
      <vt:lpstr>Where to Capture Data on the Network? (Cont.)</vt:lpstr>
      <vt:lpstr>Packet Capture and Analysis</vt:lpstr>
      <vt:lpstr>Examine Packets</vt:lpstr>
      <vt:lpstr>Examine Packets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Kimberly Lindros</cp:lastModifiedBy>
  <cp:revision>3312</cp:revision>
  <cp:lastPrinted>2008-07-07T18:08:55Z</cp:lastPrinted>
  <dcterms:created xsi:type="dcterms:W3CDTF">2010-11-23T16:40:46Z</dcterms:created>
  <dcterms:modified xsi:type="dcterms:W3CDTF">2017-07-03T08:04:48Z</dcterms:modified>
</cp:coreProperties>
</file>