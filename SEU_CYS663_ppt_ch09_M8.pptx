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64"/>
  </p:notesMasterIdLst>
  <p:handoutMasterIdLst>
    <p:handoutMasterId r:id="rId65"/>
  </p:handoutMasterIdLst>
  <p:sldIdLst>
    <p:sldId id="1529" r:id="rId2"/>
    <p:sldId id="1561" r:id="rId3"/>
    <p:sldId id="1567" r:id="rId4"/>
    <p:sldId id="1610" r:id="rId5"/>
    <p:sldId id="1621" r:id="rId6"/>
    <p:sldId id="1622" r:id="rId7"/>
    <p:sldId id="1624" r:id="rId8"/>
    <p:sldId id="1626" r:id="rId9"/>
    <p:sldId id="1627" r:id="rId10"/>
    <p:sldId id="1601" r:id="rId11"/>
    <p:sldId id="1613" r:id="rId12"/>
    <p:sldId id="1629" r:id="rId13"/>
    <p:sldId id="1607" r:id="rId14"/>
    <p:sldId id="1632" r:id="rId15"/>
    <p:sldId id="1662" r:id="rId16"/>
    <p:sldId id="1666" r:id="rId17"/>
    <p:sldId id="1663" r:id="rId18"/>
    <p:sldId id="1630" r:id="rId19"/>
    <p:sldId id="1631" r:id="rId20"/>
    <p:sldId id="1609" r:id="rId21"/>
    <p:sldId id="1634" r:id="rId22"/>
    <p:sldId id="1628" r:id="rId23"/>
    <p:sldId id="1668" r:id="rId24"/>
    <p:sldId id="1608" r:id="rId25"/>
    <p:sldId id="1653" r:id="rId26"/>
    <p:sldId id="1654" r:id="rId27"/>
    <p:sldId id="1655" r:id="rId28"/>
    <p:sldId id="1656" r:id="rId29"/>
    <p:sldId id="1657" r:id="rId30"/>
    <p:sldId id="1658" r:id="rId31"/>
    <p:sldId id="1659" r:id="rId32"/>
    <p:sldId id="1660" r:id="rId33"/>
    <p:sldId id="1661" r:id="rId34"/>
    <p:sldId id="1615" r:id="rId35"/>
    <p:sldId id="1669" r:id="rId36"/>
    <p:sldId id="1616" r:id="rId37"/>
    <p:sldId id="1620" r:id="rId38"/>
    <p:sldId id="1619" r:id="rId39"/>
    <p:sldId id="1625" r:id="rId40"/>
    <p:sldId id="1635" r:id="rId41"/>
    <p:sldId id="1638" r:id="rId42"/>
    <p:sldId id="1637" r:id="rId43"/>
    <p:sldId id="1639" r:id="rId44"/>
    <p:sldId id="1640" r:id="rId45"/>
    <p:sldId id="1641" r:id="rId46"/>
    <p:sldId id="1642" r:id="rId47"/>
    <p:sldId id="1643" r:id="rId48"/>
    <p:sldId id="1644" r:id="rId49"/>
    <p:sldId id="1645" r:id="rId50"/>
    <p:sldId id="1646" r:id="rId51"/>
    <p:sldId id="1647" r:id="rId52"/>
    <p:sldId id="1648" r:id="rId53"/>
    <p:sldId id="1649" r:id="rId54"/>
    <p:sldId id="1650" r:id="rId55"/>
    <p:sldId id="1651" r:id="rId56"/>
    <p:sldId id="1652" r:id="rId57"/>
    <p:sldId id="1562" r:id="rId58"/>
    <p:sldId id="1671" r:id="rId59"/>
    <p:sldId id="1672" r:id="rId60"/>
    <p:sldId id="1674" r:id="rId61"/>
    <p:sldId id="1673" r:id="rId62"/>
    <p:sldId id="1664" r:id="rId63"/>
  </p:sldIdLst>
  <p:sldSz cx="9144000" cy="6858000" type="screen4x3"/>
  <p:notesSz cx="7010400" cy="9296400"/>
  <p:custDataLst>
    <p:tags r:id="rId66"/>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ACC0"/>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059" autoAdjust="0"/>
    <p:restoredTop sz="94280" autoAdjust="0"/>
  </p:normalViewPr>
  <p:slideViewPr>
    <p:cSldViewPr snapToGrid="0" snapToObjects="1">
      <p:cViewPr>
        <p:scale>
          <a:sx n="60" d="100"/>
          <a:sy n="60" d="100"/>
        </p:scale>
        <p:origin x="1542" y="168"/>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53" d="100"/>
          <a:sy n="53" d="100"/>
        </p:scale>
        <p:origin x="2820" y="8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8FCE57-185E-41F0-835F-6D922347310A}" type="doc">
      <dgm:prSet loTypeId="urn:microsoft.com/office/officeart/2005/8/layout/arrow2" loCatId="process" qsTypeId="urn:microsoft.com/office/officeart/2005/8/quickstyle/simple1" qsCatId="simple" csTypeId="urn:microsoft.com/office/officeart/2005/8/colors/accent1_2" csCatId="accent1" phldr="1"/>
      <dgm:spPr/>
    </dgm:pt>
    <dgm:pt modelId="{167E852B-525F-47E5-BA16-E210263C955E}">
      <dgm:prSet phldrT="[Text]"/>
      <dgm:spPr/>
      <dgm:t>
        <a:bodyPr/>
        <a:lstStyle/>
        <a:p>
          <a:r>
            <a:rPr lang="en-US" dirty="0">
              <a:solidFill>
                <a:srgbClr val="002060"/>
              </a:solidFill>
            </a:rPr>
            <a:t>1969</a:t>
          </a:r>
          <a:br>
            <a:rPr lang="en-US" dirty="0"/>
          </a:br>
          <a:r>
            <a:rPr lang="en-US" dirty="0"/>
            <a:t>UNIX created</a:t>
          </a:r>
        </a:p>
      </dgm:t>
    </dgm:pt>
    <dgm:pt modelId="{55F97098-F116-465D-8A8E-89541105A5F6}" type="parTrans" cxnId="{4BE191A3-0715-4087-8F53-10B4CD6241B9}">
      <dgm:prSet/>
      <dgm:spPr/>
      <dgm:t>
        <a:bodyPr/>
        <a:lstStyle/>
        <a:p>
          <a:endParaRPr lang="en-US"/>
        </a:p>
      </dgm:t>
    </dgm:pt>
    <dgm:pt modelId="{1ED2B71C-9B5B-4378-B464-DD8D3B07692F}" type="sibTrans" cxnId="{4BE191A3-0715-4087-8F53-10B4CD6241B9}">
      <dgm:prSet/>
      <dgm:spPr/>
      <dgm:t>
        <a:bodyPr/>
        <a:lstStyle/>
        <a:p>
          <a:endParaRPr lang="en-US"/>
        </a:p>
      </dgm:t>
    </dgm:pt>
    <dgm:pt modelId="{CBA86740-688B-4835-9AB2-32BFF2A04E7E}">
      <dgm:prSet phldrT="[Text]"/>
      <dgm:spPr/>
      <dgm:t>
        <a:bodyPr/>
        <a:lstStyle/>
        <a:p>
          <a:r>
            <a:rPr lang="en-US" dirty="0">
              <a:solidFill>
                <a:srgbClr val="002060"/>
              </a:solidFill>
            </a:rPr>
            <a:t>1972</a:t>
          </a:r>
          <a:br>
            <a:rPr lang="en-US" dirty="0"/>
          </a:br>
          <a:r>
            <a:rPr lang="en-US" dirty="0"/>
            <a:t>UNIX released</a:t>
          </a:r>
        </a:p>
      </dgm:t>
    </dgm:pt>
    <dgm:pt modelId="{6617BDE7-2B62-4718-92CE-FDF9BBFBB59E}" type="parTrans" cxnId="{EF4C7E4D-B054-4461-A8F7-EA53E8C63761}">
      <dgm:prSet/>
      <dgm:spPr/>
      <dgm:t>
        <a:bodyPr/>
        <a:lstStyle/>
        <a:p>
          <a:endParaRPr lang="en-US"/>
        </a:p>
      </dgm:t>
    </dgm:pt>
    <dgm:pt modelId="{5F20AB9B-4892-459B-AB52-EFE2D67BC43C}" type="sibTrans" cxnId="{EF4C7E4D-B054-4461-A8F7-EA53E8C63761}">
      <dgm:prSet/>
      <dgm:spPr/>
      <dgm:t>
        <a:bodyPr/>
        <a:lstStyle/>
        <a:p>
          <a:endParaRPr lang="en-US"/>
        </a:p>
      </dgm:t>
    </dgm:pt>
    <dgm:pt modelId="{18BEA18B-3FEB-4F43-92D7-2F07F824F396}">
      <dgm:prSet phldrT="[Text]"/>
      <dgm:spPr/>
      <dgm:t>
        <a:bodyPr/>
        <a:lstStyle/>
        <a:p>
          <a:r>
            <a:rPr lang="en-US" dirty="0">
              <a:solidFill>
                <a:srgbClr val="002060"/>
              </a:solidFill>
            </a:rPr>
            <a:t>1983</a:t>
          </a:r>
          <a:br>
            <a:rPr lang="en-US" dirty="0">
              <a:solidFill>
                <a:srgbClr val="002060"/>
              </a:solidFill>
            </a:rPr>
          </a:br>
          <a:r>
            <a:rPr lang="en-US" dirty="0"/>
            <a:t>GNU</a:t>
          </a:r>
        </a:p>
      </dgm:t>
    </dgm:pt>
    <dgm:pt modelId="{E2D7807E-AD78-4E24-865C-800AB3A2866A}" type="parTrans" cxnId="{562B12B2-CC4F-4EB1-9451-8B66F50A4914}">
      <dgm:prSet/>
      <dgm:spPr/>
      <dgm:t>
        <a:bodyPr/>
        <a:lstStyle/>
        <a:p>
          <a:endParaRPr lang="en-US"/>
        </a:p>
      </dgm:t>
    </dgm:pt>
    <dgm:pt modelId="{6C39477C-3D4B-483A-B2BC-C54FEAD61AE7}" type="sibTrans" cxnId="{562B12B2-CC4F-4EB1-9451-8B66F50A4914}">
      <dgm:prSet/>
      <dgm:spPr/>
      <dgm:t>
        <a:bodyPr/>
        <a:lstStyle/>
        <a:p>
          <a:endParaRPr lang="en-US"/>
        </a:p>
      </dgm:t>
    </dgm:pt>
    <dgm:pt modelId="{CE532EC8-0E7A-4558-AF34-DAA5B057D5D7}" type="pres">
      <dgm:prSet presAssocID="{028FCE57-185E-41F0-835F-6D922347310A}" presName="arrowDiagram" presStyleCnt="0">
        <dgm:presLayoutVars>
          <dgm:chMax val="5"/>
          <dgm:dir/>
          <dgm:resizeHandles val="exact"/>
        </dgm:presLayoutVars>
      </dgm:prSet>
      <dgm:spPr/>
    </dgm:pt>
    <dgm:pt modelId="{F0D09D50-2174-410A-88CF-86E450D2135A}" type="pres">
      <dgm:prSet presAssocID="{028FCE57-185E-41F0-835F-6D922347310A}" presName="arrow" presStyleLbl="bgShp" presStyleIdx="0" presStyleCnt="1"/>
      <dgm:spPr/>
    </dgm:pt>
    <dgm:pt modelId="{92089F45-3198-4A24-8654-BA80B42C8533}" type="pres">
      <dgm:prSet presAssocID="{028FCE57-185E-41F0-835F-6D922347310A}" presName="arrowDiagram3" presStyleCnt="0"/>
      <dgm:spPr/>
    </dgm:pt>
    <dgm:pt modelId="{70B6418E-A8A4-43FD-8BAE-1CB70EFD9090}" type="pres">
      <dgm:prSet presAssocID="{167E852B-525F-47E5-BA16-E210263C955E}" presName="bullet3a" presStyleLbl="node1" presStyleIdx="0" presStyleCnt="3"/>
      <dgm:spPr/>
    </dgm:pt>
    <dgm:pt modelId="{AB5A4E7E-E18F-4A3C-A562-AC6CFA1430EA}" type="pres">
      <dgm:prSet presAssocID="{167E852B-525F-47E5-BA16-E210263C955E}" presName="textBox3a" presStyleLbl="revTx" presStyleIdx="0" presStyleCnt="3">
        <dgm:presLayoutVars>
          <dgm:bulletEnabled val="1"/>
        </dgm:presLayoutVars>
      </dgm:prSet>
      <dgm:spPr/>
    </dgm:pt>
    <dgm:pt modelId="{53A73D59-C164-4E02-86CE-286DD62D7B4F}" type="pres">
      <dgm:prSet presAssocID="{CBA86740-688B-4835-9AB2-32BFF2A04E7E}" presName="bullet3b" presStyleLbl="node1" presStyleIdx="1" presStyleCnt="3"/>
      <dgm:spPr/>
    </dgm:pt>
    <dgm:pt modelId="{1258BC59-162B-4535-B262-E37B43C03B51}" type="pres">
      <dgm:prSet presAssocID="{CBA86740-688B-4835-9AB2-32BFF2A04E7E}" presName="textBox3b" presStyleLbl="revTx" presStyleIdx="1" presStyleCnt="3">
        <dgm:presLayoutVars>
          <dgm:bulletEnabled val="1"/>
        </dgm:presLayoutVars>
      </dgm:prSet>
      <dgm:spPr/>
    </dgm:pt>
    <dgm:pt modelId="{09477F6A-C3ED-445B-91EE-74130F63B362}" type="pres">
      <dgm:prSet presAssocID="{18BEA18B-3FEB-4F43-92D7-2F07F824F396}" presName="bullet3c" presStyleLbl="node1" presStyleIdx="2" presStyleCnt="3"/>
      <dgm:spPr/>
    </dgm:pt>
    <dgm:pt modelId="{F4835B7D-6087-4F13-A3E3-001FE9B21933}" type="pres">
      <dgm:prSet presAssocID="{18BEA18B-3FEB-4F43-92D7-2F07F824F396}" presName="textBox3c" presStyleLbl="revTx" presStyleIdx="2" presStyleCnt="3">
        <dgm:presLayoutVars>
          <dgm:bulletEnabled val="1"/>
        </dgm:presLayoutVars>
      </dgm:prSet>
      <dgm:spPr/>
    </dgm:pt>
  </dgm:ptLst>
  <dgm:cxnLst>
    <dgm:cxn modelId="{EF4C7E4D-B054-4461-A8F7-EA53E8C63761}" srcId="{028FCE57-185E-41F0-835F-6D922347310A}" destId="{CBA86740-688B-4835-9AB2-32BFF2A04E7E}" srcOrd="1" destOrd="0" parTransId="{6617BDE7-2B62-4718-92CE-FDF9BBFBB59E}" sibTransId="{5F20AB9B-4892-459B-AB52-EFE2D67BC43C}"/>
    <dgm:cxn modelId="{D4CD7B6F-4B9E-4716-82F0-189899926724}" type="presOf" srcId="{18BEA18B-3FEB-4F43-92D7-2F07F824F396}" destId="{F4835B7D-6087-4F13-A3E3-001FE9B21933}" srcOrd="0" destOrd="0" presId="urn:microsoft.com/office/officeart/2005/8/layout/arrow2"/>
    <dgm:cxn modelId="{ED16AA4F-3EAA-4ED5-9C61-1FBBF8779CA3}" type="presOf" srcId="{028FCE57-185E-41F0-835F-6D922347310A}" destId="{CE532EC8-0E7A-4558-AF34-DAA5B057D5D7}" srcOrd="0" destOrd="0" presId="urn:microsoft.com/office/officeart/2005/8/layout/arrow2"/>
    <dgm:cxn modelId="{35D40951-02C0-478E-8299-8742BF4BDB0D}" type="presOf" srcId="{CBA86740-688B-4835-9AB2-32BFF2A04E7E}" destId="{1258BC59-162B-4535-B262-E37B43C03B51}" srcOrd="0" destOrd="0" presId="urn:microsoft.com/office/officeart/2005/8/layout/arrow2"/>
    <dgm:cxn modelId="{4BE191A3-0715-4087-8F53-10B4CD6241B9}" srcId="{028FCE57-185E-41F0-835F-6D922347310A}" destId="{167E852B-525F-47E5-BA16-E210263C955E}" srcOrd="0" destOrd="0" parTransId="{55F97098-F116-465D-8A8E-89541105A5F6}" sibTransId="{1ED2B71C-9B5B-4378-B464-DD8D3B07692F}"/>
    <dgm:cxn modelId="{562B12B2-CC4F-4EB1-9451-8B66F50A4914}" srcId="{028FCE57-185E-41F0-835F-6D922347310A}" destId="{18BEA18B-3FEB-4F43-92D7-2F07F824F396}" srcOrd="2" destOrd="0" parTransId="{E2D7807E-AD78-4E24-865C-800AB3A2866A}" sibTransId="{6C39477C-3D4B-483A-B2BC-C54FEAD61AE7}"/>
    <dgm:cxn modelId="{43FD0BC2-93A4-4BE7-87A4-4068B1E0DE79}" type="presOf" srcId="{167E852B-525F-47E5-BA16-E210263C955E}" destId="{AB5A4E7E-E18F-4A3C-A562-AC6CFA1430EA}" srcOrd="0" destOrd="0" presId="urn:microsoft.com/office/officeart/2005/8/layout/arrow2"/>
    <dgm:cxn modelId="{49A82B62-BFC0-4683-A0B9-0118E592D009}" type="presParOf" srcId="{CE532EC8-0E7A-4558-AF34-DAA5B057D5D7}" destId="{F0D09D50-2174-410A-88CF-86E450D2135A}" srcOrd="0" destOrd="0" presId="urn:microsoft.com/office/officeart/2005/8/layout/arrow2"/>
    <dgm:cxn modelId="{DD140BA3-972D-446F-86DB-E080362D4C32}" type="presParOf" srcId="{CE532EC8-0E7A-4558-AF34-DAA5B057D5D7}" destId="{92089F45-3198-4A24-8654-BA80B42C8533}" srcOrd="1" destOrd="0" presId="urn:microsoft.com/office/officeart/2005/8/layout/arrow2"/>
    <dgm:cxn modelId="{B06A1B40-CA7E-40C9-BD0D-1255EA99DCF7}" type="presParOf" srcId="{92089F45-3198-4A24-8654-BA80B42C8533}" destId="{70B6418E-A8A4-43FD-8BAE-1CB70EFD9090}" srcOrd="0" destOrd="0" presId="urn:microsoft.com/office/officeart/2005/8/layout/arrow2"/>
    <dgm:cxn modelId="{07BC94EE-F588-4834-9FCB-013FBF813569}" type="presParOf" srcId="{92089F45-3198-4A24-8654-BA80B42C8533}" destId="{AB5A4E7E-E18F-4A3C-A562-AC6CFA1430EA}" srcOrd="1" destOrd="0" presId="urn:microsoft.com/office/officeart/2005/8/layout/arrow2"/>
    <dgm:cxn modelId="{23FE237C-C3BE-4AD6-9407-BAE6C4718B4D}" type="presParOf" srcId="{92089F45-3198-4A24-8654-BA80B42C8533}" destId="{53A73D59-C164-4E02-86CE-286DD62D7B4F}" srcOrd="2" destOrd="0" presId="urn:microsoft.com/office/officeart/2005/8/layout/arrow2"/>
    <dgm:cxn modelId="{3A8EE76B-1645-466E-A7CB-1028ED8060F4}" type="presParOf" srcId="{92089F45-3198-4A24-8654-BA80B42C8533}" destId="{1258BC59-162B-4535-B262-E37B43C03B51}" srcOrd="3" destOrd="0" presId="urn:microsoft.com/office/officeart/2005/8/layout/arrow2"/>
    <dgm:cxn modelId="{7252C88B-41CE-434A-9607-60A3EF5968E2}" type="presParOf" srcId="{92089F45-3198-4A24-8654-BA80B42C8533}" destId="{09477F6A-C3ED-445B-91EE-74130F63B362}" srcOrd="4" destOrd="0" presId="urn:microsoft.com/office/officeart/2005/8/layout/arrow2"/>
    <dgm:cxn modelId="{7909B0DC-E2D8-4443-A9C2-6C14D6166072}" type="presParOf" srcId="{92089F45-3198-4A24-8654-BA80B42C8533}" destId="{F4835B7D-6087-4F13-A3E3-001FE9B21933}"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8FCE57-185E-41F0-835F-6D922347310A}" type="doc">
      <dgm:prSet loTypeId="urn:microsoft.com/office/officeart/2005/8/layout/arrow2" loCatId="process" qsTypeId="urn:microsoft.com/office/officeart/2005/8/quickstyle/simple1" qsCatId="simple" csTypeId="urn:microsoft.com/office/officeart/2005/8/colors/accent1_2" csCatId="accent1" phldr="1"/>
      <dgm:spPr/>
    </dgm:pt>
    <dgm:pt modelId="{167E852B-525F-47E5-BA16-E210263C955E}">
      <dgm:prSet phldrT="[Text]" custT="1"/>
      <dgm:spPr/>
      <dgm:t>
        <a:bodyPr/>
        <a:lstStyle/>
        <a:p>
          <a:r>
            <a:rPr lang="en-US" sz="3200" dirty="0">
              <a:solidFill>
                <a:srgbClr val="002060"/>
              </a:solidFill>
            </a:rPr>
            <a:t>1987</a:t>
          </a:r>
          <a:br>
            <a:rPr lang="en-US" sz="3200" dirty="0">
              <a:solidFill>
                <a:srgbClr val="002060"/>
              </a:solidFill>
            </a:rPr>
          </a:br>
          <a:r>
            <a:rPr lang="en-US" sz="3200" dirty="0"/>
            <a:t>Minix</a:t>
          </a:r>
        </a:p>
      </dgm:t>
    </dgm:pt>
    <dgm:pt modelId="{55F97098-F116-465D-8A8E-89541105A5F6}" type="parTrans" cxnId="{4BE191A3-0715-4087-8F53-10B4CD6241B9}">
      <dgm:prSet/>
      <dgm:spPr/>
      <dgm:t>
        <a:bodyPr/>
        <a:lstStyle/>
        <a:p>
          <a:endParaRPr lang="en-US"/>
        </a:p>
      </dgm:t>
    </dgm:pt>
    <dgm:pt modelId="{1ED2B71C-9B5B-4378-B464-DD8D3B07692F}" type="sibTrans" cxnId="{4BE191A3-0715-4087-8F53-10B4CD6241B9}">
      <dgm:prSet/>
      <dgm:spPr/>
      <dgm:t>
        <a:bodyPr/>
        <a:lstStyle/>
        <a:p>
          <a:endParaRPr lang="en-US"/>
        </a:p>
      </dgm:t>
    </dgm:pt>
    <dgm:pt modelId="{CBA86740-688B-4835-9AB2-32BFF2A04E7E}">
      <dgm:prSet phldrT="[Text]" custT="1"/>
      <dgm:spPr/>
      <dgm:t>
        <a:bodyPr/>
        <a:lstStyle/>
        <a:p>
          <a:r>
            <a:rPr lang="en-US" sz="3200" dirty="0">
              <a:solidFill>
                <a:srgbClr val="002060"/>
              </a:solidFill>
            </a:rPr>
            <a:t>1991</a:t>
          </a:r>
          <a:br>
            <a:rPr lang="en-US" sz="3200" dirty="0"/>
          </a:br>
          <a:r>
            <a:rPr lang="en-US" sz="3200" dirty="0"/>
            <a:t>Linux</a:t>
          </a:r>
        </a:p>
      </dgm:t>
    </dgm:pt>
    <dgm:pt modelId="{6617BDE7-2B62-4718-92CE-FDF9BBFBB59E}" type="parTrans" cxnId="{EF4C7E4D-B054-4461-A8F7-EA53E8C63761}">
      <dgm:prSet/>
      <dgm:spPr/>
      <dgm:t>
        <a:bodyPr/>
        <a:lstStyle/>
        <a:p>
          <a:endParaRPr lang="en-US"/>
        </a:p>
      </dgm:t>
    </dgm:pt>
    <dgm:pt modelId="{5F20AB9B-4892-459B-AB52-EFE2D67BC43C}" type="sibTrans" cxnId="{EF4C7E4D-B054-4461-A8F7-EA53E8C63761}">
      <dgm:prSet/>
      <dgm:spPr/>
      <dgm:t>
        <a:bodyPr/>
        <a:lstStyle/>
        <a:p>
          <a:endParaRPr lang="en-US"/>
        </a:p>
      </dgm:t>
    </dgm:pt>
    <dgm:pt modelId="{18BEA18B-3FEB-4F43-92D7-2F07F824F396}">
      <dgm:prSet phldrT="[Text]"/>
      <dgm:spPr/>
      <dgm:t>
        <a:bodyPr/>
        <a:lstStyle/>
        <a:p>
          <a:r>
            <a:rPr lang="en-US" dirty="0">
              <a:solidFill>
                <a:srgbClr val="002060"/>
              </a:solidFill>
            </a:rPr>
            <a:t>2017</a:t>
          </a:r>
        </a:p>
        <a:p>
          <a:r>
            <a:rPr lang="en-US" dirty="0"/>
            <a:t>Hundreds of Linux distros</a:t>
          </a:r>
        </a:p>
      </dgm:t>
    </dgm:pt>
    <dgm:pt modelId="{E2D7807E-AD78-4E24-865C-800AB3A2866A}" type="parTrans" cxnId="{562B12B2-CC4F-4EB1-9451-8B66F50A4914}">
      <dgm:prSet/>
      <dgm:spPr/>
      <dgm:t>
        <a:bodyPr/>
        <a:lstStyle/>
        <a:p>
          <a:endParaRPr lang="en-US"/>
        </a:p>
      </dgm:t>
    </dgm:pt>
    <dgm:pt modelId="{6C39477C-3D4B-483A-B2BC-C54FEAD61AE7}" type="sibTrans" cxnId="{562B12B2-CC4F-4EB1-9451-8B66F50A4914}">
      <dgm:prSet/>
      <dgm:spPr/>
      <dgm:t>
        <a:bodyPr/>
        <a:lstStyle/>
        <a:p>
          <a:endParaRPr lang="en-US"/>
        </a:p>
      </dgm:t>
    </dgm:pt>
    <dgm:pt modelId="{CE532EC8-0E7A-4558-AF34-DAA5B057D5D7}" type="pres">
      <dgm:prSet presAssocID="{028FCE57-185E-41F0-835F-6D922347310A}" presName="arrowDiagram" presStyleCnt="0">
        <dgm:presLayoutVars>
          <dgm:chMax val="5"/>
          <dgm:dir/>
          <dgm:resizeHandles val="exact"/>
        </dgm:presLayoutVars>
      </dgm:prSet>
      <dgm:spPr/>
    </dgm:pt>
    <dgm:pt modelId="{F0D09D50-2174-410A-88CF-86E450D2135A}" type="pres">
      <dgm:prSet presAssocID="{028FCE57-185E-41F0-835F-6D922347310A}" presName="arrow" presStyleLbl="bgShp" presStyleIdx="0" presStyleCnt="1"/>
      <dgm:spPr/>
    </dgm:pt>
    <dgm:pt modelId="{92089F45-3198-4A24-8654-BA80B42C8533}" type="pres">
      <dgm:prSet presAssocID="{028FCE57-185E-41F0-835F-6D922347310A}" presName="arrowDiagram3" presStyleCnt="0"/>
      <dgm:spPr/>
    </dgm:pt>
    <dgm:pt modelId="{70B6418E-A8A4-43FD-8BAE-1CB70EFD9090}" type="pres">
      <dgm:prSet presAssocID="{167E852B-525F-47E5-BA16-E210263C955E}" presName="bullet3a" presStyleLbl="node1" presStyleIdx="0" presStyleCnt="3"/>
      <dgm:spPr/>
    </dgm:pt>
    <dgm:pt modelId="{AB5A4E7E-E18F-4A3C-A562-AC6CFA1430EA}" type="pres">
      <dgm:prSet presAssocID="{167E852B-525F-47E5-BA16-E210263C955E}" presName="textBox3a" presStyleLbl="revTx" presStyleIdx="0" presStyleCnt="3">
        <dgm:presLayoutVars>
          <dgm:bulletEnabled val="1"/>
        </dgm:presLayoutVars>
      </dgm:prSet>
      <dgm:spPr/>
    </dgm:pt>
    <dgm:pt modelId="{53A73D59-C164-4E02-86CE-286DD62D7B4F}" type="pres">
      <dgm:prSet presAssocID="{CBA86740-688B-4835-9AB2-32BFF2A04E7E}" presName="bullet3b" presStyleLbl="node1" presStyleIdx="1" presStyleCnt="3"/>
      <dgm:spPr/>
    </dgm:pt>
    <dgm:pt modelId="{1258BC59-162B-4535-B262-E37B43C03B51}" type="pres">
      <dgm:prSet presAssocID="{CBA86740-688B-4835-9AB2-32BFF2A04E7E}" presName="textBox3b" presStyleLbl="revTx" presStyleIdx="1" presStyleCnt="3">
        <dgm:presLayoutVars>
          <dgm:bulletEnabled val="1"/>
        </dgm:presLayoutVars>
      </dgm:prSet>
      <dgm:spPr/>
    </dgm:pt>
    <dgm:pt modelId="{09477F6A-C3ED-445B-91EE-74130F63B362}" type="pres">
      <dgm:prSet presAssocID="{18BEA18B-3FEB-4F43-92D7-2F07F824F396}" presName="bullet3c" presStyleLbl="node1" presStyleIdx="2" presStyleCnt="3"/>
      <dgm:spPr/>
    </dgm:pt>
    <dgm:pt modelId="{F4835B7D-6087-4F13-A3E3-001FE9B21933}" type="pres">
      <dgm:prSet presAssocID="{18BEA18B-3FEB-4F43-92D7-2F07F824F396}" presName="textBox3c" presStyleLbl="revTx" presStyleIdx="2" presStyleCnt="3">
        <dgm:presLayoutVars>
          <dgm:bulletEnabled val="1"/>
        </dgm:presLayoutVars>
      </dgm:prSet>
      <dgm:spPr/>
    </dgm:pt>
  </dgm:ptLst>
  <dgm:cxnLst>
    <dgm:cxn modelId="{445D631D-C24E-4CC2-B4D5-DD4772833E21}" type="presOf" srcId="{167E852B-525F-47E5-BA16-E210263C955E}" destId="{AB5A4E7E-E18F-4A3C-A562-AC6CFA1430EA}" srcOrd="0" destOrd="0" presId="urn:microsoft.com/office/officeart/2005/8/layout/arrow2"/>
    <dgm:cxn modelId="{EF4C7E4D-B054-4461-A8F7-EA53E8C63761}" srcId="{028FCE57-185E-41F0-835F-6D922347310A}" destId="{CBA86740-688B-4835-9AB2-32BFF2A04E7E}" srcOrd="1" destOrd="0" parTransId="{6617BDE7-2B62-4718-92CE-FDF9BBFBB59E}" sibTransId="{5F20AB9B-4892-459B-AB52-EFE2D67BC43C}"/>
    <dgm:cxn modelId="{0892276E-C090-4A0F-9102-14610A782848}" type="presOf" srcId="{18BEA18B-3FEB-4F43-92D7-2F07F824F396}" destId="{F4835B7D-6087-4F13-A3E3-001FE9B21933}" srcOrd="0" destOrd="0" presId="urn:microsoft.com/office/officeart/2005/8/layout/arrow2"/>
    <dgm:cxn modelId="{4BE191A3-0715-4087-8F53-10B4CD6241B9}" srcId="{028FCE57-185E-41F0-835F-6D922347310A}" destId="{167E852B-525F-47E5-BA16-E210263C955E}" srcOrd="0" destOrd="0" parTransId="{55F97098-F116-465D-8A8E-89541105A5F6}" sibTransId="{1ED2B71C-9B5B-4378-B464-DD8D3B07692F}"/>
    <dgm:cxn modelId="{562B12B2-CC4F-4EB1-9451-8B66F50A4914}" srcId="{028FCE57-185E-41F0-835F-6D922347310A}" destId="{18BEA18B-3FEB-4F43-92D7-2F07F824F396}" srcOrd="2" destOrd="0" parTransId="{E2D7807E-AD78-4E24-865C-800AB3A2866A}" sibTransId="{6C39477C-3D4B-483A-B2BC-C54FEAD61AE7}"/>
    <dgm:cxn modelId="{48A0DFB4-60CE-4A98-9902-AB153AD58905}" type="presOf" srcId="{028FCE57-185E-41F0-835F-6D922347310A}" destId="{CE532EC8-0E7A-4558-AF34-DAA5B057D5D7}" srcOrd="0" destOrd="0" presId="urn:microsoft.com/office/officeart/2005/8/layout/arrow2"/>
    <dgm:cxn modelId="{C3E683FF-72F5-4164-99B6-96DFE907421B}" type="presOf" srcId="{CBA86740-688B-4835-9AB2-32BFF2A04E7E}" destId="{1258BC59-162B-4535-B262-E37B43C03B51}" srcOrd="0" destOrd="0" presId="urn:microsoft.com/office/officeart/2005/8/layout/arrow2"/>
    <dgm:cxn modelId="{800CE3BF-3C2C-4885-957C-BD03C961E225}" type="presParOf" srcId="{CE532EC8-0E7A-4558-AF34-DAA5B057D5D7}" destId="{F0D09D50-2174-410A-88CF-86E450D2135A}" srcOrd="0" destOrd="0" presId="urn:microsoft.com/office/officeart/2005/8/layout/arrow2"/>
    <dgm:cxn modelId="{C669445A-92BF-42D8-8CB8-C9395976E12D}" type="presParOf" srcId="{CE532EC8-0E7A-4558-AF34-DAA5B057D5D7}" destId="{92089F45-3198-4A24-8654-BA80B42C8533}" srcOrd="1" destOrd="0" presId="urn:microsoft.com/office/officeart/2005/8/layout/arrow2"/>
    <dgm:cxn modelId="{E438F234-CB05-4103-8912-DAE192767EE1}" type="presParOf" srcId="{92089F45-3198-4A24-8654-BA80B42C8533}" destId="{70B6418E-A8A4-43FD-8BAE-1CB70EFD9090}" srcOrd="0" destOrd="0" presId="urn:microsoft.com/office/officeart/2005/8/layout/arrow2"/>
    <dgm:cxn modelId="{E983C31C-3103-4BF8-8EF5-753B1C4788DE}" type="presParOf" srcId="{92089F45-3198-4A24-8654-BA80B42C8533}" destId="{AB5A4E7E-E18F-4A3C-A562-AC6CFA1430EA}" srcOrd="1" destOrd="0" presId="urn:microsoft.com/office/officeart/2005/8/layout/arrow2"/>
    <dgm:cxn modelId="{B82E4788-2789-452F-BAD3-9CED9A5DB0BD}" type="presParOf" srcId="{92089F45-3198-4A24-8654-BA80B42C8533}" destId="{53A73D59-C164-4E02-86CE-286DD62D7B4F}" srcOrd="2" destOrd="0" presId="urn:microsoft.com/office/officeart/2005/8/layout/arrow2"/>
    <dgm:cxn modelId="{1E576287-82B3-4545-9FBD-17A44CC779F3}" type="presParOf" srcId="{92089F45-3198-4A24-8654-BA80B42C8533}" destId="{1258BC59-162B-4535-B262-E37B43C03B51}" srcOrd="3" destOrd="0" presId="urn:microsoft.com/office/officeart/2005/8/layout/arrow2"/>
    <dgm:cxn modelId="{38CE003A-6EF5-4279-894F-37089B78C265}" type="presParOf" srcId="{92089F45-3198-4A24-8654-BA80B42C8533}" destId="{09477F6A-C3ED-445B-91EE-74130F63B362}" srcOrd="4" destOrd="0" presId="urn:microsoft.com/office/officeart/2005/8/layout/arrow2"/>
    <dgm:cxn modelId="{C94EBEE1-219D-44B7-9D2B-258A29C6FBE5}" type="presParOf" srcId="{92089F45-3198-4A24-8654-BA80B42C8533}" destId="{F4835B7D-6087-4F13-A3E3-001FE9B21933}"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C5145D-83F0-4F06-B98A-06A224166C2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E8753320-E00B-4AC7-8DAA-B5E9FEBCF280}">
      <dgm:prSet phldrT="[Text]"/>
      <dgm:spPr/>
      <dgm:t>
        <a:bodyPr/>
        <a:lstStyle/>
        <a:p>
          <a:r>
            <a:rPr lang="en-US" dirty="0"/>
            <a:t>Bourne shell (sh)</a:t>
          </a:r>
        </a:p>
      </dgm:t>
    </dgm:pt>
    <dgm:pt modelId="{4AA6A6BF-2753-4C57-ACA3-EFD8BD60F535}" type="parTrans" cxnId="{EA93184A-1258-4F0D-8403-E1204F0EE587}">
      <dgm:prSet/>
      <dgm:spPr/>
      <dgm:t>
        <a:bodyPr/>
        <a:lstStyle/>
        <a:p>
          <a:endParaRPr lang="en-US"/>
        </a:p>
      </dgm:t>
    </dgm:pt>
    <dgm:pt modelId="{3BA508B9-B645-4262-A8E0-AF78521A1F79}" type="sibTrans" cxnId="{EA93184A-1258-4F0D-8403-E1204F0EE587}">
      <dgm:prSet/>
      <dgm:spPr/>
      <dgm:t>
        <a:bodyPr/>
        <a:lstStyle/>
        <a:p>
          <a:endParaRPr lang="en-US"/>
        </a:p>
      </dgm:t>
    </dgm:pt>
    <dgm:pt modelId="{19CDEBFE-D78A-44A6-95F4-BE1C87511AC2}">
      <dgm:prSet phldrT="[Text]"/>
      <dgm:spPr/>
      <dgm:t>
        <a:bodyPr/>
        <a:lstStyle/>
        <a:p>
          <a:r>
            <a:rPr lang="en-US" dirty="0"/>
            <a:t>Bourne-again shell (Bash)</a:t>
          </a:r>
        </a:p>
      </dgm:t>
    </dgm:pt>
    <dgm:pt modelId="{329EA843-48DC-4B81-9C57-2A90FD98F6CE}" type="parTrans" cxnId="{02D0083C-4542-42C8-865E-D8C3B69DF703}">
      <dgm:prSet/>
      <dgm:spPr/>
      <dgm:t>
        <a:bodyPr/>
        <a:lstStyle/>
        <a:p>
          <a:endParaRPr lang="en-US"/>
        </a:p>
      </dgm:t>
    </dgm:pt>
    <dgm:pt modelId="{50D8EBD0-06B9-42B4-B003-8162EEC4149A}" type="sibTrans" cxnId="{02D0083C-4542-42C8-865E-D8C3B69DF703}">
      <dgm:prSet/>
      <dgm:spPr/>
      <dgm:t>
        <a:bodyPr/>
        <a:lstStyle/>
        <a:p>
          <a:endParaRPr lang="en-US"/>
        </a:p>
      </dgm:t>
    </dgm:pt>
    <dgm:pt modelId="{B2978883-452D-472C-B253-754394AB3FFC}">
      <dgm:prSet phldrT="[Text]"/>
      <dgm:spPr/>
      <dgm:t>
        <a:bodyPr/>
        <a:lstStyle/>
        <a:p>
          <a:r>
            <a:rPr lang="en-US" dirty="0"/>
            <a:t>C shell (csh)</a:t>
          </a:r>
        </a:p>
      </dgm:t>
    </dgm:pt>
    <dgm:pt modelId="{550D6277-EFA1-4948-A322-6034435F70FC}" type="parTrans" cxnId="{A7CF9B68-0966-401E-BA95-DE3ECAF8D16B}">
      <dgm:prSet/>
      <dgm:spPr/>
      <dgm:t>
        <a:bodyPr/>
        <a:lstStyle/>
        <a:p>
          <a:endParaRPr lang="en-US"/>
        </a:p>
      </dgm:t>
    </dgm:pt>
    <dgm:pt modelId="{3AC68307-2A8F-43A0-9005-CB66AE96A08F}" type="sibTrans" cxnId="{A7CF9B68-0966-401E-BA95-DE3ECAF8D16B}">
      <dgm:prSet/>
      <dgm:spPr/>
      <dgm:t>
        <a:bodyPr/>
        <a:lstStyle/>
        <a:p>
          <a:endParaRPr lang="en-US"/>
        </a:p>
      </dgm:t>
    </dgm:pt>
    <dgm:pt modelId="{2BCBAFEA-E0FC-4166-8F06-B7C6B277C34F}">
      <dgm:prSet/>
      <dgm:spPr/>
      <dgm:t>
        <a:bodyPr/>
        <a:lstStyle/>
        <a:p>
          <a:r>
            <a:rPr lang="en-US" dirty="0"/>
            <a:t>Korn shell (ksh)</a:t>
          </a:r>
        </a:p>
      </dgm:t>
    </dgm:pt>
    <dgm:pt modelId="{3A44EFF0-B4B0-440B-A06B-89151E89E77A}" type="parTrans" cxnId="{4BA82056-E9C3-477C-989F-5F3C222640D2}">
      <dgm:prSet/>
      <dgm:spPr/>
      <dgm:t>
        <a:bodyPr/>
        <a:lstStyle/>
        <a:p>
          <a:endParaRPr lang="en-US"/>
        </a:p>
      </dgm:t>
    </dgm:pt>
    <dgm:pt modelId="{AF128604-805F-42D2-94F7-A95004009E0C}" type="sibTrans" cxnId="{4BA82056-E9C3-477C-989F-5F3C222640D2}">
      <dgm:prSet/>
      <dgm:spPr/>
      <dgm:t>
        <a:bodyPr/>
        <a:lstStyle/>
        <a:p>
          <a:endParaRPr lang="en-US"/>
        </a:p>
      </dgm:t>
    </dgm:pt>
    <dgm:pt modelId="{B8869CA3-5172-41BE-9819-96094C751059}" type="pres">
      <dgm:prSet presAssocID="{6AC5145D-83F0-4F06-B98A-06A224166C26}" presName="linear" presStyleCnt="0">
        <dgm:presLayoutVars>
          <dgm:dir/>
          <dgm:animLvl val="lvl"/>
          <dgm:resizeHandles val="exact"/>
        </dgm:presLayoutVars>
      </dgm:prSet>
      <dgm:spPr/>
    </dgm:pt>
    <dgm:pt modelId="{C167E8FF-79B0-490B-A55E-80B7906ED8F7}" type="pres">
      <dgm:prSet presAssocID="{E8753320-E00B-4AC7-8DAA-B5E9FEBCF280}" presName="parentLin" presStyleCnt="0"/>
      <dgm:spPr/>
    </dgm:pt>
    <dgm:pt modelId="{973099DA-BD56-40E9-9CB7-DF1AB78460C3}" type="pres">
      <dgm:prSet presAssocID="{E8753320-E00B-4AC7-8DAA-B5E9FEBCF280}" presName="parentLeftMargin" presStyleLbl="node1" presStyleIdx="0" presStyleCnt="4"/>
      <dgm:spPr/>
    </dgm:pt>
    <dgm:pt modelId="{B4024191-F21B-4384-AA70-0983881A4322}" type="pres">
      <dgm:prSet presAssocID="{E8753320-E00B-4AC7-8DAA-B5E9FEBCF280}" presName="parentText" presStyleLbl="node1" presStyleIdx="0" presStyleCnt="4">
        <dgm:presLayoutVars>
          <dgm:chMax val="0"/>
          <dgm:bulletEnabled val="1"/>
        </dgm:presLayoutVars>
      </dgm:prSet>
      <dgm:spPr/>
    </dgm:pt>
    <dgm:pt modelId="{DF58F190-C88B-4A7D-9493-AFBBF4C458D0}" type="pres">
      <dgm:prSet presAssocID="{E8753320-E00B-4AC7-8DAA-B5E9FEBCF280}" presName="negativeSpace" presStyleCnt="0"/>
      <dgm:spPr/>
    </dgm:pt>
    <dgm:pt modelId="{6946A3D7-5826-4D8C-A7E0-A51170B17AF6}" type="pres">
      <dgm:prSet presAssocID="{E8753320-E00B-4AC7-8DAA-B5E9FEBCF280}" presName="childText" presStyleLbl="conFgAcc1" presStyleIdx="0" presStyleCnt="4">
        <dgm:presLayoutVars>
          <dgm:bulletEnabled val="1"/>
        </dgm:presLayoutVars>
      </dgm:prSet>
      <dgm:spPr/>
    </dgm:pt>
    <dgm:pt modelId="{4F39DE6E-3084-451C-9E62-585C0EE1DE42}" type="pres">
      <dgm:prSet presAssocID="{3BA508B9-B645-4262-A8E0-AF78521A1F79}" presName="spaceBetweenRectangles" presStyleCnt="0"/>
      <dgm:spPr/>
    </dgm:pt>
    <dgm:pt modelId="{060B8D91-3F29-4BC2-BC7D-CF3D402FCAB5}" type="pres">
      <dgm:prSet presAssocID="{19CDEBFE-D78A-44A6-95F4-BE1C87511AC2}" presName="parentLin" presStyleCnt="0"/>
      <dgm:spPr/>
    </dgm:pt>
    <dgm:pt modelId="{CB8CD7E4-47B9-489A-B91C-677005DE7BED}" type="pres">
      <dgm:prSet presAssocID="{19CDEBFE-D78A-44A6-95F4-BE1C87511AC2}" presName="parentLeftMargin" presStyleLbl="node1" presStyleIdx="0" presStyleCnt="4"/>
      <dgm:spPr/>
    </dgm:pt>
    <dgm:pt modelId="{4B317B13-F155-4B54-A0E7-D6FAAA6BD904}" type="pres">
      <dgm:prSet presAssocID="{19CDEBFE-D78A-44A6-95F4-BE1C87511AC2}" presName="parentText" presStyleLbl="node1" presStyleIdx="1" presStyleCnt="4">
        <dgm:presLayoutVars>
          <dgm:chMax val="0"/>
          <dgm:bulletEnabled val="1"/>
        </dgm:presLayoutVars>
      </dgm:prSet>
      <dgm:spPr/>
    </dgm:pt>
    <dgm:pt modelId="{3E125C9C-9860-4038-B3B7-875574905D03}" type="pres">
      <dgm:prSet presAssocID="{19CDEBFE-D78A-44A6-95F4-BE1C87511AC2}" presName="negativeSpace" presStyleCnt="0"/>
      <dgm:spPr/>
    </dgm:pt>
    <dgm:pt modelId="{85AD51B1-9D7C-4BB5-858F-D6AAF3FDD564}" type="pres">
      <dgm:prSet presAssocID="{19CDEBFE-D78A-44A6-95F4-BE1C87511AC2}" presName="childText" presStyleLbl="conFgAcc1" presStyleIdx="1" presStyleCnt="4">
        <dgm:presLayoutVars>
          <dgm:bulletEnabled val="1"/>
        </dgm:presLayoutVars>
      </dgm:prSet>
      <dgm:spPr/>
    </dgm:pt>
    <dgm:pt modelId="{F391A4A4-9EC6-43FC-AE9C-F1861E105DA5}" type="pres">
      <dgm:prSet presAssocID="{50D8EBD0-06B9-42B4-B003-8162EEC4149A}" presName="spaceBetweenRectangles" presStyleCnt="0"/>
      <dgm:spPr/>
    </dgm:pt>
    <dgm:pt modelId="{295EFBE2-0197-4242-A065-29732B0E744B}" type="pres">
      <dgm:prSet presAssocID="{B2978883-452D-472C-B253-754394AB3FFC}" presName="parentLin" presStyleCnt="0"/>
      <dgm:spPr/>
    </dgm:pt>
    <dgm:pt modelId="{79C3E6AD-8DE4-43B6-B492-F0AA3E3F9DDA}" type="pres">
      <dgm:prSet presAssocID="{B2978883-452D-472C-B253-754394AB3FFC}" presName="parentLeftMargin" presStyleLbl="node1" presStyleIdx="1" presStyleCnt="4"/>
      <dgm:spPr/>
    </dgm:pt>
    <dgm:pt modelId="{E0F2ECFA-2457-4030-A42C-38452E31F940}" type="pres">
      <dgm:prSet presAssocID="{B2978883-452D-472C-B253-754394AB3FFC}" presName="parentText" presStyleLbl="node1" presStyleIdx="2" presStyleCnt="4">
        <dgm:presLayoutVars>
          <dgm:chMax val="0"/>
          <dgm:bulletEnabled val="1"/>
        </dgm:presLayoutVars>
      </dgm:prSet>
      <dgm:spPr/>
    </dgm:pt>
    <dgm:pt modelId="{EEBA780C-501A-4857-ABC3-EA5B6D717738}" type="pres">
      <dgm:prSet presAssocID="{B2978883-452D-472C-B253-754394AB3FFC}" presName="negativeSpace" presStyleCnt="0"/>
      <dgm:spPr/>
    </dgm:pt>
    <dgm:pt modelId="{0F543C07-58A0-4CD5-8F6B-66A99DB2A7D9}" type="pres">
      <dgm:prSet presAssocID="{B2978883-452D-472C-B253-754394AB3FFC}" presName="childText" presStyleLbl="conFgAcc1" presStyleIdx="2" presStyleCnt="4">
        <dgm:presLayoutVars>
          <dgm:bulletEnabled val="1"/>
        </dgm:presLayoutVars>
      </dgm:prSet>
      <dgm:spPr/>
    </dgm:pt>
    <dgm:pt modelId="{79E7FDEB-F5C7-4C78-A057-C4121B38B82D}" type="pres">
      <dgm:prSet presAssocID="{3AC68307-2A8F-43A0-9005-CB66AE96A08F}" presName="spaceBetweenRectangles" presStyleCnt="0"/>
      <dgm:spPr/>
    </dgm:pt>
    <dgm:pt modelId="{01262E77-4072-4DD9-9CC6-CDF690F0D453}" type="pres">
      <dgm:prSet presAssocID="{2BCBAFEA-E0FC-4166-8F06-B7C6B277C34F}" presName="parentLin" presStyleCnt="0"/>
      <dgm:spPr/>
    </dgm:pt>
    <dgm:pt modelId="{9DD95BC0-07CB-4F50-BAA0-BA7D9D2C84DB}" type="pres">
      <dgm:prSet presAssocID="{2BCBAFEA-E0FC-4166-8F06-B7C6B277C34F}" presName="parentLeftMargin" presStyleLbl="node1" presStyleIdx="2" presStyleCnt="4"/>
      <dgm:spPr/>
    </dgm:pt>
    <dgm:pt modelId="{8EBAF28F-CEA2-41FB-B8F3-1EC939F5EACB}" type="pres">
      <dgm:prSet presAssocID="{2BCBAFEA-E0FC-4166-8F06-B7C6B277C34F}" presName="parentText" presStyleLbl="node1" presStyleIdx="3" presStyleCnt="4">
        <dgm:presLayoutVars>
          <dgm:chMax val="0"/>
          <dgm:bulletEnabled val="1"/>
        </dgm:presLayoutVars>
      </dgm:prSet>
      <dgm:spPr/>
    </dgm:pt>
    <dgm:pt modelId="{BE18749B-A351-4824-8D7D-4549D1961C03}" type="pres">
      <dgm:prSet presAssocID="{2BCBAFEA-E0FC-4166-8F06-B7C6B277C34F}" presName="negativeSpace" presStyleCnt="0"/>
      <dgm:spPr/>
    </dgm:pt>
    <dgm:pt modelId="{2F7614BA-EB49-464C-A582-B55EAFC83069}" type="pres">
      <dgm:prSet presAssocID="{2BCBAFEA-E0FC-4166-8F06-B7C6B277C34F}" presName="childText" presStyleLbl="conFgAcc1" presStyleIdx="3" presStyleCnt="4">
        <dgm:presLayoutVars>
          <dgm:bulletEnabled val="1"/>
        </dgm:presLayoutVars>
      </dgm:prSet>
      <dgm:spPr/>
    </dgm:pt>
  </dgm:ptLst>
  <dgm:cxnLst>
    <dgm:cxn modelId="{38E4C707-1039-4B41-81A6-FE1CC5D9C9F7}" type="presOf" srcId="{19CDEBFE-D78A-44A6-95F4-BE1C87511AC2}" destId="{4B317B13-F155-4B54-A0E7-D6FAAA6BD904}" srcOrd="1" destOrd="0" presId="urn:microsoft.com/office/officeart/2005/8/layout/list1"/>
    <dgm:cxn modelId="{65F80718-8CC8-47BF-B69B-79BEA5BF3A82}" type="presOf" srcId="{19CDEBFE-D78A-44A6-95F4-BE1C87511AC2}" destId="{CB8CD7E4-47B9-489A-B91C-677005DE7BED}" srcOrd="0" destOrd="0" presId="urn:microsoft.com/office/officeart/2005/8/layout/list1"/>
    <dgm:cxn modelId="{28198937-66AA-4187-A149-27BFE2A36987}" type="presOf" srcId="{6AC5145D-83F0-4F06-B98A-06A224166C26}" destId="{B8869CA3-5172-41BE-9819-96094C751059}" srcOrd="0" destOrd="0" presId="urn:microsoft.com/office/officeart/2005/8/layout/list1"/>
    <dgm:cxn modelId="{02D0083C-4542-42C8-865E-D8C3B69DF703}" srcId="{6AC5145D-83F0-4F06-B98A-06A224166C26}" destId="{19CDEBFE-D78A-44A6-95F4-BE1C87511AC2}" srcOrd="1" destOrd="0" parTransId="{329EA843-48DC-4B81-9C57-2A90FD98F6CE}" sibTransId="{50D8EBD0-06B9-42B4-B003-8162EEC4149A}"/>
    <dgm:cxn modelId="{FAA22E44-3198-461D-BF5B-1DCCBE0261AB}" type="presOf" srcId="{E8753320-E00B-4AC7-8DAA-B5E9FEBCF280}" destId="{B4024191-F21B-4384-AA70-0983881A4322}" srcOrd="1" destOrd="0" presId="urn:microsoft.com/office/officeart/2005/8/layout/list1"/>
    <dgm:cxn modelId="{ACAE8B66-1959-4D7E-A5DF-9F0FF7E71DEE}" type="presOf" srcId="{B2978883-452D-472C-B253-754394AB3FFC}" destId="{E0F2ECFA-2457-4030-A42C-38452E31F940}" srcOrd="1" destOrd="0" presId="urn:microsoft.com/office/officeart/2005/8/layout/list1"/>
    <dgm:cxn modelId="{A7CF9B68-0966-401E-BA95-DE3ECAF8D16B}" srcId="{6AC5145D-83F0-4F06-B98A-06A224166C26}" destId="{B2978883-452D-472C-B253-754394AB3FFC}" srcOrd="2" destOrd="0" parTransId="{550D6277-EFA1-4948-A322-6034435F70FC}" sibTransId="{3AC68307-2A8F-43A0-9005-CB66AE96A08F}"/>
    <dgm:cxn modelId="{EA93184A-1258-4F0D-8403-E1204F0EE587}" srcId="{6AC5145D-83F0-4F06-B98A-06A224166C26}" destId="{E8753320-E00B-4AC7-8DAA-B5E9FEBCF280}" srcOrd="0" destOrd="0" parTransId="{4AA6A6BF-2753-4C57-ACA3-EFD8BD60F535}" sibTransId="{3BA508B9-B645-4262-A8E0-AF78521A1F79}"/>
    <dgm:cxn modelId="{83DB124E-4460-472A-95D9-C73671BC4B78}" type="presOf" srcId="{2BCBAFEA-E0FC-4166-8F06-B7C6B277C34F}" destId="{8EBAF28F-CEA2-41FB-B8F3-1EC939F5EACB}" srcOrd="1" destOrd="0" presId="urn:microsoft.com/office/officeart/2005/8/layout/list1"/>
    <dgm:cxn modelId="{4BA82056-E9C3-477C-989F-5F3C222640D2}" srcId="{6AC5145D-83F0-4F06-B98A-06A224166C26}" destId="{2BCBAFEA-E0FC-4166-8F06-B7C6B277C34F}" srcOrd="3" destOrd="0" parTransId="{3A44EFF0-B4B0-440B-A06B-89151E89E77A}" sibTransId="{AF128604-805F-42D2-94F7-A95004009E0C}"/>
    <dgm:cxn modelId="{C789E587-E925-4C03-B521-D3FB687B764E}" type="presOf" srcId="{2BCBAFEA-E0FC-4166-8F06-B7C6B277C34F}" destId="{9DD95BC0-07CB-4F50-BAA0-BA7D9D2C84DB}" srcOrd="0" destOrd="0" presId="urn:microsoft.com/office/officeart/2005/8/layout/list1"/>
    <dgm:cxn modelId="{DE396699-6944-4E6D-9B3A-A1AD0C25B4AD}" type="presOf" srcId="{B2978883-452D-472C-B253-754394AB3FFC}" destId="{79C3E6AD-8DE4-43B6-B492-F0AA3E3F9DDA}" srcOrd="0" destOrd="0" presId="urn:microsoft.com/office/officeart/2005/8/layout/list1"/>
    <dgm:cxn modelId="{A2B653B8-857D-49DD-B59F-BBA8F15040DE}" type="presOf" srcId="{E8753320-E00B-4AC7-8DAA-B5E9FEBCF280}" destId="{973099DA-BD56-40E9-9CB7-DF1AB78460C3}" srcOrd="0" destOrd="0" presId="urn:microsoft.com/office/officeart/2005/8/layout/list1"/>
    <dgm:cxn modelId="{221F2DEF-49C4-4D54-A5C6-63AC890902CD}" type="presParOf" srcId="{B8869CA3-5172-41BE-9819-96094C751059}" destId="{C167E8FF-79B0-490B-A55E-80B7906ED8F7}" srcOrd="0" destOrd="0" presId="urn:microsoft.com/office/officeart/2005/8/layout/list1"/>
    <dgm:cxn modelId="{35A3F3DA-1E84-49BF-BBA0-7FC146D30306}" type="presParOf" srcId="{C167E8FF-79B0-490B-A55E-80B7906ED8F7}" destId="{973099DA-BD56-40E9-9CB7-DF1AB78460C3}" srcOrd="0" destOrd="0" presId="urn:microsoft.com/office/officeart/2005/8/layout/list1"/>
    <dgm:cxn modelId="{120DDBBE-76E5-4347-B485-9754D1959FB5}" type="presParOf" srcId="{C167E8FF-79B0-490B-A55E-80B7906ED8F7}" destId="{B4024191-F21B-4384-AA70-0983881A4322}" srcOrd="1" destOrd="0" presId="urn:microsoft.com/office/officeart/2005/8/layout/list1"/>
    <dgm:cxn modelId="{A9D96123-0C99-4D41-9DA9-761D70C5621F}" type="presParOf" srcId="{B8869CA3-5172-41BE-9819-96094C751059}" destId="{DF58F190-C88B-4A7D-9493-AFBBF4C458D0}" srcOrd="1" destOrd="0" presId="urn:microsoft.com/office/officeart/2005/8/layout/list1"/>
    <dgm:cxn modelId="{EAAE3B80-9877-4C3E-AA69-1C2C319A6D73}" type="presParOf" srcId="{B8869CA3-5172-41BE-9819-96094C751059}" destId="{6946A3D7-5826-4D8C-A7E0-A51170B17AF6}" srcOrd="2" destOrd="0" presId="urn:microsoft.com/office/officeart/2005/8/layout/list1"/>
    <dgm:cxn modelId="{2C7084C0-9EDF-4037-AB97-3F34027E4D6B}" type="presParOf" srcId="{B8869CA3-5172-41BE-9819-96094C751059}" destId="{4F39DE6E-3084-451C-9E62-585C0EE1DE42}" srcOrd="3" destOrd="0" presId="urn:microsoft.com/office/officeart/2005/8/layout/list1"/>
    <dgm:cxn modelId="{D77F4202-53F3-424A-AEEE-3AAC0531F006}" type="presParOf" srcId="{B8869CA3-5172-41BE-9819-96094C751059}" destId="{060B8D91-3F29-4BC2-BC7D-CF3D402FCAB5}" srcOrd="4" destOrd="0" presId="urn:microsoft.com/office/officeart/2005/8/layout/list1"/>
    <dgm:cxn modelId="{1B326C58-81C8-4182-86E4-614C0FFA79A1}" type="presParOf" srcId="{060B8D91-3F29-4BC2-BC7D-CF3D402FCAB5}" destId="{CB8CD7E4-47B9-489A-B91C-677005DE7BED}" srcOrd="0" destOrd="0" presId="urn:microsoft.com/office/officeart/2005/8/layout/list1"/>
    <dgm:cxn modelId="{22BE8001-D929-433A-8A9E-D1728EA9DD26}" type="presParOf" srcId="{060B8D91-3F29-4BC2-BC7D-CF3D402FCAB5}" destId="{4B317B13-F155-4B54-A0E7-D6FAAA6BD904}" srcOrd="1" destOrd="0" presId="urn:microsoft.com/office/officeart/2005/8/layout/list1"/>
    <dgm:cxn modelId="{C977D3F9-8764-4301-AA9B-FEE749421F72}" type="presParOf" srcId="{B8869CA3-5172-41BE-9819-96094C751059}" destId="{3E125C9C-9860-4038-B3B7-875574905D03}" srcOrd="5" destOrd="0" presId="urn:microsoft.com/office/officeart/2005/8/layout/list1"/>
    <dgm:cxn modelId="{DCB5E90E-6F57-4DC0-9FE4-3A55720335CB}" type="presParOf" srcId="{B8869CA3-5172-41BE-9819-96094C751059}" destId="{85AD51B1-9D7C-4BB5-858F-D6AAF3FDD564}" srcOrd="6" destOrd="0" presId="urn:microsoft.com/office/officeart/2005/8/layout/list1"/>
    <dgm:cxn modelId="{0C4574DA-C8A6-4ED9-A0A4-48466761856E}" type="presParOf" srcId="{B8869CA3-5172-41BE-9819-96094C751059}" destId="{F391A4A4-9EC6-43FC-AE9C-F1861E105DA5}" srcOrd="7" destOrd="0" presId="urn:microsoft.com/office/officeart/2005/8/layout/list1"/>
    <dgm:cxn modelId="{5B430157-9596-4458-BD29-7DFE501FC3C6}" type="presParOf" srcId="{B8869CA3-5172-41BE-9819-96094C751059}" destId="{295EFBE2-0197-4242-A065-29732B0E744B}" srcOrd="8" destOrd="0" presId="urn:microsoft.com/office/officeart/2005/8/layout/list1"/>
    <dgm:cxn modelId="{992D2DD6-C9A6-4792-87B1-F658C74B3F10}" type="presParOf" srcId="{295EFBE2-0197-4242-A065-29732B0E744B}" destId="{79C3E6AD-8DE4-43B6-B492-F0AA3E3F9DDA}" srcOrd="0" destOrd="0" presId="urn:microsoft.com/office/officeart/2005/8/layout/list1"/>
    <dgm:cxn modelId="{CE53EADA-E7FE-422A-900D-79A2B5415712}" type="presParOf" srcId="{295EFBE2-0197-4242-A065-29732B0E744B}" destId="{E0F2ECFA-2457-4030-A42C-38452E31F940}" srcOrd="1" destOrd="0" presId="urn:microsoft.com/office/officeart/2005/8/layout/list1"/>
    <dgm:cxn modelId="{3639E418-D35D-4C87-982D-EA2E4C1F877A}" type="presParOf" srcId="{B8869CA3-5172-41BE-9819-96094C751059}" destId="{EEBA780C-501A-4857-ABC3-EA5B6D717738}" srcOrd="9" destOrd="0" presId="urn:microsoft.com/office/officeart/2005/8/layout/list1"/>
    <dgm:cxn modelId="{A073E4F5-9200-499B-BF02-80F91D084E23}" type="presParOf" srcId="{B8869CA3-5172-41BE-9819-96094C751059}" destId="{0F543C07-58A0-4CD5-8F6B-66A99DB2A7D9}" srcOrd="10" destOrd="0" presId="urn:microsoft.com/office/officeart/2005/8/layout/list1"/>
    <dgm:cxn modelId="{0ADCAC93-39F8-4532-8F26-F18973E4D60D}" type="presParOf" srcId="{B8869CA3-5172-41BE-9819-96094C751059}" destId="{79E7FDEB-F5C7-4C78-A057-C4121B38B82D}" srcOrd="11" destOrd="0" presId="urn:microsoft.com/office/officeart/2005/8/layout/list1"/>
    <dgm:cxn modelId="{A155A403-E81C-4EDB-81D2-1FAC554EFA48}" type="presParOf" srcId="{B8869CA3-5172-41BE-9819-96094C751059}" destId="{01262E77-4072-4DD9-9CC6-CDF690F0D453}" srcOrd="12" destOrd="0" presId="urn:microsoft.com/office/officeart/2005/8/layout/list1"/>
    <dgm:cxn modelId="{9D9AEB4E-D885-4DA8-8A7B-79DD6D8941A4}" type="presParOf" srcId="{01262E77-4072-4DD9-9CC6-CDF690F0D453}" destId="{9DD95BC0-07CB-4F50-BAA0-BA7D9D2C84DB}" srcOrd="0" destOrd="0" presId="urn:microsoft.com/office/officeart/2005/8/layout/list1"/>
    <dgm:cxn modelId="{7729FADD-D4A9-4A89-938D-17A02B454EA1}" type="presParOf" srcId="{01262E77-4072-4DD9-9CC6-CDF690F0D453}" destId="{8EBAF28F-CEA2-41FB-B8F3-1EC939F5EACB}" srcOrd="1" destOrd="0" presId="urn:microsoft.com/office/officeart/2005/8/layout/list1"/>
    <dgm:cxn modelId="{EBE79793-229D-4C38-B13E-F20BAB77AC21}" type="presParOf" srcId="{B8869CA3-5172-41BE-9819-96094C751059}" destId="{BE18749B-A351-4824-8D7D-4549D1961C03}" srcOrd="13" destOrd="0" presId="urn:microsoft.com/office/officeart/2005/8/layout/list1"/>
    <dgm:cxn modelId="{44AC639F-3416-4249-BF50-39FECEA47412}" type="presParOf" srcId="{B8869CA3-5172-41BE-9819-96094C751059}" destId="{2F7614BA-EB49-464C-A582-B55EAFC83069}"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2D6F4D-597E-4879-9340-7530AEEF2DD4}"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0A7987C9-D2EA-4540-9647-D38D0EF9C534}">
      <dgm:prSet phldrT="[Text]" custT="1"/>
      <dgm:spPr/>
      <dgm:t>
        <a:bodyPr/>
        <a:lstStyle/>
        <a:p>
          <a:r>
            <a:rPr lang="en-US" sz="3200" dirty="0"/>
            <a:t>BIOS</a:t>
          </a:r>
        </a:p>
      </dgm:t>
    </dgm:pt>
    <dgm:pt modelId="{20931312-8A75-4619-B043-6EA560860390}" type="parTrans" cxnId="{92174814-22D1-48F8-930A-5B234939E7C5}">
      <dgm:prSet/>
      <dgm:spPr/>
      <dgm:t>
        <a:bodyPr/>
        <a:lstStyle/>
        <a:p>
          <a:endParaRPr lang="en-US"/>
        </a:p>
      </dgm:t>
    </dgm:pt>
    <dgm:pt modelId="{C535C189-B8AC-44AA-AA64-EB47A8B598AD}" type="sibTrans" cxnId="{92174814-22D1-48F8-930A-5B234939E7C5}">
      <dgm:prSet/>
      <dgm:spPr/>
      <dgm:t>
        <a:bodyPr/>
        <a:lstStyle/>
        <a:p>
          <a:endParaRPr lang="en-US"/>
        </a:p>
      </dgm:t>
    </dgm:pt>
    <dgm:pt modelId="{3D021F4E-AA7F-4A83-9F1E-F752E90C8907}">
      <dgm:prSet phldrT="[Text]" custT="1"/>
      <dgm:spPr/>
      <dgm:t>
        <a:bodyPr/>
        <a:lstStyle/>
        <a:p>
          <a:r>
            <a:rPr lang="en-US" sz="2600" dirty="0"/>
            <a:t>POST</a:t>
          </a:r>
        </a:p>
      </dgm:t>
    </dgm:pt>
    <dgm:pt modelId="{F438864F-1203-48FB-B387-7E9E2404DEC6}" type="parTrans" cxnId="{1BD82761-FE9F-4FB4-81E8-8C4A280BF6F8}">
      <dgm:prSet/>
      <dgm:spPr/>
      <dgm:t>
        <a:bodyPr/>
        <a:lstStyle/>
        <a:p>
          <a:endParaRPr lang="en-US"/>
        </a:p>
      </dgm:t>
    </dgm:pt>
    <dgm:pt modelId="{95CAA5F6-5B17-4567-BB78-AB5C1AFF6BD4}" type="sibTrans" cxnId="{1BD82761-FE9F-4FB4-81E8-8C4A280BF6F8}">
      <dgm:prSet/>
      <dgm:spPr/>
      <dgm:t>
        <a:bodyPr/>
        <a:lstStyle/>
        <a:p>
          <a:endParaRPr lang="en-US"/>
        </a:p>
      </dgm:t>
    </dgm:pt>
    <dgm:pt modelId="{629D9476-F96D-48E3-8CD0-7B5E8D98F687}">
      <dgm:prSet phldrT="[Text]" custT="1"/>
      <dgm:spPr/>
      <dgm:t>
        <a:bodyPr/>
        <a:lstStyle/>
        <a:p>
          <a:r>
            <a:rPr lang="en-US" sz="3200" dirty="0"/>
            <a:t>MBR</a:t>
          </a:r>
        </a:p>
      </dgm:t>
    </dgm:pt>
    <dgm:pt modelId="{F5045D17-2D21-43EF-BE28-D00328DD05FB}" type="parTrans" cxnId="{06415E18-054C-45AB-9320-260A5F84FC90}">
      <dgm:prSet/>
      <dgm:spPr/>
      <dgm:t>
        <a:bodyPr/>
        <a:lstStyle/>
        <a:p>
          <a:endParaRPr lang="en-US"/>
        </a:p>
      </dgm:t>
    </dgm:pt>
    <dgm:pt modelId="{65DBAF2A-3B88-4FA4-84D3-8850A20B0456}" type="sibTrans" cxnId="{06415E18-054C-45AB-9320-260A5F84FC90}">
      <dgm:prSet/>
      <dgm:spPr/>
      <dgm:t>
        <a:bodyPr/>
        <a:lstStyle/>
        <a:p>
          <a:endParaRPr lang="en-US"/>
        </a:p>
      </dgm:t>
    </dgm:pt>
    <dgm:pt modelId="{EF68F5BD-45D7-4901-8007-957295B90EAB}">
      <dgm:prSet phldrT="[Text]" custT="1"/>
      <dgm:spPr/>
      <dgm:t>
        <a:bodyPr/>
        <a:lstStyle/>
        <a:p>
          <a:r>
            <a:rPr lang="en-US" sz="2600" dirty="0"/>
            <a:t>GRUB</a:t>
          </a:r>
        </a:p>
      </dgm:t>
    </dgm:pt>
    <dgm:pt modelId="{CA1AC5A7-C24B-4EA7-93BA-D979F6B17779}" type="parTrans" cxnId="{ADC27469-D7EB-4116-9AB8-3FE92D96E9EB}">
      <dgm:prSet/>
      <dgm:spPr/>
      <dgm:t>
        <a:bodyPr/>
        <a:lstStyle/>
        <a:p>
          <a:endParaRPr lang="en-US"/>
        </a:p>
      </dgm:t>
    </dgm:pt>
    <dgm:pt modelId="{621326AB-1D21-4C65-9B7B-0F2350EF2EE9}" type="sibTrans" cxnId="{ADC27469-D7EB-4116-9AB8-3FE92D96E9EB}">
      <dgm:prSet/>
      <dgm:spPr/>
      <dgm:t>
        <a:bodyPr/>
        <a:lstStyle/>
        <a:p>
          <a:endParaRPr lang="en-US"/>
        </a:p>
      </dgm:t>
    </dgm:pt>
    <dgm:pt modelId="{9C0C98B0-8A56-40E5-94E5-C1676D4596D4}">
      <dgm:prSet phldrT="[Text]" custT="1"/>
      <dgm:spPr/>
      <dgm:t>
        <a:bodyPr/>
        <a:lstStyle/>
        <a:p>
          <a:r>
            <a:rPr lang="en-US" sz="2600" dirty="0"/>
            <a:t>LILO</a:t>
          </a:r>
        </a:p>
      </dgm:t>
    </dgm:pt>
    <dgm:pt modelId="{BB3893DB-3045-4871-8E7A-9BD30F792A48}" type="parTrans" cxnId="{1384ADE3-2F7D-40F3-8407-4300FEE352C2}">
      <dgm:prSet/>
      <dgm:spPr/>
      <dgm:t>
        <a:bodyPr/>
        <a:lstStyle/>
        <a:p>
          <a:endParaRPr lang="en-US"/>
        </a:p>
      </dgm:t>
    </dgm:pt>
    <dgm:pt modelId="{20A966A6-E493-42AC-90C6-73F5EDB278E5}" type="sibTrans" cxnId="{1384ADE3-2F7D-40F3-8407-4300FEE352C2}">
      <dgm:prSet/>
      <dgm:spPr/>
      <dgm:t>
        <a:bodyPr/>
        <a:lstStyle/>
        <a:p>
          <a:endParaRPr lang="en-US"/>
        </a:p>
      </dgm:t>
    </dgm:pt>
    <dgm:pt modelId="{AFD43CD2-197C-404B-9210-7574230FE360}">
      <dgm:prSet phldrT="[Text]" custT="1"/>
      <dgm:spPr/>
      <dgm:t>
        <a:bodyPr/>
        <a:lstStyle/>
        <a:p>
          <a:r>
            <a:rPr lang="en-US" sz="3200" dirty="0"/>
            <a:t>Kernel</a:t>
          </a:r>
        </a:p>
      </dgm:t>
    </dgm:pt>
    <dgm:pt modelId="{0F2A2E3E-B709-4345-876B-FBBC8D5DC503}" type="parTrans" cxnId="{FF030A9A-8B6E-410B-AF5A-3DC04DF87672}">
      <dgm:prSet/>
      <dgm:spPr/>
      <dgm:t>
        <a:bodyPr/>
        <a:lstStyle/>
        <a:p>
          <a:endParaRPr lang="en-US"/>
        </a:p>
      </dgm:t>
    </dgm:pt>
    <dgm:pt modelId="{9BE54281-1AF9-420F-8DAD-1BC19943E912}" type="sibTrans" cxnId="{FF030A9A-8B6E-410B-AF5A-3DC04DF87672}">
      <dgm:prSet/>
      <dgm:spPr/>
      <dgm:t>
        <a:bodyPr/>
        <a:lstStyle/>
        <a:p>
          <a:endParaRPr lang="en-US"/>
        </a:p>
      </dgm:t>
    </dgm:pt>
    <dgm:pt modelId="{69C3A497-EF1B-4A68-956E-5834FAE5C9F0}">
      <dgm:prSet phldrT="[Text]" custT="1"/>
      <dgm:spPr/>
      <dgm:t>
        <a:bodyPr/>
        <a:lstStyle/>
        <a:p>
          <a:r>
            <a:rPr lang="en-US" sz="2600" dirty="0"/>
            <a:t>Initializes devices</a:t>
          </a:r>
        </a:p>
      </dgm:t>
    </dgm:pt>
    <dgm:pt modelId="{65331168-1A05-4F05-ABF4-4D7E71DB7167}" type="parTrans" cxnId="{BF67C668-2145-49AF-BB98-20DAD6025C51}">
      <dgm:prSet/>
      <dgm:spPr/>
      <dgm:t>
        <a:bodyPr/>
        <a:lstStyle/>
        <a:p>
          <a:endParaRPr lang="en-US"/>
        </a:p>
      </dgm:t>
    </dgm:pt>
    <dgm:pt modelId="{92EC142E-BA64-430C-9F68-0511E9E26CB3}" type="sibTrans" cxnId="{BF67C668-2145-49AF-BB98-20DAD6025C51}">
      <dgm:prSet/>
      <dgm:spPr/>
      <dgm:t>
        <a:bodyPr/>
        <a:lstStyle/>
        <a:p>
          <a:endParaRPr lang="en-US"/>
        </a:p>
      </dgm:t>
    </dgm:pt>
    <dgm:pt modelId="{7A17979B-74E9-4DBF-B22F-91A17B0AD273}">
      <dgm:prSet phldrT="[Text]" custT="1"/>
      <dgm:spPr/>
      <dgm:t>
        <a:bodyPr/>
        <a:lstStyle/>
        <a:p>
          <a:r>
            <a:rPr lang="en-US" sz="2600" dirty="0"/>
            <a:t>Real mode to protected mode</a:t>
          </a:r>
        </a:p>
      </dgm:t>
    </dgm:pt>
    <dgm:pt modelId="{05672FDA-939D-489A-B8C6-BF0BD273EF43}" type="parTrans" cxnId="{E146C998-71F6-42DE-8D63-38855DA10E42}">
      <dgm:prSet/>
      <dgm:spPr/>
      <dgm:t>
        <a:bodyPr/>
        <a:lstStyle/>
        <a:p>
          <a:endParaRPr lang="en-US"/>
        </a:p>
      </dgm:t>
    </dgm:pt>
    <dgm:pt modelId="{A0ACCB95-33A1-4ED0-83E0-4F17C4A40CE1}" type="sibTrans" cxnId="{E146C998-71F6-42DE-8D63-38855DA10E42}">
      <dgm:prSet/>
      <dgm:spPr/>
      <dgm:t>
        <a:bodyPr/>
        <a:lstStyle/>
        <a:p>
          <a:endParaRPr lang="en-US"/>
        </a:p>
      </dgm:t>
    </dgm:pt>
    <dgm:pt modelId="{58BF2C22-22C9-42A0-B656-04941A063112}" type="pres">
      <dgm:prSet presAssocID="{7D2D6F4D-597E-4879-9340-7530AEEF2DD4}" presName="Name0" presStyleCnt="0">
        <dgm:presLayoutVars>
          <dgm:dir/>
          <dgm:animLvl val="lvl"/>
          <dgm:resizeHandles val="exact"/>
        </dgm:presLayoutVars>
      </dgm:prSet>
      <dgm:spPr/>
    </dgm:pt>
    <dgm:pt modelId="{39EF167F-8F0F-4FB4-AF88-CB66A13A5163}" type="pres">
      <dgm:prSet presAssocID="{AFD43CD2-197C-404B-9210-7574230FE360}" presName="boxAndChildren" presStyleCnt="0"/>
      <dgm:spPr/>
    </dgm:pt>
    <dgm:pt modelId="{B01E3E4B-91AF-4635-93CC-9168008FBF47}" type="pres">
      <dgm:prSet presAssocID="{AFD43CD2-197C-404B-9210-7574230FE360}" presName="parentTextBox" presStyleLbl="node1" presStyleIdx="0" presStyleCnt="3"/>
      <dgm:spPr/>
    </dgm:pt>
    <dgm:pt modelId="{5D3DA1CB-B79C-44CC-9F73-FE7992BABAA0}" type="pres">
      <dgm:prSet presAssocID="{AFD43CD2-197C-404B-9210-7574230FE360}" presName="entireBox" presStyleLbl="node1" presStyleIdx="0" presStyleCnt="3"/>
      <dgm:spPr/>
    </dgm:pt>
    <dgm:pt modelId="{79A5141E-EA64-4D90-B0B0-9951031054C4}" type="pres">
      <dgm:prSet presAssocID="{AFD43CD2-197C-404B-9210-7574230FE360}" presName="descendantBox" presStyleCnt="0"/>
      <dgm:spPr/>
    </dgm:pt>
    <dgm:pt modelId="{E872E2CB-6E3E-470F-BEB3-6A8FC22E54C9}" type="pres">
      <dgm:prSet presAssocID="{69C3A497-EF1B-4A68-956E-5834FAE5C9F0}" presName="childTextBox" presStyleLbl="fgAccFollowNode1" presStyleIdx="0" presStyleCnt="5">
        <dgm:presLayoutVars>
          <dgm:bulletEnabled val="1"/>
        </dgm:presLayoutVars>
      </dgm:prSet>
      <dgm:spPr/>
    </dgm:pt>
    <dgm:pt modelId="{8F0D700C-5264-47E3-9D84-02589378F9D2}" type="pres">
      <dgm:prSet presAssocID="{7A17979B-74E9-4DBF-B22F-91A17B0AD273}" presName="childTextBox" presStyleLbl="fgAccFollowNode1" presStyleIdx="1" presStyleCnt="5">
        <dgm:presLayoutVars>
          <dgm:bulletEnabled val="1"/>
        </dgm:presLayoutVars>
      </dgm:prSet>
      <dgm:spPr/>
    </dgm:pt>
    <dgm:pt modelId="{09D9D0F6-A557-41A8-AC79-9E5E4A6FD084}" type="pres">
      <dgm:prSet presAssocID="{65DBAF2A-3B88-4FA4-84D3-8850A20B0456}" presName="sp" presStyleCnt="0"/>
      <dgm:spPr/>
    </dgm:pt>
    <dgm:pt modelId="{ECE21FD4-48A8-4E99-A3BC-06F0D19599A8}" type="pres">
      <dgm:prSet presAssocID="{629D9476-F96D-48E3-8CD0-7B5E8D98F687}" presName="arrowAndChildren" presStyleCnt="0"/>
      <dgm:spPr/>
    </dgm:pt>
    <dgm:pt modelId="{CDD9502C-8F0C-49A3-9ECA-380F8609A9B9}" type="pres">
      <dgm:prSet presAssocID="{629D9476-F96D-48E3-8CD0-7B5E8D98F687}" presName="parentTextArrow" presStyleLbl="node1" presStyleIdx="0" presStyleCnt="3"/>
      <dgm:spPr/>
    </dgm:pt>
    <dgm:pt modelId="{262BABDF-4E9E-49F4-8913-6DBEFA711F1A}" type="pres">
      <dgm:prSet presAssocID="{629D9476-F96D-48E3-8CD0-7B5E8D98F687}" presName="arrow" presStyleLbl="node1" presStyleIdx="1" presStyleCnt="3"/>
      <dgm:spPr/>
    </dgm:pt>
    <dgm:pt modelId="{2440206D-7FB7-4281-A7E3-0203F6672CEC}" type="pres">
      <dgm:prSet presAssocID="{629D9476-F96D-48E3-8CD0-7B5E8D98F687}" presName="descendantArrow" presStyleCnt="0"/>
      <dgm:spPr/>
    </dgm:pt>
    <dgm:pt modelId="{44EAF517-C749-4FDB-B982-FF78833D4893}" type="pres">
      <dgm:prSet presAssocID="{EF68F5BD-45D7-4901-8007-957295B90EAB}" presName="childTextArrow" presStyleLbl="fgAccFollowNode1" presStyleIdx="2" presStyleCnt="5">
        <dgm:presLayoutVars>
          <dgm:bulletEnabled val="1"/>
        </dgm:presLayoutVars>
      </dgm:prSet>
      <dgm:spPr/>
    </dgm:pt>
    <dgm:pt modelId="{ED369BAA-8DD2-4A85-929D-66669E1C468E}" type="pres">
      <dgm:prSet presAssocID="{9C0C98B0-8A56-40E5-94E5-C1676D4596D4}" presName="childTextArrow" presStyleLbl="fgAccFollowNode1" presStyleIdx="3" presStyleCnt="5">
        <dgm:presLayoutVars>
          <dgm:bulletEnabled val="1"/>
        </dgm:presLayoutVars>
      </dgm:prSet>
      <dgm:spPr/>
    </dgm:pt>
    <dgm:pt modelId="{666B0315-A7BA-4352-B952-6E7404B3857D}" type="pres">
      <dgm:prSet presAssocID="{C535C189-B8AC-44AA-AA64-EB47A8B598AD}" presName="sp" presStyleCnt="0"/>
      <dgm:spPr/>
    </dgm:pt>
    <dgm:pt modelId="{9101F3C5-1C51-40D2-8BF7-6880E55A44E0}" type="pres">
      <dgm:prSet presAssocID="{0A7987C9-D2EA-4540-9647-D38D0EF9C534}" presName="arrowAndChildren" presStyleCnt="0"/>
      <dgm:spPr/>
    </dgm:pt>
    <dgm:pt modelId="{9E4E4667-B6EF-477B-9AE2-48522E8058E1}" type="pres">
      <dgm:prSet presAssocID="{0A7987C9-D2EA-4540-9647-D38D0EF9C534}" presName="parentTextArrow" presStyleLbl="node1" presStyleIdx="1" presStyleCnt="3"/>
      <dgm:spPr/>
    </dgm:pt>
    <dgm:pt modelId="{7DB88E87-DAD1-4163-A3B0-529804664326}" type="pres">
      <dgm:prSet presAssocID="{0A7987C9-D2EA-4540-9647-D38D0EF9C534}" presName="arrow" presStyleLbl="node1" presStyleIdx="2" presStyleCnt="3"/>
      <dgm:spPr/>
    </dgm:pt>
    <dgm:pt modelId="{83DBAA96-55EF-4D32-A3BE-FC8A9D3D5992}" type="pres">
      <dgm:prSet presAssocID="{0A7987C9-D2EA-4540-9647-D38D0EF9C534}" presName="descendantArrow" presStyleCnt="0"/>
      <dgm:spPr/>
    </dgm:pt>
    <dgm:pt modelId="{66B2E14B-A03C-450D-800E-C4E5CEC8BEC7}" type="pres">
      <dgm:prSet presAssocID="{3D021F4E-AA7F-4A83-9F1E-F752E90C8907}" presName="childTextArrow" presStyleLbl="fgAccFollowNode1" presStyleIdx="4" presStyleCnt="5">
        <dgm:presLayoutVars>
          <dgm:bulletEnabled val="1"/>
        </dgm:presLayoutVars>
      </dgm:prSet>
      <dgm:spPr/>
    </dgm:pt>
  </dgm:ptLst>
  <dgm:cxnLst>
    <dgm:cxn modelId="{59388806-777A-47CC-AA2B-9EDA61BBE9FE}" type="presOf" srcId="{629D9476-F96D-48E3-8CD0-7B5E8D98F687}" destId="{262BABDF-4E9E-49F4-8913-6DBEFA711F1A}" srcOrd="1" destOrd="0" presId="urn:microsoft.com/office/officeart/2005/8/layout/process4"/>
    <dgm:cxn modelId="{78EA450C-EA09-4E0C-AD2C-9E8276CFF28E}" type="presOf" srcId="{9C0C98B0-8A56-40E5-94E5-C1676D4596D4}" destId="{ED369BAA-8DD2-4A85-929D-66669E1C468E}" srcOrd="0" destOrd="0" presId="urn:microsoft.com/office/officeart/2005/8/layout/process4"/>
    <dgm:cxn modelId="{EAC3FA11-A85E-45CD-A71C-87F5155E6ADA}" type="presOf" srcId="{AFD43CD2-197C-404B-9210-7574230FE360}" destId="{B01E3E4B-91AF-4635-93CC-9168008FBF47}" srcOrd="0" destOrd="0" presId="urn:microsoft.com/office/officeart/2005/8/layout/process4"/>
    <dgm:cxn modelId="{92174814-22D1-48F8-930A-5B234939E7C5}" srcId="{7D2D6F4D-597E-4879-9340-7530AEEF2DD4}" destId="{0A7987C9-D2EA-4540-9647-D38D0EF9C534}" srcOrd="0" destOrd="0" parTransId="{20931312-8A75-4619-B043-6EA560860390}" sibTransId="{C535C189-B8AC-44AA-AA64-EB47A8B598AD}"/>
    <dgm:cxn modelId="{06415E18-054C-45AB-9320-260A5F84FC90}" srcId="{7D2D6F4D-597E-4879-9340-7530AEEF2DD4}" destId="{629D9476-F96D-48E3-8CD0-7B5E8D98F687}" srcOrd="1" destOrd="0" parTransId="{F5045D17-2D21-43EF-BE28-D00328DD05FB}" sibTransId="{65DBAF2A-3B88-4FA4-84D3-8850A20B0456}"/>
    <dgm:cxn modelId="{67EACA19-2FC3-43E1-A451-7ADA6EEF671C}" type="presOf" srcId="{69C3A497-EF1B-4A68-956E-5834FAE5C9F0}" destId="{E872E2CB-6E3E-470F-BEB3-6A8FC22E54C9}" srcOrd="0" destOrd="0" presId="urn:microsoft.com/office/officeart/2005/8/layout/process4"/>
    <dgm:cxn modelId="{1BD82761-FE9F-4FB4-81E8-8C4A280BF6F8}" srcId="{0A7987C9-D2EA-4540-9647-D38D0EF9C534}" destId="{3D021F4E-AA7F-4A83-9F1E-F752E90C8907}" srcOrd="0" destOrd="0" parTransId="{F438864F-1203-48FB-B387-7E9E2404DEC6}" sibTransId="{95CAA5F6-5B17-4567-BB78-AB5C1AFF6BD4}"/>
    <dgm:cxn modelId="{42B47A63-D73A-4B16-9DC5-AEE53265CC5B}" type="presOf" srcId="{7A17979B-74E9-4DBF-B22F-91A17B0AD273}" destId="{8F0D700C-5264-47E3-9D84-02589378F9D2}" srcOrd="0" destOrd="0" presId="urn:microsoft.com/office/officeart/2005/8/layout/process4"/>
    <dgm:cxn modelId="{C6354565-018E-42EA-B3D4-BF648AF479A6}" type="presOf" srcId="{0A7987C9-D2EA-4540-9647-D38D0EF9C534}" destId="{9E4E4667-B6EF-477B-9AE2-48522E8058E1}" srcOrd="0" destOrd="0" presId="urn:microsoft.com/office/officeart/2005/8/layout/process4"/>
    <dgm:cxn modelId="{BF67C668-2145-49AF-BB98-20DAD6025C51}" srcId="{AFD43CD2-197C-404B-9210-7574230FE360}" destId="{69C3A497-EF1B-4A68-956E-5834FAE5C9F0}" srcOrd="0" destOrd="0" parTransId="{65331168-1A05-4F05-ABF4-4D7E71DB7167}" sibTransId="{92EC142E-BA64-430C-9F68-0511E9E26CB3}"/>
    <dgm:cxn modelId="{ADC27469-D7EB-4116-9AB8-3FE92D96E9EB}" srcId="{629D9476-F96D-48E3-8CD0-7B5E8D98F687}" destId="{EF68F5BD-45D7-4901-8007-957295B90EAB}" srcOrd="0" destOrd="0" parTransId="{CA1AC5A7-C24B-4EA7-93BA-D979F6B17779}" sibTransId="{621326AB-1D21-4C65-9B7B-0F2350EF2EE9}"/>
    <dgm:cxn modelId="{9B2EFA7B-791E-4F63-856F-19BF3F474D35}" type="presOf" srcId="{AFD43CD2-197C-404B-9210-7574230FE360}" destId="{5D3DA1CB-B79C-44CC-9F73-FE7992BABAA0}" srcOrd="1" destOrd="0" presId="urn:microsoft.com/office/officeart/2005/8/layout/process4"/>
    <dgm:cxn modelId="{E8676B81-12BE-4B4A-8393-E3722B81813D}" type="presOf" srcId="{7D2D6F4D-597E-4879-9340-7530AEEF2DD4}" destId="{58BF2C22-22C9-42A0-B656-04941A063112}" srcOrd="0" destOrd="0" presId="urn:microsoft.com/office/officeart/2005/8/layout/process4"/>
    <dgm:cxn modelId="{68095788-91F8-4A1F-9FAF-2A4E386E5CA5}" type="presOf" srcId="{3D021F4E-AA7F-4A83-9F1E-F752E90C8907}" destId="{66B2E14B-A03C-450D-800E-C4E5CEC8BEC7}" srcOrd="0" destOrd="0" presId="urn:microsoft.com/office/officeart/2005/8/layout/process4"/>
    <dgm:cxn modelId="{E146C998-71F6-42DE-8D63-38855DA10E42}" srcId="{AFD43CD2-197C-404B-9210-7574230FE360}" destId="{7A17979B-74E9-4DBF-B22F-91A17B0AD273}" srcOrd="1" destOrd="0" parTransId="{05672FDA-939D-489A-B8C6-BF0BD273EF43}" sibTransId="{A0ACCB95-33A1-4ED0-83E0-4F17C4A40CE1}"/>
    <dgm:cxn modelId="{FF030A9A-8B6E-410B-AF5A-3DC04DF87672}" srcId="{7D2D6F4D-597E-4879-9340-7530AEEF2DD4}" destId="{AFD43CD2-197C-404B-9210-7574230FE360}" srcOrd="2" destOrd="0" parTransId="{0F2A2E3E-B709-4345-876B-FBBC8D5DC503}" sibTransId="{9BE54281-1AF9-420F-8DAD-1BC19943E912}"/>
    <dgm:cxn modelId="{E14DA3A4-6DC5-474F-8BD2-E10574776F80}" type="presOf" srcId="{629D9476-F96D-48E3-8CD0-7B5E8D98F687}" destId="{CDD9502C-8F0C-49A3-9ECA-380F8609A9B9}" srcOrd="0" destOrd="0" presId="urn:microsoft.com/office/officeart/2005/8/layout/process4"/>
    <dgm:cxn modelId="{5B5A74BB-C2C9-41FB-814E-FC93B0D1AB2D}" type="presOf" srcId="{EF68F5BD-45D7-4901-8007-957295B90EAB}" destId="{44EAF517-C749-4FDB-B982-FF78833D4893}" srcOrd="0" destOrd="0" presId="urn:microsoft.com/office/officeart/2005/8/layout/process4"/>
    <dgm:cxn modelId="{1384ADE3-2F7D-40F3-8407-4300FEE352C2}" srcId="{629D9476-F96D-48E3-8CD0-7B5E8D98F687}" destId="{9C0C98B0-8A56-40E5-94E5-C1676D4596D4}" srcOrd="1" destOrd="0" parTransId="{BB3893DB-3045-4871-8E7A-9BD30F792A48}" sibTransId="{20A966A6-E493-42AC-90C6-73F5EDB278E5}"/>
    <dgm:cxn modelId="{57AD0BFB-70E6-4ACD-84DF-CC421EE64121}" type="presOf" srcId="{0A7987C9-D2EA-4540-9647-D38D0EF9C534}" destId="{7DB88E87-DAD1-4163-A3B0-529804664326}" srcOrd="1" destOrd="0" presId="urn:microsoft.com/office/officeart/2005/8/layout/process4"/>
    <dgm:cxn modelId="{E909B9CC-56FE-4CA5-8EC7-7A44471F3860}" type="presParOf" srcId="{58BF2C22-22C9-42A0-B656-04941A063112}" destId="{39EF167F-8F0F-4FB4-AF88-CB66A13A5163}" srcOrd="0" destOrd="0" presId="urn:microsoft.com/office/officeart/2005/8/layout/process4"/>
    <dgm:cxn modelId="{8BE70FA8-657D-4822-9519-181F8275EEE1}" type="presParOf" srcId="{39EF167F-8F0F-4FB4-AF88-CB66A13A5163}" destId="{B01E3E4B-91AF-4635-93CC-9168008FBF47}" srcOrd="0" destOrd="0" presId="urn:microsoft.com/office/officeart/2005/8/layout/process4"/>
    <dgm:cxn modelId="{D9E1B4E3-D3D9-4632-BAC6-7F9066852F0B}" type="presParOf" srcId="{39EF167F-8F0F-4FB4-AF88-CB66A13A5163}" destId="{5D3DA1CB-B79C-44CC-9F73-FE7992BABAA0}" srcOrd="1" destOrd="0" presId="urn:microsoft.com/office/officeart/2005/8/layout/process4"/>
    <dgm:cxn modelId="{7A5AD3F6-C449-4F6D-B35A-DA38AFD171B1}" type="presParOf" srcId="{39EF167F-8F0F-4FB4-AF88-CB66A13A5163}" destId="{79A5141E-EA64-4D90-B0B0-9951031054C4}" srcOrd="2" destOrd="0" presId="urn:microsoft.com/office/officeart/2005/8/layout/process4"/>
    <dgm:cxn modelId="{3DE1D725-9F3E-4D42-ADC5-9D6AF23E4BA9}" type="presParOf" srcId="{79A5141E-EA64-4D90-B0B0-9951031054C4}" destId="{E872E2CB-6E3E-470F-BEB3-6A8FC22E54C9}" srcOrd="0" destOrd="0" presId="urn:microsoft.com/office/officeart/2005/8/layout/process4"/>
    <dgm:cxn modelId="{07C746A0-3E05-4F6B-9441-DCBF28DC83D0}" type="presParOf" srcId="{79A5141E-EA64-4D90-B0B0-9951031054C4}" destId="{8F0D700C-5264-47E3-9D84-02589378F9D2}" srcOrd="1" destOrd="0" presId="urn:microsoft.com/office/officeart/2005/8/layout/process4"/>
    <dgm:cxn modelId="{3AAB5F61-631E-4BF8-9033-993FBCCDB5BB}" type="presParOf" srcId="{58BF2C22-22C9-42A0-B656-04941A063112}" destId="{09D9D0F6-A557-41A8-AC79-9E5E4A6FD084}" srcOrd="1" destOrd="0" presId="urn:microsoft.com/office/officeart/2005/8/layout/process4"/>
    <dgm:cxn modelId="{E4BCB9E0-4F6C-49B0-83E0-152D7F5062E8}" type="presParOf" srcId="{58BF2C22-22C9-42A0-B656-04941A063112}" destId="{ECE21FD4-48A8-4E99-A3BC-06F0D19599A8}" srcOrd="2" destOrd="0" presId="urn:microsoft.com/office/officeart/2005/8/layout/process4"/>
    <dgm:cxn modelId="{B676D5F8-A925-416E-8F30-ACAD24F01FFF}" type="presParOf" srcId="{ECE21FD4-48A8-4E99-A3BC-06F0D19599A8}" destId="{CDD9502C-8F0C-49A3-9ECA-380F8609A9B9}" srcOrd="0" destOrd="0" presId="urn:microsoft.com/office/officeart/2005/8/layout/process4"/>
    <dgm:cxn modelId="{A274E970-FA9C-459D-8D2B-F1E32F285578}" type="presParOf" srcId="{ECE21FD4-48A8-4E99-A3BC-06F0D19599A8}" destId="{262BABDF-4E9E-49F4-8913-6DBEFA711F1A}" srcOrd="1" destOrd="0" presId="urn:microsoft.com/office/officeart/2005/8/layout/process4"/>
    <dgm:cxn modelId="{F966965B-153F-4A08-8E4A-CF77ABC7BEE6}" type="presParOf" srcId="{ECE21FD4-48A8-4E99-A3BC-06F0D19599A8}" destId="{2440206D-7FB7-4281-A7E3-0203F6672CEC}" srcOrd="2" destOrd="0" presId="urn:microsoft.com/office/officeart/2005/8/layout/process4"/>
    <dgm:cxn modelId="{6F07DD12-FF3C-43E1-8002-314E1310124E}" type="presParOf" srcId="{2440206D-7FB7-4281-A7E3-0203F6672CEC}" destId="{44EAF517-C749-4FDB-B982-FF78833D4893}" srcOrd="0" destOrd="0" presId="urn:microsoft.com/office/officeart/2005/8/layout/process4"/>
    <dgm:cxn modelId="{C415DECD-09DA-45D5-8A0D-686E5133ED35}" type="presParOf" srcId="{2440206D-7FB7-4281-A7E3-0203F6672CEC}" destId="{ED369BAA-8DD2-4A85-929D-66669E1C468E}" srcOrd="1" destOrd="0" presId="urn:microsoft.com/office/officeart/2005/8/layout/process4"/>
    <dgm:cxn modelId="{CD448203-D85D-46F4-9C6D-B1B30E073B58}" type="presParOf" srcId="{58BF2C22-22C9-42A0-B656-04941A063112}" destId="{666B0315-A7BA-4352-B952-6E7404B3857D}" srcOrd="3" destOrd="0" presId="urn:microsoft.com/office/officeart/2005/8/layout/process4"/>
    <dgm:cxn modelId="{78CF2FBC-24B0-4E13-A5AC-7858832149C8}" type="presParOf" srcId="{58BF2C22-22C9-42A0-B656-04941A063112}" destId="{9101F3C5-1C51-40D2-8BF7-6880E55A44E0}" srcOrd="4" destOrd="0" presId="urn:microsoft.com/office/officeart/2005/8/layout/process4"/>
    <dgm:cxn modelId="{F5673180-C6EA-45FF-9D07-DCC54733EEA9}" type="presParOf" srcId="{9101F3C5-1C51-40D2-8BF7-6880E55A44E0}" destId="{9E4E4667-B6EF-477B-9AE2-48522E8058E1}" srcOrd="0" destOrd="0" presId="urn:microsoft.com/office/officeart/2005/8/layout/process4"/>
    <dgm:cxn modelId="{70F996AA-EC83-4797-B6A1-E68CBECBF83D}" type="presParOf" srcId="{9101F3C5-1C51-40D2-8BF7-6880E55A44E0}" destId="{7DB88E87-DAD1-4163-A3B0-529804664326}" srcOrd="1" destOrd="0" presId="urn:microsoft.com/office/officeart/2005/8/layout/process4"/>
    <dgm:cxn modelId="{360D9BB0-0D32-41C9-A8A8-A4C0813E7475}" type="presParOf" srcId="{9101F3C5-1C51-40D2-8BF7-6880E55A44E0}" destId="{83DBAA96-55EF-4D32-A3BE-FC8A9D3D5992}" srcOrd="2" destOrd="0" presId="urn:microsoft.com/office/officeart/2005/8/layout/process4"/>
    <dgm:cxn modelId="{4CBB181A-B732-4454-B0EF-4B076F14DF44}" type="presParOf" srcId="{83DBAA96-55EF-4D32-A3BE-FC8A9D3D5992}" destId="{66B2E14B-A03C-450D-800E-C4E5CEC8BEC7}"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2D6F4D-597E-4879-9340-7530AEEF2DD4}"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0A7987C9-D2EA-4540-9647-D38D0EF9C534}">
      <dgm:prSet phldrT="[Text]" custT="1"/>
      <dgm:spPr/>
      <dgm:t>
        <a:bodyPr/>
        <a:lstStyle/>
        <a:p>
          <a:r>
            <a:rPr lang="en-US" sz="3200"/>
            <a:t>INIT</a:t>
          </a:r>
          <a:endParaRPr lang="en-US" sz="3200" dirty="0"/>
        </a:p>
      </dgm:t>
    </dgm:pt>
    <dgm:pt modelId="{20931312-8A75-4619-B043-6EA560860390}" type="parTrans" cxnId="{92174814-22D1-48F8-930A-5B234939E7C5}">
      <dgm:prSet/>
      <dgm:spPr/>
      <dgm:t>
        <a:bodyPr/>
        <a:lstStyle/>
        <a:p>
          <a:endParaRPr lang="en-US"/>
        </a:p>
      </dgm:t>
    </dgm:pt>
    <dgm:pt modelId="{C535C189-B8AC-44AA-AA64-EB47A8B598AD}" type="sibTrans" cxnId="{92174814-22D1-48F8-930A-5B234939E7C5}">
      <dgm:prSet/>
      <dgm:spPr/>
      <dgm:t>
        <a:bodyPr/>
        <a:lstStyle/>
        <a:p>
          <a:endParaRPr lang="en-US"/>
        </a:p>
      </dgm:t>
    </dgm:pt>
    <dgm:pt modelId="{3D021F4E-AA7F-4A83-9F1E-F752E90C8907}">
      <dgm:prSet phldrT="[Text]" custT="1"/>
      <dgm:spPr/>
      <dgm:t>
        <a:bodyPr/>
        <a:lstStyle/>
        <a:p>
          <a:endParaRPr lang="en-US" sz="2600" dirty="0"/>
        </a:p>
      </dgm:t>
    </dgm:pt>
    <dgm:pt modelId="{F438864F-1203-48FB-B387-7E9E2404DEC6}" type="parTrans" cxnId="{1BD82761-FE9F-4FB4-81E8-8C4A280BF6F8}">
      <dgm:prSet/>
      <dgm:spPr/>
      <dgm:t>
        <a:bodyPr/>
        <a:lstStyle/>
        <a:p>
          <a:endParaRPr lang="en-US"/>
        </a:p>
      </dgm:t>
    </dgm:pt>
    <dgm:pt modelId="{95CAA5F6-5B17-4567-BB78-AB5C1AFF6BD4}" type="sibTrans" cxnId="{1BD82761-FE9F-4FB4-81E8-8C4A280BF6F8}">
      <dgm:prSet/>
      <dgm:spPr/>
      <dgm:t>
        <a:bodyPr/>
        <a:lstStyle/>
        <a:p>
          <a:endParaRPr lang="en-US"/>
        </a:p>
      </dgm:t>
    </dgm:pt>
    <dgm:pt modelId="{EF68F5BD-45D7-4901-8007-957295B90EAB}">
      <dgm:prSet phldrT="[Text]" custT="1"/>
      <dgm:spPr/>
      <dgm:t>
        <a:bodyPr/>
        <a:lstStyle/>
        <a:p>
          <a:endParaRPr lang="en-US" sz="2600" dirty="0"/>
        </a:p>
      </dgm:t>
    </dgm:pt>
    <dgm:pt modelId="{CA1AC5A7-C24B-4EA7-93BA-D979F6B17779}" type="parTrans" cxnId="{ADC27469-D7EB-4116-9AB8-3FE92D96E9EB}">
      <dgm:prSet/>
      <dgm:spPr/>
      <dgm:t>
        <a:bodyPr/>
        <a:lstStyle/>
        <a:p>
          <a:endParaRPr lang="en-US"/>
        </a:p>
      </dgm:t>
    </dgm:pt>
    <dgm:pt modelId="{621326AB-1D21-4C65-9B7B-0F2350EF2EE9}" type="sibTrans" cxnId="{ADC27469-D7EB-4116-9AB8-3FE92D96E9EB}">
      <dgm:prSet/>
      <dgm:spPr/>
      <dgm:t>
        <a:bodyPr/>
        <a:lstStyle/>
        <a:p>
          <a:endParaRPr lang="en-US"/>
        </a:p>
      </dgm:t>
    </dgm:pt>
    <dgm:pt modelId="{9C0C98B0-8A56-40E5-94E5-C1676D4596D4}">
      <dgm:prSet phldrT="[Text]" custT="1"/>
      <dgm:spPr/>
      <dgm:t>
        <a:bodyPr/>
        <a:lstStyle/>
        <a:p>
          <a:endParaRPr lang="en-US" sz="2600" dirty="0"/>
        </a:p>
      </dgm:t>
    </dgm:pt>
    <dgm:pt modelId="{BB3893DB-3045-4871-8E7A-9BD30F792A48}" type="parTrans" cxnId="{1384ADE3-2F7D-40F3-8407-4300FEE352C2}">
      <dgm:prSet/>
      <dgm:spPr/>
      <dgm:t>
        <a:bodyPr/>
        <a:lstStyle/>
        <a:p>
          <a:endParaRPr lang="en-US"/>
        </a:p>
      </dgm:t>
    </dgm:pt>
    <dgm:pt modelId="{20A966A6-E493-42AC-90C6-73F5EDB278E5}" type="sibTrans" cxnId="{1384ADE3-2F7D-40F3-8407-4300FEE352C2}">
      <dgm:prSet/>
      <dgm:spPr/>
      <dgm:t>
        <a:bodyPr/>
        <a:lstStyle/>
        <a:p>
          <a:endParaRPr lang="en-US"/>
        </a:p>
      </dgm:t>
    </dgm:pt>
    <dgm:pt modelId="{629D9476-F96D-48E3-8CD0-7B5E8D98F687}">
      <dgm:prSet phldrT="[Text]" custT="1"/>
      <dgm:spPr/>
      <dgm:t>
        <a:bodyPr/>
        <a:lstStyle/>
        <a:p>
          <a:r>
            <a:rPr lang="en-US" sz="3200" dirty="0"/>
            <a:t>Runlevels</a:t>
          </a:r>
        </a:p>
      </dgm:t>
    </dgm:pt>
    <dgm:pt modelId="{65DBAF2A-3B88-4FA4-84D3-8850A20B0456}" type="sibTrans" cxnId="{06415E18-054C-45AB-9320-260A5F84FC90}">
      <dgm:prSet/>
      <dgm:spPr/>
      <dgm:t>
        <a:bodyPr/>
        <a:lstStyle/>
        <a:p>
          <a:endParaRPr lang="en-US"/>
        </a:p>
      </dgm:t>
    </dgm:pt>
    <dgm:pt modelId="{F5045D17-2D21-43EF-BE28-D00328DD05FB}" type="parTrans" cxnId="{06415E18-054C-45AB-9320-260A5F84FC90}">
      <dgm:prSet/>
      <dgm:spPr/>
      <dgm:t>
        <a:bodyPr/>
        <a:lstStyle/>
        <a:p>
          <a:endParaRPr lang="en-US"/>
        </a:p>
      </dgm:t>
    </dgm:pt>
    <dgm:pt modelId="{58BF2C22-22C9-42A0-B656-04941A063112}" type="pres">
      <dgm:prSet presAssocID="{7D2D6F4D-597E-4879-9340-7530AEEF2DD4}" presName="Name0" presStyleCnt="0">
        <dgm:presLayoutVars>
          <dgm:dir/>
          <dgm:animLvl val="lvl"/>
          <dgm:resizeHandles val="exact"/>
        </dgm:presLayoutVars>
      </dgm:prSet>
      <dgm:spPr/>
    </dgm:pt>
    <dgm:pt modelId="{47CD060A-4A94-4FC8-8454-251547F23003}" type="pres">
      <dgm:prSet presAssocID="{629D9476-F96D-48E3-8CD0-7B5E8D98F687}" presName="boxAndChildren" presStyleCnt="0"/>
      <dgm:spPr/>
    </dgm:pt>
    <dgm:pt modelId="{C4C1E955-D334-4CEE-A1CC-D273984AAB78}" type="pres">
      <dgm:prSet presAssocID="{629D9476-F96D-48E3-8CD0-7B5E8D98F687}" presName="parentTextBox" presStyleLbl="node1" presStyleIdx="0" presStyleCnt="2"/>
      <dgm:spPr/>
    </dgm:pt>
    <dgm:pt modelId="{2D4EBB8F-4AB5-45F8-8C5C-633EDEDF417B}" type="pres">
      <dgm:prSet presAssocID="{629D9476-F96D-48E3-8CD0-7B5E8D98F687}" presName="entireBox" presStyleLbl="node1" presStyleIdx="0" presStyleCnt="2"/>
      <dgm:spPr/>
    </dgm:pt>
    <dgm:pt modelId="{E1FDC88A-8889-49F3-8790-44FC776A35E3}" type="pres">
      <dgm:prSet presAssocID="{629D9476-F96D-48E3-8CD0-7B5E8D98F687}" presName="descendantBox" presStyleCnt="0"/>
      <dgm:spPr/>
    </dgm:pt>
    <dgm:pt modelId="{05F4F7CD-15D4-4EEC-8CFB-33DF951BB0A1}" type="pres">
      <dgm:prSet presAssocID="{EF68F5BD-45D7-4901-8007-957295B90EAB}" presName="childTextBox" presStyleLbl="fgAccFollowNode1" presStyleIdx="0" presStyleCnt="3">
        <dgm:presLayoutVars>
          <dgm:bulletEnabled val="1"/>
        </dgm:presLayoutVars>
      </dgm:prSet>
      <dgm:spPr/>
    </dgm:pt>
    <dgm:pt modelId="{4E929DFD-7511-4C72-9BB7-64615A438699}" type="pres">
      <dgm:prSet presAssocID="{9C0C98B0-8A56-40E5-94E5-C1676D4596D4}" presName="childTextBox" presStyleLbl="fgAccFollowNode1" presStyleIdx="1" presStyleCnt="3">
        <dgm:presLayoutVars>
          <dgm:bulletEnabled val="1"/>
        </dgm:presLayoutVars>
      </dgm:prSet>
      <dgm:spPr/>
    </dgm:pt>
    <dgm:pt modelId="{666B0315-A7BA-4352-B952-6E7404B3857D}" type="pres">
      <dgm:prSet presAssocID="{C535C189-B8AC-44AA-AA64-EB47A8B598AD}" presName="sp" presStyleCnt="0"/>
      <dgm:spPr/>
    </dgm:pt>
    <dgm:pt modelId="{9101F3C5-1C51-40D2-8BF7-6880E55A44E0}" type="pres">
      <dgm:prSet presAssocID="{0A7987C9-D2EA-4540-9647-D38D0EF9C534}" presName="arrowAndChildren" presStyleCnt="0"/>
      <dgm:spPr/>
    </dgm:pt>
    <dgm:pt modelId="{9E4E4667-B6EF-477B-9AE2-48522E8058E1}" type="pres">
      <dgm:prSet presAssocID="{0A7987C9-D2EA-4540-9647-D38D0EF9C534}" presName="parentTextArrow" presStyleLbl="node1" presStyleIdx="0" presStyleCnt="2"/>
      <dgm:spPr/>
    </dgm:pt>
    <dgm:pt modelId="{7DB88E87-DAD1-4163-A3B0-529804664326}" type="pres">
      <dgm:prSet presAssocID="{0A7987C9-D2EA-4540-9647-D38D0EF9C534}" presName="arrow" presStyleLbl="node1" presStyleIdx="1" presStyleCnt="2"/>
      <dgm:spPr/>
    </dgm:pt>
    <dgm:pt modelId="{83DBAA96-55EF-4D32-A3BE-FC8A9D3D5992}" type="pres">
      <dgm:prSet presAssocID="{0A7987C9-D2EA-4540-9647-D38D0EF9C534}" presName="descendantArrow" presStyleCnt="0"/>
      <dgm:spPr/>
    </dgm:pt>
    <dgm:pt modelId="{66B2E14B-A03C-450D-800E-C4E5CEC8BEC7}" type="pres">
      <dgm:prSet presAssocID="{3D021F4E-AA7F-4A83-9F1E-F752E90C8907}" presName="childTextArrow" presStyleLbl="fgAccFollowNode1" presStyleIdx="2" presStyleCnt="3" custLinFactNeighborY="-2465">
        <dgm:presLayoutVars>
          <dgm:bulletEnabled val="1"/>
        </dgm:presLayoutVars>
      </dgm:prSet>
      <dgm:spPr/>
    </dgm:pt>
  </dgm:ptLst>
  <dgm:cxnLst>
    <dgm:cxn modelId="{67A4E805-88A2-4451-8B0B-157C8ACC6CE0}" type="presOf" srcId="{629D9476-F96D-48E3-8CD0-7B5E8D98F687}" destId="{C4C1E955-D334-4CEE-A1CC-D273984AAB78}" srcOrd="0" destOrd="0" presId="urn:microsoft.com/office/officeart/2005/8/layout/process4"/>
    <dgm:cxn modelId="{92174814-22D1-48F8-930A-5B234939E7C5}" srcId="{7D2D6F4D-597E-4879-9340-7530AEEF2DD4}" destId="{0A7987C9-D2EA-4540-9647-D38D0EF9C534}" srcOrd="0" destOrd="0" parTransId="{20931312-8A75-4619-B043-6EA560860390}" sibTransId="{C535C189-B8AC-44AA-AA64-EB47A8B598AD}"/>
    <dgm:cxn modelId="{06415E18-054C-45AB-9320-260A5F84FC90}" srcId="{7D2D6F4D-597E-4879-9340-7530AEEF2DD4}" destId="{629D9476-F96D-48E3-8CD0-7B5E8D98F687}" srcOrd="1" destOrd="0" parTransId="{F5045D17-2D21-43EF-BE28-D00328DD05FB}" sibTransId="{65DBAF2A-3B88-4FA4-84D3-8850A20B0456}"/>
    <dgm:cxn modelId="{1B40671A-B658-4C1A-A912-9FBE1649F33A}" type="presOf" srcId="{9C0C98B0-8A56-40E5-94E5-C1676D4596D4}" destId="{4E929DFD-7511-4C72-9BB7-64615A438699}" srcOrd="0" destOrd="0" presId="urn:microsoft.com/office/officeart/2005/8/layout/process4"/>
    <dgm:cxn modelId="{E3133D24-80DD-4CEB-B834-A81E49A4CF2F}" type="presOf" srcId="{3D021F4E-AA7F-4A83-9F1E-F752E90C8907}" destId="{66B2E14B-A03C-450D-800E-C4E5CEC8BEC7}" srcOrd="0" destOrd="0" presId="urn:microsoft.com/office/officeart/2005/8/layout/process4"/>
    <dgm:cxn modelId="{0F206039-9EE2-4590-B471-C23ED9D3D7A3}" type="presOf" srcId="{EF68F5BD-45D7-4901-8007-957295B90EAB}" destId="{05F4F7CD-15D4-4EEC-8CFB-33DF951BB0A1}" srcOrd="0" destOrd="0" presId="urn:microsoft.com/office/officeart/2005/8/layout/process4"/>
    <dgm:cxn modelId="{1BD82761-FE9F-4FB4-81E8-8C4A280BF6F8}" srcId="{0A7987C9-D2EA-4540-9647-D38D0EF9C534}" destId="{3D021F4E-AA7F-4A83-9F1E-F752E90C8907}" srcOrd="0" destOrd="0" parTransId="{F438864F-1203-48FB-B387-7E9E2404DEC6}" sibTransId="{95CAA5F6-5B17-4567-BB78-AB5C1AFF6BD4}"/>
    <dgm:cxn modelId="{ADC27469-D7EB-4116-9AB8-3FE92D96E9EB}" srcId="{629D9476-F96D-48E3-8CD0-7B5E8D98F687}" destId="{EF68F5BD-45D7-4901-8007-957295B90EAB}" srcOrd="0" destOrd="0" parTransId="{CA1AC5A7-C24B-4EA7-93BA-D979F6B17779}" sibTransId="{621326AB-1D21-4C65-9B7B-0F2350EF2EE9}"/>
    <dgm:cxn modelId="{4A00CD8F-6D79-4144-B817-8158CA99FDC3}" type="presOf" srcId="{0A7987C9-D2EA-4540-9647-D38D0EF9C534}" destId="{9E4E4667-B6EF-477B-9AE2-48522E8058E1}" srcOrd="0" destOrd="0" presId="urn:microsoft.com/office/officeart/2005/8/layout/process4"/>
    <dgm:cxn modelId="{D1BD67BC-58AA-45BA-BDEA-B881AA428477}" type="presOf" srcId="{0A7987C9-D2EA-4540-9647-D38D0EF9C534}" destId="{7DB88E87-DAD1-4163-A3B0-529804664326}" srcOrd="1" destOrd="0" presId="urn:microsoft.com/office/officeart/2005/8/layout/process4"/>
    <dgm:cxn modelId="{E78B66CC-58C3-4A8F-B579-2A21E5ACAB93}" type="presOf" srcId="{629D9476-F96D-48E3-8CD0-7B5E8D98F687}" destId="{2D4EBB8F-4AB5-45F8-8C5C-633EDEDF417B}" srcOrd="1" destOrd="0" presId="urn:microsoft.com/office/officeart/2005/8/layout/process4"/>
    <dgm:cxn modelId="{3741DDE1-F25F-41D6-B7F8-6D8C4D4C5AF4}" type="presOf" srcId="{7D2D6F4D-597E-4879-9340-7530AEEF2DD4}" destId="{58BF2C22-22C9-42A0-B656-04941A063112}" srcOrd="0" destOrd="0" presId="urn:microsoft.com/office/officeart/2005/8/layout/process4"/>
    <dgm:cxn modelId="{1384ADE3-2F7D-40F3-8407-4300FEE352C2}" srcId="{629D9476-F96D-48E3-8CD0-7B5E8D98F687}" destId="{9C0C98B0-8A56-40E5-94E5-C1676D4596D4}" srcOrd="1" destOrd="0" parTransId="{BB3893DB-3045-4871-8E7A-9BD30F792A48}" sibTransId="{20A966A6-E493-42AC-90C6-73F5EDB278E5}"/>
    <dgm:cxn modelId="{EC45E8ED-D4A7-4034-AC3C-34522F12B356}" type="presParOf" srcId="{58BF2C22-22C9-42A0-B656-04941A063112}" destId="{47CD060A-4A94-4FC8-8454-251547F23003}" srcOrd="0" destOrd="0" presId="urn:microsoft.com/office/officeart/2005/8/layout/process4"/>
    <dgm:cxn modelId="{A35E24A9-EF98-4142-A212-2BDF5DEC46D8}" type="presParOf" srcId="{47CD060A-4A94-4FC8-8454-251547F23003}" destId="{C4C1E955-D334-4CEE-A1CC-D273984AAB78}" srcOrd="0" destOrd="0" presId="urn:microsoft.com/office/officeart/2005/8/layout/process4"/>
    <dgm:cxn modelId="{B548B2CB-DBC9-4028-B64D-6F86D2946E06}" type="presParOf" srcId="{47CD060A-4A94-4FC8-8454-251547F23003}" destId="{2D4EBB8F-4AB5-45F8-8C5C-633EDEDF417B}" srcOrd="1" destOrd="0" presId="urn:microsoft.com/office/officeart/2005/8/layout/process4"/>
    <dgm:cxn modelId="{9CB66A28-2A96-4030-9774-3B31F4019041}" type="presParOf" srcId="{47CD060A-4A94-4FC8-8454-251547F23003}" destId="{E1FDC88A-8889-49F3-8790-44FC776A35E3}" srcOrd="2" destOrd="0" presId="urn:microsoft.com/office/officeart/2005/8/layout/process4"/>
    <dgm:cxn modelId="{CB853EF2-D57C-4E46-896A-CBBC21D80DCE}" type="presParOf" srcId="{E1FDC88A-8889-49F3-8790-44FC776A35E3}" destId="{05F4F7CD-15D4-4EEC-8CFB-33DF951BB0A1}" srcOrd="0" destOrd="0" presId="urn:microsoft.com/office/officeart/2005/8/layout/process4"/>
    <dgm:cxn modelId="{E7F4447F-A40C-4BAA-B103-3D820A952498}" type="presParOf" srcId="{E1FDC88A-8889-49F3-8790-44FC776A35E3}" destId="{4E929DFD-7511-4C72-9BB7-64615A438699}" srcOrd="1" destOrd="0" presId="urn:microsoft.com/office/officeart/2005/8/layout/process4"/>
    <dgm:cxn modelId="{8D4D5D83-56ED-49EC-9147-3D27217F99C4}" type="presParOf" srcId="{58BF2C22-22C9-42A0-B656-04941A063112}" destId="{666B0315-A7BA-4352-B952-6E7404B3857D}" srcOrd="1" destOrd="0" presId="urn:microsoft.com/office/officeart/2005/8/layout/process4"/>
    <dgm:cxn modelId="{DDD5A7AD-B89E-43CD-986F-A21234210F53}" type="presParOf" srcId="{58BF2C22-22C9-42A0-B656-04941A063112}" destId="{9101F3C5-1C51-40D2-8BF7-6880E55A44E0}" srcOrd="2" destOrd="0" presId="urn:microsoft.com/office/officeart/2005/8/layout/process4"/>
    <dgm:cxn modelId="{416F2526-1886-4A96-B3A1-9B75E824B099}" type="presParOf" srcId="{9101F3C5-1C51-40D2-8BF7-6880E55A44E0}" destId="{9E4E4667-B6EF-477B-9AE2-48522E8058E1}" srcOrd="0" destOrd="0" presId="urn:microsoft.com/office/officeart/2005/8/layout/process4"/>
    <dgm:cxn modelId="{C867E9C4-12A5-4D8F-91BB-8271211023CD}" type="presParOf" srcId="{9101F3C5-1C51-40D2-8BF7-6880E55A44E0}" destId="{7DB88E87-DAD1-4163-A3B0-529804664326}" srcOrd="1" destOrd="0" presId="urn:microsoft.com/office/officeart/2005/8/layout/process4"/>
    <dgm:cxn modelId="{06E257C4-CB5A-482E-A10B-A0ECFF1E884B}" type="presParOf" srcId="{9101F3C5-1C51-40D2-8BF7-6880E55A44E0}" destId="{83DBAA96-55EF-4D32-A3BE-FC8A9D3D5992}" srcOrd="2" destOrd="0" presId="urn:microsoft.com/office/officeart/2005/8/layout/process4"/>
    <dgm:cxn modelId="{625A5CCA-7587-41CB-A5C7-7062C1B2E36E}" type="presParOf" srcId="{83DBAA96-55EF-4D32-A3BE-FC8A9D3D5992}" destId="{66B2E14B-A03C-450D-800E-C4E5CEC8BEC7}"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E75788-0E34-4650-B264-8D57673D98D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4547C71-A063-4E37-A88A-96F22206E792}">
      <dgm:prSet phldrT="[Text]"/>
      <dgm:spPr/>
      <dgm:t>
        <a:bodyPr/>
        <a:lstStyle/>
        <a:p>
          <a:r>
            <a:rPr lang="en-US" dirty="0"/>
            <a:t>label</a:t>
          </a:r>
        </a:p>
      </dgm:t>
    </dgm:pt>
    <dgm:pt modelId="{5DA628CF-6153-4386-9EF1-029438E6E3AA}" type="parTrans" cxnId="{AC793E20-AA08-4C87-A744-F3BF372F70A6}">
      <dgm:prSet/>
      <dgm:spPr/>
      <dgm:t>
        <a:bodyPr/>
        <a:lstStyle/>
        <a:p>
          <a:endParaRPr lang="en-US"/>
        </a:p>
      </dgm:t>
    </dgm:pt>
    <dgm:pt modelId="{D19EF6D6-5E7D-40FA-837A-8C9003B0CCD6}" type="sibTrans" cxnId="{AC793E20-AA08-4C87-A744-F3BF372F70A6}">
      <dgm:prSet/>
      <dgm:spPr/>
      <dgm:t>
        <a:bodyPr/>
        <a:lstStyle/>
        <a:p>
          <a:endParaRPr lang="en-US"/>
        </a:p>
      </dgm:t>
    </dgm:pt>
    <dgm:pt modelId="{9334E9FD-63D9-4B4D-8923-8735F087591E}">
      <dgm:prSet phldrT="[Text]"/>
      <dgm:spPr/>
      <dgm:t>
        <a:bodyPr/>
        <a:lstStyle/>
        <a:p>
          <a:r>
            <a:rPr lang="en-US" dirty="0"/>
            <a:t>run_level</a:t>
          </a:r>
        </a:p>
      </dgm:t>
    </dgm:pt>
    <dgm:pt modelId="{22768774-0881-402D-8AA4-9F4FB99F0793}" type="parTrans" cxnId="{AF323877-405F-428F-9162-88E45231071E}">
      <dgm:prSet/>
      <dgm:spPr/>
      <dgm:t>
        <a:bodyPr/>
        <a:lstStyle/>
        <a:p>
          <a:endParaRPr lang="en-US"/>
        </a:p>
      </dgm:t>
    </dgm:pt>
    <dgm:pt modelId="{B99B9658-A2C2-4788-B37B-7C4AED844CCA}" type="sibTrans" cxnId="{AF323877-405F-428F-9162-88E45231071E}">
      <dgm:prSet/>
      <dgm:spPr/>
      <dgm:t>
        <a:bodyPr/>
        <a:lstStyle/>
        <a:p>
          <a:endParaRPr lang="en-US"/>
        </a:p>
      </dgm:t>
    </dgm:pt>
    <dgm:pt modelId="{814F2E09-D279-48CC-BBD9-DC210A65953F}">
      <dgm:prSet phldrT="[Text]"/>
      <dgm:spPr/>
      <dgm:t>
        <a:bodyPr/>
        <a:lstStyle/>
        <a:p>
          <a:r>
            <a:rPr lang="en-US" dirty="0"/>
            <a:t>action:a</a:t>
          </a:r>
        </a:p>
      </dgm:t>
    </dgm:pt>
    <dgm:pt modelId="{DD5D7D94-0138-4F2A-85C6-85AFA93D2DCC}" type="parTrans" cxnId="{0A9D64E7-F87C-4A90-9955-921F37B0F02F}">
      <dgm:prSet/>
      <dgm:spPr/>
      <dgm:t>
        <a:bodyPr/>
        <a:lstStyle/>
        <a:p>
          <a:endParaRPr lang="en-US"/>
        </a:p>
      </dgm:t>
    </dgm:pt>
    <dgm:pt modelId="{28D7AA32-C4FC-4D4D-B7B2-2BED4607D886}" type="sibTrans" cxnId="{0A9D64E7-F87C-4A90-9955-921F37B0F02F}">
      <dgm:prSet/>
      <dgm:spPr/>
      <dgm:t>
        <a:bodyPr/>
        <a:lstStyle/>
        <a:p>
          <a:endParaRPr lang="en-US"/>
        </a:p>
      </dgm:t>
    </dgm:pt>
    <dgm:pt modelId="{6FE3EFBB-7C90-4720-B854-B2F47A98A00C}">
      <dgm:prSet phldrT="[Text]"/>
      <dgm:spPr/>
      <dgm:t>
        <a:bodyPr/>
        <a:lstStyle/>
        <a:p>
          <a:r>
            <a:rPr lang="en-US" dirty="0"/>
            <a:t>process</a:t>
          </a:r>
        </a:p>
      </dgm:t>
    </dgm:pt>
    <dgm:pt modelId="{30CAA109-066A-4265-B8E6-96D3C5C8AD59}" type="parTrans" cxnId="{3B50DB4C-F284-4388-BF5E-E41ABD732CCF}">
      <dgm:prSet/>
      <dgm:spPr/>
      <dgm:t>
        <a:bodyPr/>
        <a:lstStyle/>
        <a:p>
          <a:endParaRPr lang="en-US"/>
        </a:p>
      </dgm:t>
    </dgm:pt>
    <dgm:pt modelId="{E1494F2B-1364-48DE-8805-BA143A39052C}" type="sibTrans" cxnId="{3B50DB4C-F284-4388-BF5E-E41ABD732CCF}">
      <dgm:prSet/>
      <dgm:spPr/>
      <dgm:t>
        <a:bodyPr/>
        <a:lstStyle/>
        <a:p>
          <a:endParaRPr lang="en-US"/>
        </a:p>
      </dgm:t>
    </dgm:pt>
    <dgm:pt modelId="{5927168F-9FCF-4513-B5C8-40BDA02B24DF}">
      <dgm:prSet phldrT="[Text]"/>
      <dgm:spPr/>
      <dgm:t>
        <a:bodyPr/>
        <a:lstStyle/>
        <a:p>
          <a:r>
            <a:rPr lang="en-US" dirty="0"/>
            <a:t>boot</a:t>
          </a:r>
        </a:p>
      </dgm:t>
    </dgm:pt>
    <dgm:pt modelId="{FC2FF9C0-79B0-4499-B70A-62D4DEBB252F}" type="parTrans" cxnId="{7ECF92B6-1226-47AD-9872-8C05F0310CA4}">
      <dgm:prSet/>
      <dgm:spPr/>
      <dgm:t>
        <a:bodyPr/>
        <a:lstStyle/>
        <a:p>
          <a:endParaRPr lang="en-US"/>
        </a:p>
      </dgm:t>
    </dgm:pt>
    <dgm:pt modelId="{71D521E2-EA38-410C-8166-5F34B24976AF}" type="sibTrans" cxnId="{7ECF92B6-1226-47AD-9872-8C05F0310CA4}">
      <dgm:prSet/>
      <dgm:spPr/>
      <dgm:t>
        <a:bodyPr/>
        <a:lstStyle/>
        <a:p>
          <a:endParaRPr lang="en-US"/>
        </a:p>
      </dgm:t>
    </dgm:pt>
    <dgm:pt modelId="{F0A4DAC3-7410-48D2-81CE-BBC2DF956B25}">
      <dgm:prSet/>
      <dgm:spPr/>
      <dgm:t>
        <a:bodyPr/>
        <a:lstStyle/>
        <a:p>
          <a:r>
            <a:rPr lang="en-US" dirty="0"/>
            <a:t>bootwait</a:t>
          </a:r>
        </a:p>
      </dgm:t>
    </dgm:pt>
    <dgm:pt modelId="{C4B37EBD-4931-427C-B647-1AD0EB5F2E65}" type="parTrans" cxnId="{A56D9908-1A04-4589-951E-1195A2A097C9}">
      <dgm:prSet/>
      <dgm:spPr/>
      <dgm:t>
        <a:bodyPr/>
        <a:lstStyle/>
        <a:p>
          <a:endParaRPr lang="en-US"/>
        </a:p>
      </dgm:t>
    </dgm:pt>
    <dgm:pt modelId="{2ECE3743-ECF2-4993-8BB8-E57DFB5A5342}" type="sibTrans" cxnId="{A56D9908-1A04-4589-951E-1195A2A097C9}">
      <dgm:prSet/>
      <dgm:spPr/>
      <dgm:t>
        <a:bodyPr/>
        <a:lstStyle/>
        <a:p>
          <a:endParaRPr lang="en-US"/>
        </a:p>
      </dgm:t>
    </dgm:pt>
    <dgm:pt modelId="{B00DBEAE-ABD4-49CD-B995-31F81077CFD9}">
      <dgm:prSet/>
      <dgm:spPr/>
      <dgm:t>
        <a:bodyPr/>
        <a:lstStyle/>
        <a:p>
          <a:r>
            <a:rPr lang="en-US"/>
            <a:t>initdefault</a:t>
          </a:r>
          <a:endParaRPr lang="en-US" dirty="0"/>
        </a:p>
      </dgm:t>
    </dgm:pt>
    <dgm:pt modelId="{0A2B1EE7-6A20-4A24-A573-FC179CE59BA1}" type="parTrans" cxnId="{31AA6B90-23AD-434B-A18A-54193D9C2BE0}">
      <dgm:prSet/>
      <dgm:spPr/>
      <dgm:t>
        <a:bodyPr/>
        <a:lstStyle/>
        <a:p>
          <a:endParaRPr lang="en-US"/>
        </a:p>
      </dgm:t>
    </dgm:pt>
    <dgm:pt modelId="{BBE9D76E-1545-4D76-A9C7-C2D695764931}" type="sibTrans" cxnId="{31AA6B90-23AD-434B-A18A-54193D9C2BE0}">
      <dgm:prSet/>
      <dgm:spPr/>
      <dgm:t>
        <a:bodyPr/>
        <a:lstStyle/>
        <a:p>
          <a:endParaRPr lang="en-US"/>
        </a:p>
      </dgm:t>
    </dgm:pt>
    <dgm:pt modelId="{839FD440-975E-43B5-857F-AD54EF5E58F2}">
      <dgm:prSet/>
      <dgm:spPr/>
      <dgm:t>
        <a:bodyPr/>
        <a:lstStyle/>
        <a:p>
          <a:r>
            <a:rPr lang="en-US" dirty="0"/>
            <a:t>sysinit</a:t>
          </a:r>
        </a:p>
      </dgm:t>
    </dgm:pt>
    <dgm:pt modelId="{2804F78A-7FAC-46CC-A8AC-41D32FC70839}" type="parTrans" cxnId="{6E69DBB5-47E4-438E-995F-C49D7B4D8892}">
      <dgm:prSet/>
      <dgm:spPr/>
      <dgm:t>
        <a:bodyPr/>
        <a:lstStyle/>
        <a:p>
          <a:endParaRPr lang="en-US"/>
        </a:p>
      </dgm:t>
    </dgm:pt>
    <dgm:pt modelId="{448D00F8-7E7C-49D5-95D8-325EFD6A815C}" type="sibTrans" cxnId="{6E69DBB5-47E4-438E-995F-C49D7B4D8892}">
      <dgm:prSet/>
      <dgm:spPr/>
      <dgm:t>
        <a:bodyPr/>
        <a:lstStyle/>
        <a:p>
          <a:endParaRPr lang="en-US"/>
        </a:p>
      </dgm:t>
    </dgm:pt>
    <dgm:pt modelId="{E56C7160-3A6D-40D8-A8D9-022B514F30AB}" type="pres">
      <dgm:prSet presAssocID="{1EE75788-0E34-4650-B264-8D57673D98D3}" presName="diagram" presStyleCnt="0">
        <dgm:presLayoutVars>
          <dgm:dir/>
          <dgm:resizeHandles val="exact"/>
        </dgm:presLayoutVars>
      </dgm:prSet>
      <dgm:spPr/>
    </dgm:pt>
    <dgm:pt modelId="{8C2F73DC-D25B-42B5-B385-E63985EEFDBD}" type="pres">
      <dgm:prSet presAssocID="{84547C71-A063-4E37-A88A-96F22206E792}" presName="node" presStyleLbl="node1" presStyleIdx="0" presStyleCnt="8">
        <dgm:presLayoutVars>
          <dgm:bulletEnabled val="1"/>
        </dgm:presLayoutVars>
      </dgm:prSet>
      <dgm:spPr/>
    </dgm:pt>
    <dgm:pt modelId="{BDE49345-3BC8-46FC-A366-06B48E5054C5}" type="pres">
      <dgm:prSet presAssocID="{D19EF6D6-5E7D-40FA-837A-8C9003B0CCD6}" presName="sibTrans" presStyleCnt="0"/>
      <dgm:spPr/>
    </dgm:pt>
    <dgm:pt modelId="{9A04F21C-91B6-45F4-84C5-677943B2224E}" type="pres">
      <dgm:prSet presAssocID="{9334E9FD-63D9-4B4D-8923-8735F087591E}" presName="node" presStyleLbl="node1" presStyleIdx="1" presStyleCnt="8">
        <dgm:presLayoutVars>
          <dgm:bulletEnabled val="1"/>
        </dgm:presLayoutVars>
      </dgm:prSet>
      <dgm:spPr/>
    </dgm:pt>
    <dgm:pt modelId="{C897107D-7666-4F22-A1CE-3A4FA88C7E16}" type="pres">
      <dgm:prSet presAssocID="{B99B9658-A2C2-4788-B37B-7C4AED844CCA}" presName="sibTrans" presStyleCnt="0"/>
      <dgm:spPr/>
    </dgm:pt>
    <dgm:pt modelId="{A5283044-165F-45EF-BDFE-D0386BF016EB}" type="pres">
      <dgm:prSet presAssocID="{814F2E09-D279-48CC-BBD9-DC210A65953F}" presName="node" presStyleLbl="node1" presStyleIdx="2" presStyleCnt="8">
        <dgm:presLayoutVars>
          <dgm:bulletEnabled val="1"/>
        </dgm:presLayoutVars>
      </dgm:prSet>
      <dgm:spPr/>
    </dgm:pt>
    <dgm:pt modelId="{F8102B35-EB6F-453A-9178-42A8067E896A}" type="pres">
      <dgm:prSet presAssocID="{28D7AA32-C4FC-4D4D-B7B2-2BED4607D886}" presName="sibTrans" presStyleCnt="0"/>
      <dgm:spPr/>
    </dgm:pt>
    <dgm:pt modelId="{D024D308-D9AE-4512-9F27-54A35859F6D5}" type="pres">
      <dgm:prSet presAssocID="{6FE3EFBB-7C90-4720-B854-B2F47A98A00C}" presName="node" presStyleLbl="node1" presStyleIdx="3" presStyleCnt="8">
        <dgm:presLayoutVars>
          <dgm:bulletEnabled val="1"/>
        </dgm:presLayoutVars>
      </dgm:prSet>
      <dgm:spPr/>
    </dgm:pt>
    <dgm:pt modelId="{C96AF000-BB5A-403E-81CD-CF72F01A07EF}" type="pres">
      <dgm:prSet presAssocID="{E1494F2B-1364-48DE-8805-BA143A39052C}" presName="sibTrans" presStyleCnt="0"/>
      <dgm:spPr/>
    </dgm:pt>
    <dgm:pt modelId="{75044879-81E4-44CD-92FB-CEE0CC42EACC}" type="pres">
      <dgm:prSet presAssocID="{5927168F-9FCF-4513-B5C8-40BDA02B24DF}" presName="node" presStyleLbl="node1" presStyleIdx="4" presStyleCnt="8">
        <dgm:presLayoutVars>
          <dgm:bulletEnabled val="1"/>
        </dgm:presLayoutVars>
      </dgm:prSet>
      <dgm:spPr/>
    </dgm:pt>
    <dgm:pt modelId="{6D2C66BA-2D89-4689-8A41-362359842E42}" type="pres">
      <dgm:prSet presAssocID="{71D521E2-EA38-410C-8166-5F34B24976AF}" presName="sibTrans" presStyleCnt="0"/>
      <dgm:spPr/>
    </dgm:pt>
    <dgm:pt modelId="{F1E50ECF-D5A0-4BFB-A27B-6743A8FEA167}" type="pres">
      <dgm:prSet presAssocID="{F0A4DAC3-7410-48D2-81CE-BBC2DF956B25}" presName="node" presStyleLbl="node1" presStyleIdx="5" presStyleCnt="8">
        <dgm:presLayoutVars>
          <dgm:bulletEnabled val="1"/>
        </dgm:presLayoutVars>
      </dgm:prSet>
      <dgm:spPr/>
    </dgm:pt>
    <dgm:pt modelId="{3902C801-D3DF-4DC0-AB5A-407E12E12B12}" type="pres">
      <dgm:prSet presAssocID="{2ECE3743-ECF2-4993-8BB8-E57DFB5A5342}" presName="sibTrans" presStyleCnt="0"/>
      <dgm:spPr/>
    </dgm:pt>
    <dgm:pt modelId="{A068CA03-F449-4B8E-83B9-F2AF4C56E35A}" type="pres">
      <dgm:prSet presAssocID="{B00DBEAE-ABD4-49CD-B995-31F81077CFD9}" presName="node" presStyleLbl="node1" presStyleIdx="6" presStyleCnt="8">
        <dgm:presLayoutVars>
          <dgm:bulletEnabled val="1"/>
        </dgm:presLayoutVars>
      </dgm:prSet>
      <dgm:spPr/>
    </dgm:pt>
    <dgm:pt modelId="{3491BC12-B4E8-4D36-A7F3-0B685013CE54}" type="pres">
      <dgm:prSet presAssocID="{BBE9D76E-1545-4D76-A9C7-C2D695764931}" presName="sibTrans" presStyleCnt="0"/>
      <dgm:spPr/>
    </dgm:pt>
    <dgm:pt modelId="{154D7AEC-EFF2-4730-B4B9-8F0C41DB915C}" type="pres">
      <dgm:prSet presAssocID="{839FD440-975E-43B5-857F-AD54EF5E58F2}" presName="node" presStyleLbl="node1" presStyleIdx="7" presStyleCnt="8">
        <dgm:presLayoutVars>
          <dgm:bulletEnabled val="1"/>
        </dgm:presLayoutVars>
      </dgm:prSet>
      <dgm:spPr/>
    </dgm:pt>
  </dgm:ptLst>
  <dgm:cxnLst>
    <dgm:cxn modelId="{A56D9908-1A04-4589-951E-1195A2A097C9}" srcId="{1EE75788-0E34-4650-B264-8D57673D98D3}" destId="{F0A4DAC3-7410-48D2-81CE-BBC2DF956B25}" srcOrd="5" destOrd="0" parTransId="{C4B37EBD-4931-427C-B647-1AD0EB5F2E65}" sibTransId="{2ECE3743-ECF2-4993-8BB8-E57DFB5A5342}"/>
    <dgm:cxn modelId="{AC793E20-AA08-4C87-A744-F3BF372F70A6}" srcId="{1EE75788-0E34-4650-B264-8D57673D98D3}" destId="{84547C71-A063-4E37-A88A-96F22206E792}" srcOrd="0" destOrd="0" parTransId="{5DA628CF-6153-4386-9EF1-029438E6E3AA}" sibTransId="{D19EF6D6-5E7D-40FA-837A-8C9003B0CCD6}"/>
    <dgm:cxn modelId="{EDD9592E-6BD8-457C-A3E9-D4CD9437AED4}" type="presOf" srcId="{F0A4DAC3-7410-48D2-81CE-BBC2DF956B25}" destId="{F1E50ECF-D5A0-4BFB-A27B-6743A8FEA167}" srcOrd="0" destOrd="0" presId="urn:microsoft.com/office/officeart/2005/8/layout/default"/>
    <dgm:cxn modelId="{89AAA45F-C484-492E-A361-618FF370E187}" type="presOf" srcId="{9334E9FD-63D9-4B4D-8923-8735F087591E}" destId="{9A04F21C-91B6-45F4-84C5-677943B2224E}" srcOrd="0" destOrd="0" presId="urn:microsoft.com/office/officeart/2005/8/layout/default"/>
    <dgm:cxn modelId="{3B50DB4C-F284-4388-BF5E-E41ABD732CCF}" srcId="{1EE75788-0E34-4650-B264-8D57673D98D3}" destId="{6FE3EFBB-7C90-4720-B854-B2F47A98A00C}" srcOrd="3" destOrd="0" parTransId="{30CAA109-066A-4265-B8E6-96D3C5C8AD59}" sibTransId="{E1494F2B-1364-48DE-8805-BA143A39052C}"/>
    <dgm:cxn modelId="{FFD6E370-2B9E-4E14-945F-A85C6B165721}" type="presOf" srcId="{B00DBEAE-ABD4-49CD-B995-31F81077CFD9}" destId="{A068CA03-F449-4B8E-83B9-F2AF4C56E35A}" srcOrd="0" destOrd="0" presId="urn:microsoft.com/office/officeart/2005/8/layout/default"/>
    <dgm:cxn modelId="{69552573-CDBA-4289-B39E-18190A7D97FF}" type="presOf" srcId="{84547C71-A063-4E37-A88A-96F22206E792}" destId="{8C2F73DC-D25B-42B5-B385-E63985EEFDBD}" srcOrd="0" destOrd="0" presId="urn:microsoft.com/office/officeart/2005/8/layout/default"/>
    <dgm:cxn modelId="{AF323877-405F-428F-9162-88E45231071E}" srcId="{1EE75788-0E34-4650-B264-8D57673D98D3}" destId="{9334E9FD-63D9-4B4D-8923-8735F087591E}" srcOrd="1" destOrd="0" parTransId="{22768774-0881-402D-8AA4-9F4FB99F0793}" sibTransId="{B99B9658-A2C2-4788-B37B-7C4AED844CCA}"/>
    <dgm:cxn modelId="{C9811D59-D902-4B1B-9A36-936872324DFC}" type="presOf" srcId="{6FE3EFBB-7C90-4720-B854-B2F47A98A00C}" destId="{D024D308-D9AE-4512-9F27-54A35859F6D5}" srcOrd="0" destOrd="0" presId="urn:microsoft.com/office/officeart/2005/8/layout/default"/>
    <dgm:cxn modelId="{31AA6B90-23AD-434B-A18A-54193D9C2BE0}" srcId="{1EE75788-0E34-4650-B264-8D57673D98D3}" destId="{B00DBEAE-ABD4-49CD-B995-31F81077CFD9}" srcOrd="6" destOrd="0" parTransId="{0A2B1EE7-6A20-4A24-A573-FC179CE59BA1}" sibTransId="{BBE9D76E-1545-4D76-A9C7-C2D695764931}"/>
    <dgm:cxn modelId="{40EFE096-CA7C-4ACC-991C-B7F730F92A80}" type="presOf" srcId="{1EE75788-0E34-4650-B264-8D57673D98D3}" destId="{E56C7160-3A6D-40D8-A8D9-022B514F30AB}" srcOrd="0" destOrd="0" presId="urn:microsoft.com/office/officeart/2005/8/layout/default"/>
    <dgm:cxn modelId="{6E69DBB5-47E4-438E-995F-C49D7B4D8892}" srcId="{1EE75788-0E34-4650-B264-8D57673D98D3}" destId="{839FD440-975E-43B5-857F-AD54EF5E58F2}" srcOrd="7" destOrd="0" parTransId="{2804F78A-7FAC-46CC-A8AC-41D32FC70839}" sibTransId="{448D00F8-7E7C-49D5-95D8-325EFD6A815C}"/>
    <dgm:cxn modelId="{7ECF92B6-1226-47AD-9872-8C05F0310CA4}" srcId="{1EE75788-0E34-4650-B264-8D57673D98D3}" destId="{5927168F-9FCF-4513-B5C8-40BDA02B24DF}" srcOrd="4" destOrd="0" parTransId="{FC2FF9C0-79B0-4499-B70A-62D4DEBB252F}" sibTransId="{71D521E2-EA38-410C-8166-5F34B24976AF}"/>
    <dgm:cxn modelId="{B7E82BD6-CBAC-4818-ADD4-41F6C544EFFA}" type="presOf" srcId="{839FD440-975E-43B5-857F-AD54EF5E58F2}" destId="{154D7AEC-EFF2-4730-B4B9-8F0C41DB915C}" srcOrd="0" destOrd="0" presId="urn:microsoft.com/office/officeart/2005/8/layout/default"/>
    <dgm:cxn modelId="{ECD7EFDA-D8F9-41DE-AD5F-0E72E7036936}" type="presOf" srcId="{814F2E09-D279-48CC-BBD9-DC210A65953F}" destId="{A5283044-165F-45EF-BDFE-D0386BF016EB}" srcOrd="0" destOrd="0" presId="urn:microsoft.com/office/officeart/2005/8/layout/default"/>
    <dgm:cxn modelId="{358C5DE3-C31C-4701-B434-D92950BE3D63}" type="presOf" srcId="{5927168F-9FCF-4513-B5C8-40BDA02B24DF}" destId="{75044879-81E4-44CD-92FB-CEE0CC42EACC}" srcOrd="0" destOrd="0" presId="urn:microsoft.com/office/officeart/2005/8/layout/default"/>
    <dgm:cxn modelId="{0A9D64E7-F87C-4A90-9955-921F37B0F02F}" srcId="{1EE75788-0E34-4650-B264-8D57673D98D3}" destId="{814F2E09-D279-48CC-BBD9-DC210A65953F}" srcOrd="2" destOrd="0" parTransId="{DD5D7D94-0138-4F2A-85C6-85AFA93D2DCC}" sibTransId="{28D7AA32-C4FC-4D4D-B7B2-2BED4607D886}"/>
    <dgm:cxn modelId="{56C1EE41-69D0-41D9-AB91-6358265F421A}" type="presParOf" srcId="{E56C7160-3A6D-40D8-A8D9-022B514F30AB}" destId="{8C2F73DC-D25B-42B5-B385-E63985EEFDBD}" srcOrd="0" destOrd="0" presId="urn:microsoft.com/office/officeart/2005/8/layout/default"/>
    <dgm:cxn modelId="{5BB3536B-EF2A-4157-AB03-22826C2341CB}" type="presParOf" srcId="{E56C7160-3A6D-40D8-A8D9-022B514F30AB}" destId="{BDE49345-3BC8-46FC-A366-06B48E5054C5}" srcOrd="1" destOrd="0" presId="urn:microsoft.com/office/officeart/2005/8/layout/default"/>
    <dgm:cxn modelId="{F08E1CE9-745F-47E8-AC65-FC53A2BBB77C}" type="presParOf" srcId="{E56C7160-3A6D-40D8-A8D9-022B514F30AB}" destId="{9A04F21C-91B6-45F4-84C5-677943B2224E}" srcOrd="2" destOrd="0" presId="urn:microsoft.com/office/officeart/2005/8/layout/default"/>
    <dgm:cxn modelId="{A43CA1D9-A96E-46A4-8291-0AEB1E18370C}" type="presParOf" srcId="{E56C7160-3A6D-40D8-A8D9-022B514F30AB}" destId="{C897107D-7666-4F22-A1CE-3A4FA88C7E16}" srcOrd="3" destOrd="0" presId="urn:microsoft.com/office/officeart/2005/8/layout/default"/>
    <dgm:cxn modelId="{D3ACC488-6728-415D-911F-957AA135F97F}" type="presParOf" srcId="{E56C7160-3A6D-40D8-A8D9-022B514F30AB}" destId="{A5283044-165F-45EF-BDFE-D0386BF016EB}" srcOrd="4" destOrd="0" presId="urn:microsoft.com/office/officeart/2005/8/layout/default"/>
    <dgm:cxn modelId="{E79B282A-B23E-4B36-B080-0A7DF6A78D19}" type="presParOf" srcId="{E56C7160-3A6D-40D8-A8D9-022B514F30AB}" destId="{F8102B35-EB6F-453A-9178-42A8067E896A}" srcOrd="5" destOrd="0" presId="urn:microsoft.com/office/officeart/2005/8/layout/default"/>
    <dgm:cxn modelId="{49CDC277-E07E-4E15-A43F-0A43B7C869BF}" type="presParOf" srcId="{E56C7160-3A6D-40D8-A8D9-022B514F30AB}" destId="{D024D308-D9AE-4512-9F27-54A35859F6D5}" srcOrd="6" destOrd="0" presId="urn:microsoft.com/office/officeart/2005/8/layout/default"/>
    <dgm:cxn modelId="{1BC369D2-35C0-4C93-B3E2-6F6C651E5CD9}" type="presParOf" srcId="{E56C7160-3A6D-40D8-A8D9-022B514F30AB}" destId="{C96AF000-BB5A-403E-81CD-CF72F01A07EF}" srcOrd="7" destOrd="0" presId="urn:microsoft.com/office/officeart/2005/8/layout/default"/>
    <dgm:cxn modelId="{372BAA1F-311D-4AC9-AAE4-A5A35BF9974D}" type="presParOf" srcId="{E56C7160-3A6D-40D8-A8D9-022B514F30AB}" destId="{75044879-81E4-44CD-92FB-CEE0CC42EACC}" srcOrd="8" destOrd="0" presId="urn:microsoft.com/office/officeart/2005/8/layout/default"/>
    <dgm:cxn modelId="{F4BDA27C-CE31-41F9-ACA2-5FC0633B529C}" type="presParOf" srcId="{E56C7160-3A6D-40D8-A8D9-022B514F30AB}" destId="{6D2C66BA-2D89-4689-8A41-362359842E42}" srcOrd="9" destOrd="0" presId="urn:microsoft.com/office/officeart/2005/8/layout/default"/>
    <dgm:cxn modelId="{68BC007D-11CC-474B-AA02-7B2BBE749628}" type="presParOf" srcId="{E56C7160-3A6D-40D8-A8D9-022B514F30AB}" destId="{F1E50ECF-D5A0-4BFB-A27B-6743A8FEA167}" srcOrd="10" destOrd="0" presId="urn:microsoft.com/office/officeart/2005/8/layout/default"/>
    <dgm:cxn modelId="{0B33D7F6-18F7-4223-9411-F5A45695B900}" type="presParOf" srcId="{E56C7160-3A6D-40D8-A8D9-022B514F30AB}" destId="{3902C801-D3DF-4DC0-AB5A-407E12E12B12}" srcOrd="11" destOrd="0" presId="urn:microsoft.com/office/officeart/2005/8/layout/default"/>
    <dgm:cxn modelId="{F26EA947-1676-41DC-A684-7E0FAA4895A2}" type="presParOf" srcId="{E56C7160-3A6D-40D8-A8D9-022B514F30AB}" destId="{A068CA03-F449-4B8E-83B9-F2AF4C56E35A}" srcOrd="12" destOrd="0" presId="urn:microsoft.com/office/officeart/2005/8/layout/default"/>
    <dgm:cxn modelId="{4204B74D-BF69-43A6-A876-E69F790D2FC2}" type="presParOf" srcId="{E56C7160-3A6D-40D8-A8D9-022B514F30AB}" destId="{3491BC12-B4E8-4D36-A7F3-0B685013CE54}" srcOrd="13" destOrd="0" presId="urn:microsoft.com/office/officeart/2005/8/layout/default"/>
    <dgm:cxn modelId="{2D2D5669-CD8E-4B4B-9096-BF9041CBDB4B}" type="presParOf" srcId="{E56C7160-3A6D-40D8-A8D9-022B514F30AB}" destId="{154D7AEC-EFF2-4730-B4B9-8F0C41DB915C}"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192358C-6A58-44B1-9D02-8D4BC8EB0239}" type="doc">
      <dgm:prSet loTypeId="urn:microsoft.com/office/officeart/2005/8/layout/vProcess5" loCatId="process" qsTypeId="urn:microsoft.com/office/officeart/2005/8/quickstyle/simple1" qsCatId="simple" csTypeId="urn:microsoft.com/office/officeart/2005/8/colors/accent1_3" csCatId="accent1" phldr="1"/>
      <dgm:spPr/>
      <dgm:t>
        <a:bodyPr/>
        <a:lstStyle/>
        <a:p>
          <a:endParaRPr lang="en-US"/>
        </a:p>
      </dgm:t>
    </dgm:pt>
    <dgm:pt modelId="{D728B215-599B-424F-9A77-29117D1E6D26}">
      <dgm:prSet phldrT="[Text]"/>
      <dgm:spPr/>
      <dgm:t>
        <a:bodyPr/>
        <a:lstStyle/>
        <a:p>
          <a:r>
            <a:rPr lang="en-US" dirty="0"/>
            <a:t>Move system to single-user mode</a:t>
          </a:r>
        </a:p>
      </dgm:t>
    </dgm:pt>
    <dgm:pt modelId="{A85DE793-F06A-41FE-9FB3-882FE0CE7850}" type="parTrans" cxnId="{F7C57483-A8FA-459C-8C3A-4D96AE138F33}">
      <dgm:prSet/>
      <dgm:spPr/>
      <dgm:t>
        <a:bodyPr/>
        <a:lstStyle/>
        <a:p>
          <a:endParaRPr lang="en-US"/>
        </a:p>
      </dgm:t>
    </dgm:pt>
    <dgm:pt modelId="{C3C7E903-3E04-420B-9EA2-C28BB4E60ABA}" type="sibTrans" cxnId="{F7C57483-A8FA-459C-8C3A-4D96AE138F33}">
      <dgm:prSet/>
      <dgm:spPr/>
      <dgm:t>
        <a:bodyPr/>
        <a:lstStyle/>
        <a:p>
          <a:endParaRPr lang="en-US" dirty="0"/>
        </a:p>
      </dgm:t>
    </dgm:pt>
    <dgm:pt modelId="{F22FA487-0164-4925-AEAF-3D9473F777D8}">
      <dgm:prSet phldrT="[Text]"/>
      <dgm:spPr/>
      <dgm:t>
        <a:bodyPr/>
        <a:lstStyle/>
        <a:p>
          <a:r>
            <a:rPr lang="en-US" dirty="0"/>
            <a:t>Use </a:t>
          </a:r>
          <a:r>
            <a:rPr lang="en-US" dirty="0">
              <a:latin typeface="Courier New" pitchFamily="49" charset="0"/>
              <a:cs typeface="Courier New" pitchFamily="49" charset="0"/>
            </a:rPr>
            <a:t>grep </a:t>
          </a:r>
          <a:r>
            <a:rPr lang="en-US" dirty="0"/>
            <a:t>or similar command</a:t>
          </a:r>
        </a:p>
        <a:p>
          <a:r>
            <a:rPr lang="en-US" dirty="0"/>
            <a:t>Example: </a:t>
          </a:r>
          <a:r>
            <a:rPr lang="en-US" dirty="0">
              <a:latin typeface="Courier New" pitchFamily="49" charset="0"/>
              <a:cs typeface="Courier New" pitchFamily="49" charset="0"/>
            </a:rPr>
            <a:t>grep -b ‘search-text’ /dev/partition &gt; file.txt</a:t>
          </a:r>
        </a:p>
      </dgm:t>
    </dgm:pt>
    <dgm:pt modelId="{B9CED464-A4E1-41CF-9A7E-AB5BDA0647EB}" type="parTrans" cxnId="{3576B01A-42C3-43DB-ABD7-648E4AAEDC14}">
      <dgm:prSet/>
      <dgm:spPr/>
      <dgm:t>
        <a:bodyPr/>
        <a:lstStyle/>
        <a:p>
          <a:endParaRPr lang="en-US"/>
        </a:p>
      </dgm:t>
    </dgm:pt>
    <dgm:pt modelId="{73F2163C-0AE2-42F7-83AB-326AC3FE4E2E}" type="sibTrans" cxnId="{3576B01A-42C3-43DB-ABD7-648E4AAEDC14}">
      <dgm:prSet/>
      <dgm:spPr/>
      <dgm:t>
        <a:bodyPr/>
        <a:lstStyle/>
        <a:p>
          <a:endParaRPr lang="en-US" dirty="0"/>
        </a:p>
      </dgm:t>
    </dgm:pt>
    <dgm:pt modelId="{7BBB1859-5640-4FCF-8BC7-E0FA343ECA2C}">
      <dgm:prSet phldrT="[Text]"/>
      <dgm:spPr/>
      <dgm:t>
        <a:bodyPr/>
        <a:lstStyle/>
        <a:p>
          <a:r>
            <a:rPr lang="en-US" dirty="0"/>
            <a:t>Use command-line editor to view file</a:t>
          </a:r>
        </a:p>
      </dgm:t>
    </dgm:pt>
    <dgm:pt modelId="{96B834B2-ADBB-4708-8844-DD33FEFF3F47}" type="parTrans" cxnId="{2DC1FB46-3AC1-4D7E-8210-F6CCBE09990C}">
      <dgm:prSet/>
      <dgm:spPr/>
      <dgm:t>
        <a:bodyPr/>
        <a:lstStyle/>
        <a:p>
          <a:endParaRPr lang="en-US"/>
        </a:p>
      </dgm:t>
    </dgm:pt>
    <dgm:pt modelId="{06B79CD5-195D-4E1C-B347-66038804C44A}" type="sibTrans" cxnId="{2DC1FB46-3AC1-4D7E-8210-F6CCBE09990C}">
      <dgm:prSet/>
      <dgm:spPr/>
      <dgm:t>
        <a:bodyPr/>
        <a:lstStyle/>
        <a:p>
          <a:endParaRPr lang="en-US"/>
        </a:p>
      </dgm:t>
    </dgm:pt>
    <dgm:pt modelId="{3426E924-945C-4FDB-8EFC-F8E9A4892534}" type="pres">
      <dgm:prSet presAssocID="{A192358C-6A58-44B1-9D02-8D4BC8EB0239}" presName="outerComposite" presStyleCnt="0">
        <dgm:presLayoutVars>
          <dgm:chMax val="5"/>
          <dgm:dir/>
          <dgm:resizeHandles val="exact"/>
        </dgm:presLayoutVars>
      </dgm:prSet>
      <dgm:spPr/>
    </dgm:pt>
    <dgm:pt modelId="{0D1F46EA-D063-45D7-B5B8-44BC16FF4050}" type="pres">
      <dgm:prSet presAssocID="{A192358C-6A58-44B1-9D02-8D4BC8EB0239}" presName="dummyMaxCanvas" presStyleCnt="0">
        <dgm:presLayoutVars/>
      </dgm:prSet>
      <dgm:spPr/>
    </dgm:pt>
    <dgm:pt modelId="{CF051078-F86C-4FC1-86C3-88066F7BD670}" type="pres">
      <dgm:prSet presAssocID="{A192358C-6A58-44B1-9D02-8D4BC8EB0239}" presName="ThreeNodes_1" presStyleLbl="node1" presStyleIdx="0" presStyleCnt="3">
        <dgm:presLayoutVars>
          <dgm:bulletEnabled val="1"/>
        </dgm:presLayoutVars>
      </dgm:prSet>
      <dgm:spPr/>
    </dgm:pt>
    <dgm:pt modelId="{92BF9E86-3F34-4C47-9CAC-B812F091DB57}" type="pres">
      <dgm:prSet presAssocID="{A192358C-6A58-44B1-9D02-8D4BC8EB0239}" presName="ThreeNodes_2" presStyleLbl="node1" presStyleIdx="1" presStyleCnt="3">
        <dgm:presLayoutVars>
          <dgm:bulletEnabled val="1"/>
        </dgm:presLayoutVars>
      </dgm:prSet>
      <dgm:spPr/>
    </dgm:pt>
    <dgm:pt modelId="{69D3FFC0-B42A-4CAC-95B4-C2353FEAAF84}" type="pres">
      <dgm:prSet presAssocID="{A192358C-6A58-44B1-9D02-8D4BC8EB0239}" presName="ThreeNodes_3" presStyleLbl="node1" presStyleIdx="2" presStyleCnt="3">
        <dgm:presLayoutVars>
          <dgm:bulletEnabled val="1"/>
        </dgm:presLayoutVars>
      </dgm:prSet>
      <dgm:spPr/>
    </dgm:pt>
    <dgm:pt modelId="{75B7EE70-3597-4FA8-B017-C6A8F51BC81D}" type="pres">
      <dgm:prSet presAssocID="{A192358C-6A58-44B1-9D02-8D4BC8EB0239}" presName="ThreeConn_1-2" presStyleLbl="fgAccFollowNode1" presStyleIdx="0" presStyleCnt="2">
        <dgm:presLayoutVars>
          <dgm:bulletEnabled val="1"/>
        </dgm:presLayoutVars>
      </dgm:prSet>
      <dgm:spPr/>
    </dgm:pt>
    <dgm:pt modelId="{A489BE5D-839D-48B7-94F5-C2BE3BDFF49E}" type="pres">
      <dgm:prSet presAssocID="{A192358C-6A58-44B1-9D02-8D4BC8EB0239}" presName="ThreeConn_2-3" presStyleLbl="fgAccFollowNode1" presStyleIdx="1" presStyleCnt="2">
        <dgm:presLayoutVars>
          <dgm:bulletEnabled val="1"/>
        </dgm:presLayoutVars>
      </dgm:prSet>
      <dgm:spPr/>
    </dgm:pt>
    <dgm:pt modelId="{924F95CD-1450-48B3-8A90-0BBBF616BD23}" type="pres">
      <dgm:prSet presAssocID="{A192358C-6A58-44B1-9D02-8D4BC8EB0239}" presName="ThreeNodes_1_text" presStyleLbl="node1" presStyleIdx="2" presStyleCnt="3">
        <dgm:presLayoutVars>
          <dgm:bulletEnabled val="1"/>
        </dgm:presLayoutVars>
      </dgm:prSet>
      <dgm:spPr/>
    </dgm:pt>
    <dgm:pt modelId="{F1AEBB70-828E-4E99-86AB-240875A90855}" type="pres">
      <dgm:prSet presAssocID="{A192358C-6A58-44B1-9D02-8D4BC8EB0239}" presName="ThreeNodes_2_text" presStyleLbl="node1" presStyleIdx="2" presStyleCnt="3">
        <dgm:presLayoutVars>
          <dgm:bulletEnabled val="1"/>
        </dgm:presLayoutVars>
      </dgm:prSet>
      <dgm:spPr/>
    </dgm:pt>
    <dgm:pt modelId="{72E26EDD-AA55-4606-8E97-0E976E3B4075}" type="pres">
      <dgm:prSet presAssocID="{A192358C-6A58-44B1-9D02-8D4BC8EB0239}" presName="ThreeNodes_3_text" presStyleLbl="node1" presStyleIdx="2" presStyleCnt="3">
        <dgm:presLayoutVars>
          <dgm:bulletEnabled val="1"/>
        </dgm:presLayoutVars>
      </dgm:prSet>
      <dgm:spPr/>
    </dgm:pt>
  </dgm:ptLst>
  <dgm:cxnLst>
    <dgm:cxn modelId="{75CDBB15-273E-4BD4-834B-8996C02B6BF1}" type="presOf" srcId="{F22FA487-0164-4925-AEAF-3D9473F777D8}" destId="{F1AEBB70-828E-4E99-86AB-240875A90855}" srcOrd="1" destOrd="0" presId="urn:microsoft.com/office/officeart/2005/8/layout/vProcess5"/>
    <dgm:cxn modelId="{3576B01A-42C3-43DB-ABD7-648E4AAEDC14}" srcId="{A192358C-6A58-44B1-9D02-8D4BC8EB0239}" destId="{F22FA487-0164-4925-AEAF-3D9473F777D8}" srcOrd="1" destOrd="0" parTransId="{B9CED464-A4E1-41CF-9A7E-AB5BDA0647EB}" sibTransId="{73F2163C-0AE2-42F7-83AB-326AC3FE4E2E}"/>
    <dgm:cxn modelId="{1DE1D31D-8583-4210-BD0D-9949D695A6FE}" type="presOf" srcId="{C3C7E903-3E04-420B-9EA2-C28BB4E60ABA}" destId="{75B7EE70-3597-4FA8-B017-C6A8F51BC81D}" srcOrd="0" destOrd="0" presId="urn:microsoft.com/office/officeart/2005/8/layout/vProcess5"/>
    <dgm:cxn modelId="{F6DA0836-B7EF-40B6-9D46-13F2487205CA}" type="presOf" srcId="{7BBB1859-5640-4FCF-8BC7-E0FA343ECA2C}" destId="{69D3FFC0-B42A-4CAC-95B4-C2353FEAAF84}" srcOrd="0" destOrd="0" presId="urn:microsoft.com/office/officeart/2005/8/layout/vProcess5"/>
    <dgm:cxn modelId="{D8F3FA5F-5951-4EC7-BB6D-BABF0C3ABB6F}" type="presOf" srcId="{F22FA487-0164-4925-AEAF-3D9473F777D8}" destId="{92BF9E86-3F34-4C47-9CAC-B812F091DB57}" srcOrd="0" destOrd="0" presId="urn:microsoft.com/office/officeart/2005/8/layout/vProcess5"/>
    <dgm:cxn modelId="{2DC1FB46-3AC1-4D7E-8210-F6CCBE09990C}" srcId="{A192358C-6A58-44B1-9D02-8D4BC8EB0239}" destId="{7BBB1859-5640-4FCF-8BC7-E0FA343ECA2C}" srcOrd="2" destOrd="0" parTransId="{96B834B2-ADBB-4708-8844-DD33FEFF3F47}" sibTransId="{06B79CD5-195D-4E1C-B347-66038804C44A}"/>
    <dgm:cxn modelId="{F7C57483-A8FA-459C-8C3A-4D96AE138F33}" srcId="{A192358C-6A58-44B1-9D02-8D4BC8EB0239}" destId="{D728B215-599B-424F-9A77-29117D1E6D26}" srcOrd="0" destOrd="0" parTransId="{A85DE793-F06A-41FE-9FB3-882FE0CE7850}" sibTransId="{C3C7E903-3E04-420B-9EA2-C28BB4E60ABA}"/>
    <dgm:cxn modelId="{C35A4E8B-1A36-4A57-BDD5-7B77FB5D18E2}" type="presOf" srcId="{D728B215-599B-424F-9A77-29117D1E6D26}" destId="{CF051078-F86C-4FC1-86C3-88066F7BD670}" srcOrd="0" destOrd="0" presId="urn:microsoft.com/office/officeart/2005/8/layout/vProcess5"/>
    <dgm:cxn modelId="{D3DDCD90-5AC4-4ADD-8969-307F51D05AB2}" type="presOf" srcId="{7BBB1859-5640-4FCF-8BC7-E0FA343ECA2C}" destId="{72E26EDD-AA55-4606-8E97-0E976E3B4075}" srcOrd="1" destOrd="0" presId="urn:microsoft.com/office/officeart/2005/8/layout/vProcess5"/>
    <dgm:cxn modelId="{9C1CBBDC-7ECF-448D-9BB0-B8B3817FD14D}" type="presOf" srcId="{D728B215-599B-424F-9A77-29117D1E6D26}" destId="{924F95CD-1450-48B3-8A90-0BBBF616BD23}" srcOrd="1" destOrd="0" presId="urn:microsoft.com/office/officeart/2005/8/layout/vProcess5"/>
    <dgm:cxn modelId="{569BA2EF-0A3A-4E9A-93C5-70098CB0B516}" type="presOf" srcId="{A192358C-6A58-44B1-9D02-8D4BC8EB0239}" destId="{3426E924-945C-4FDB-8EFC-F8E9A4892534}" srcOrd="0" destOrd="0" presId="urn:microsoft.com/office/officeart/2005/8/layout/vProcess5"/>
    <dgm:cxn modelId="{406BE0F0-90E2-4BD0-A4A7-DAB45D49529E}" type="presOf" srcId="{73F2163C-0AE2-42F7-83AB-326AC3FE4E2E}" destId="{A489BE5D-839D-48B7-94F5-C2BE3BDFF49E}" srcOrd="0" destOrd="0" presId="urn:microsoft.com/office/officeart/2005/8/layout/vProcess5"/>
    <dgm:cxn modelId="{005F3B6B-966E-4773-A4F4-7F69091C88C5}" type="presParOf" srcId="{3426E924-945C-4FDB-8EFC-F8E9A4892534}" destId="{0D1F46EA-D063-45D7-B5B8-44BC16FF4050}" srcOrd="0" destOrd="0" presId="urn:microsoft.com/office/officeart/2005/8/layout/vProcess5"/>
    <dgm:cxn modelId="{F87DC8CC-B9E3-44F8-81E7-8C57A915F352}" type="presParOf" srcId="{3426E924-945C-4FDB-8EFC-F8E9A4892534}" destId="{CF051078-F86C-4FC1-86C3-88066F7BD670}" srcOrd="1" destOrd="0" presId="urn:microsoft.com/office/officeart/2005/8/layout/vProcess5"/>
    <dgm:cxn modelId="{5EEAE7CB-DD80-46A6-930D-C64320B4C1AA}" type="presParOf" srcId="{3426E924-945C-4FDB-8EFC-F8E9A4892534}" destId="{92BF9E86-3F34-4C47-9CAC-B812F091DB57}" srcOrd="2" destOrd="0" presId="urn:microsoft.com/office/officeart/2005/8/layout/vProcess5"/>
    <dgm:cxn modelId="{13190D84-7684-49AB-8A85-00B994504D66}" type="presParOf" srcId="{3426E924-945C-4FDB-8EFC-F8E9A4892534}" destId="{69D3FFC0-B42A-4CAC-95B4-C2353FEAAF84}" srcOrd="3" destOrd="0" presId="urn:microsoft.com/office/officeart/2005/8/layout/vProcess5"/>
    <dgm:cxn modelId="{D0F29C94-FC27-46DF-8D4C-15AD70788EC9}" type="presParOf" srcId="{3426E924-945C-4FDB-8EFC-F8E9A4892534}" destId="{75B7EE70-3597-4FA8-B017-C6A8F51BC81D}" srcOrd="4" destOrd="0" presId="urn:microsoft.com/office/officeart/2005/8/layout/vProcess5"/>
    <dgm:cxn modelId="{1700B9AF-48C8-42EA-8FAA-B0E81A3C0370}" type="presParOf" srcId="{3426E924-945C-4FDB-8EFC-F8E9A4892534}" destId="{A489BE5D-839D-48B7-94F5-C2BE3BDFF49E}" srcOrd="5" destOrd="0" presId="urn:microsoft.com/office/officeart/2005/8/layout/vProcess5"/>
    <dgm:cxn modelId="{ADCB0BED-AB8F-4D7D-982E-30012B474E16}" type="presParOf" srcId="{3426E924-945C-4FDB-8EFC-F8E9A4892534}" destId="{924F95CD-1450-48B3-8A90-0BBBF616BD23}" srcOrd="6" destOrd="0" presId="urn:microsoft.com/office/officeart/2005/8/layout/vProcess5"/>
    <dgm:cxn modelId="{CDCB928F-EA8B-40D2-82EF-1BB3FD7E133C}" type="presParOf" srcId="{3426E924-945C-4FDB-8EFC-F8E9A4892534}" destId="{F1AEBB70-828E-4E99-86AB-240875A90855}" srcOrd="7" destOrd="0" presId="urn:microsoft.com/office/officeart/2005/8/layout/vProcess5"/>
    <dgm:cxn modelId="{51E3EE3F-ED43-42B5-B515-087A74CC6BC6}" type="presParOf" srcId="{3426E924-945C-4FDB-8EFC-F8E9A4892534}" destId="{72E26EDD-AA55-4606-8E97-0E976E3B4075}"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D09D50-2174-410A-88CF-86E450D2135A}">
      <dsp:nvSpPr>
        <dsp:cNvPr id="0" name=""/>
        <dsp:cNvSpPr/>
      </dsp:nvSpPr>
      <dsp:spPr>
        <a:xfrm>
          <a:off x="431164" y="0"/>
          <a:ext cx="7437120" cy="46482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B6418E-A8A4-43FD-8BAE-1CB70EFD9090}">
      <dsp:nvSpPr>
        <dsp:cNvPr id="0" name=""/>
        <dsp:cNvSpPr/>
      </dsp:nvSpPr>
      <dsp:spPr>
        <a:xfrm>
          <a:off x="1375679" y="3208187"/>
          <a:ext cx="193365" cy="1933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5A4E7E-E18F-4A3C-A562-AC6CFA1430EA}">
      <dsp:nvSpPr>
        <dsp:cNvPr id="0" name=""/>
        <dsp:cNvSpPr/>
      </dsp:nvSpPr>
      <dsp:spPr>
        <a:xfrm>
          <a:off x="1472361" y="3304870"/>
          <a:ext cx="1732848" cy="134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460" tIns="0" rIns="0" bIns="0" numCol="1" spcCol="1270" anchor="t" anchorCtr="0">
          <a:noAutofit/>
        </a:bodyPr>
        <a:lstStyle/>
        <a:p>
          <a:pPr marL="0" lvl="0" indent="0" algn="l" defTabSz="1422400">
            <a:lnSpc>
              <a:spcPct val="90000"/>
            </a:lnSpc>
            <a:spcBef>
              <a:spcPct val="0"/>
            </a:spcBef>
            <a:spcAft>
              <a:spcPct val="35000"/>
            </a:spcAft>
            <a:buNone/>
          </a:pPr>
          <a:r>
            <a:rPr lang="en-US" sz="3200" kern="1200" dirty="0">
              <a:solidFill>
                <a:srgbClr val="002060"/>
              </a:solidFill>
            </a:rPr>
            <a:t>1969</a:t>
          </a:r>
          <a:br>
            <a:rPr lang="en-US" sz="3200" kern="1200" dirty="0"/>
          </a:br>
          <a:r>
            <a:rPr lang="en-US" sz="3200" kern="1200" dirty="0"/>
            <a:t>UNIX created</a:t>
          </a:r>
        </a:p>
      </dsp:txBody>
      <dsp:txXfrm>
        <a:off x="1472361" y="3304870"/>
        <a:ext cx="1732848" cy="1343329"/>
      </dsp:txXfrm>
    </dsp:sp>
    <dsp:sp modelId="{53A73D59-C164-4E02-86CE-286DD62D7B4F}">
      <dsp:nvSpPr>
        <dsp:cNvPr id="0" name=""/>
        <dsp:cNvSpPr/>
      </dsp:nvSpPr>
      <dsp:spPr>
        <a:xfrm>
          <a:off x="3082498" y="1944806"/>
          <a:ext cx="349544" cy="34954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58BC59-162B-4535-B262-E37B43C03B51}">
      <dsp:nvSpPr>
        <dsp:cNvPr id="0" name=""/>
        <dsp:cNvSpPr/>
      </dsp:nvSpPr>
      <dsp:spPr>
        <a:xfrm>
          <a:off x="3257270" y="2119579"/>
          <a:ext cx="1784908" cy="2528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216" tIns="0" rIns="0" bIns="0" numCol="1" spcCol="1270" anchor="t" anchorCtr="0">
          <a:noAutofit/>
        </a:bodyPr>
        <a:lstStyle/>
        <a:p>
          <a:pPr marL="0" lvl="0" indent="0" algn="l" defTabSz="1422400">
            <a:lnSpc>
              <a:spcPct val="90000"/>
            </a:lnSpc>
            <a:spcBef>
              <a:spcPct val="0"/>
            </a:spcBef>
            <a:spcAft>
              <a:spcPct val="35000"/>
            </a:spcAft>
            <a:buNone/>
          </a:pPr>
          <a:r>
            <a:rPr lang="en-US" sz="3200" kern="1200" dirty="0">
              <a:solidFill>
                <a:srgbClr val="002060"/>
              </a:solidFill>
            </a:rPr>
            <a:t>1972</a:t>
          </a:r>
          <a:br>
            <a:rPr lang="en-US" sz="3200" kern="1200" dirty="0"/>
          </a:br>
          <a:r>
            <a:rPr lang="en-US" sz="3200" kern="1200" dirty="0"/>
            <a:t>UNIX released</a:t>
          </a:r>
        </a:p>
      </dsp:txBody>
      <dsp:txXfrm>
        <a:off x="3257270" y="2119579"/>
        <a:ext cx="1784908" cy="2528620"/>
      </dsp:txXfrm>
    </dsp:sp>
    <dsp:sp modelId="{09477F6A-C3ED-445B-91EE-74130F63B362}">
      <dsp:nvSpPr>
        <dsp:cNvPr id="0" name=""/>
        <dsp:cNvSpPr/>
      </dsp:nvSpPr>
      <dsp:spPr>
        <a:xfrm>
          <a:off x="5135143" y="1175994"/>
          <a:ext cx="483412" cy="48341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835B7D-6087-4F13-A3E3-001FE9B21933}">
      <dsp:nvSpPr>
        <dsp:cNvPr id="0" name=""/>
        <dsp:cNvSpPr/>
      </dsp:nvSpPr>
      <dsp:spPr>
        <a:xfrm>
          <a:off x="5376849" y="1417700"/>
          <a:ext cx="1784908" cy="3230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150" tIns="0" rIns="0" bIns="0" numCol="1" spcCol="1270" anchor="t" anchorCtr="0">
          <a:noAutofit/>
        </a:bodyPr>
        <a:lstStyle/>
        <a:p>
          <a:pPr marL="0" lvl="0" indent="0" algn="l" defTabSz="1422400">
            <a:lnSpc>
              <a:spcPct val="90000"/>
            </a:lnSpc>
            <a:spcBef>
              <a:spcPct val="0"/>
            </a:spcBef>
            <a:spcAft>
              <a:spcPct val="35000"/>
            </a:spcAft>
            <a:buNone/>
          </a:pPr>
          <a:r>
            <a:rPr lang="en-US" sz="3200" kern="1200" dirty="0">
              <a:solidFill>
                <a:srgbClr val="002060"/>
              </a:solidFill>
            </a:rPr>
            <a:t>1983</a:t>
          </a:r>
          <a:br>
            <a:rPr lang="en-US" sz="3200" kern="1200" dirty="0">
              <a:solidFill>
                <a:srgbClr val="002060"/>
              </a:solidFill>
            </a:rPr>
          </a:br>
          <a:r>
            <a:rPr lang="en-US" sz="3200" kern="1200" dirty="0"/>
            <a:t>GNU</a:t>
          </a:r>
        </a:p>
      </dsp:txBody>
      <dsp:txXfrm>
        <a:off x="5376849" y="1417700"/>
        <a:ext cx="1784908" cy="32304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D09D50-2174-410A-88CF-86E450D2135A}">
      <dsp:nvSpPr>
        <dsp:cNvPr id="0" name=""/>
        <dsp:cNvSpPr/>
      </dsp:nvSpPr>
      <dsp:spPr>
        <a:xfrm>
          <a:off x="431164" y="0"/>
          <a:ext cx="7437120" cy="46482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B6418E-A8A4-43FD-8BAE-1CB70EFD9090}">
      <dsp:nvSpPr>
        <dsp:cNvPr id="0" name=""/>
        <dsp:cNvSpPr/>
      </dsp:nvSpPr>
      <dsp:spPr>
        <a:xfrm>
          <a:off x="1375679" y="3208187"/>
          <a:ext cx="193365" cy="1933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5A4E7E-E18F-4A3C-A562-AC6CFA1430EA}">
      <dsp:nvSpPr>
        <dsp:cNvPr id="0" name=""/>
        <dsp:cNvSpPr/>
      </dsp:nvSpPr>
      <dsp:spPr>
        <a:xfrm>
          <a:off x="1472361" y="3304870"/>
          <a:ext cx="1732848" cy="134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460" tIns="0" rIns="0" bIns="0" numCol="1" spcCol="1270" anchor="t" anchorCtr="0">
          <a:noAutofit/>
        </a:bodyPr>
        <a:lstStyle/>
        <a:p>
          <a:pPr marL="0" lvl="0" indent="0" algn="l" defTabSz="1422400">
            <a:lnSpc>
              <a:spcPct val="90000"/>
            </a:lnSpc>
            <a:spcBef>
              <a:spcPct val="0"/>
            </a:spcBef>
            <a:spcAft>
              <a:spcPct val="35000"/>
            </a:spcAft>
            <a:buNone/>
          </a:pPr>
          <a:r>
            <a:rPr lang="en-US" sz="3200" kern="1200" dirty="0">
              <a:solidFill>
                <a:srgbClr val="002060"/>
              </a:solidFill>
            </a:rPr>
            <a:t>1987</a:t>
          </a:r>
          <a:br>
            <a:rPr lang="en-US" sz="3200" kern="1200" dirty="0">
              <a:solidFill>
                <a:srgbClr val="002060"/>
              </a:solidFill>
            </a:rPr>
          </a:br>
          <a:r>
            <a:rPr lang="en-US" sz="3200" kern="1200" dirty="0"/>
            <a:t>Minix</a:t>
          </a:r>
        </a:p>
      </dsp:txBody>
      <dsp:txXfrm>
        <a:off x="1472361" y="3304870"/>
        <a:ext cx="1732848" cy="1343329"/>
      </dsp:txXfrm>
    </dsp:sp>
    <dsp:sp modelId="{53A73D59-C164-4E02-86CE-286DD62D7B4F}">
      <dsp:nvSpPr>
        <dsp:cNvPr id="0" name=""/>
        <dsp:cNvSpPr/>
      </dsp:nvSpPr>
      <dsp:spPr>
        <a:xfrm>
          <a:off x="3082498" y="1944806"/>
          <a:ext cx="349544" cy="34954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58BC59-162B-4535-B262-E37B43C03B51}">
      <dsp:nvSpPr>
        <dsp:cNvPr id="0" name=""/>
        <dsp:cNvSpPr/>
      </dsp:nvSpPr>
      <dsp:spPr>
        <a:xfrm>
          <a:off x="3257270" y="2119579"/>
          <a:ext cx="1784908" cy="2528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216" tIns="0" rIns="0" bIns="0" numCol="1" spcCol="1270" anchor="t" anchorCtr="0">
          <a:noAutofit/>
        </a:bodyPr>
        <a:lstStyle/>
        <a:p>
          <a:pPr marL="0" lvl="0" indent="0" algn="l" defTabSz="1422400">
            <a:lnSpc>
              <a:spcPct val="90000"/>
            </a:lnSpc>
            <a:spcBef>
              <a:spcPct val="0"/>
            </a:spcBef>
            <a:spcAft>
              <a:spcPct val="35000"/>
            </a:spcAft>
            <a:buNone/>
          </a:pPr>
          <a:r>
            <a:rPr lang="en-US" sz="3200" kern="1200" dirty="0">
              <a:solidFill>
                <a:srgbClr val="002060"/>
              </a:solidFill>
            </a:rPr>
            <a:t>1991</a:t>
          </a:r>
          <a:br>
            <a:rPr lang="en-US" sz="3200" kern="1200" dirty="0"/>
          </a:br>
          <a:r>
            <a:rPr lang="en-US" sz="3200" kern="1200" dirty="0"/>
            <a:t>Linux</a:t>
          </a:r>
        </a:p>
      </dsp:txBody>
      <dsp:txXfrm>
        <a:off x="3257270" y="2119579"/>
        <a:ext cx="1784908" cy="2528620"/>
      </dsp:txXfrm>
    </dsp:sp>
    <dsp:sp modelId="{09477F6A-C3ED-445B-91EE-74130F63B362}">
      <dsp:nvSpPr>
        <dsp:cNvPr id="0" name=""/>
        <dsp:cNvSpPr/>
      </dsp:nvSpPr>
      <dsp:spPr>
        <a:xfrm>
          <a:off x="5135143" y="1175994"/>
          <a:ext cx="483412" cy="48341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835B7D-6087-4F13-A3E3-001FE9B21933}">
      <dsp:nvSpPr>
        <dsp:cNvPr id="0" name=""/>
        <dsp:cNvSpPr/>
      </dsp:nvSpPr>
      <dsp:spPr>
        <a:xfrm>
          <a:off x="5376849" y="1417700"/>
          <a:ext cx="1784908" cy="3230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150" tIns="0" rIns="0" bIns="0" numCol="1" spcCol="1270" anchor="t" anchorCtr="0">
          <a:noAutofit/>
        </a:bodyPr>
        <a:lstStyle/>
        <a:p>
          <a:pPr marL="0" lvl="0" indent="0" algn="l" defTabSz="1200150">
            <a:lnSpc>
              <a:spcPct val="90000"/>
            </a:lnSpc>
            <a:spcBef>
              <a:spcPct val="0"/>
            </a:spcBef>
            <a:spcAft>
              <a:spcPct val="35000"/>
            </a:spcAft>
            <a:buNone/>
          </a:pPr>
          <a:r>
            <a:rPr lang="en-US" sz="2700" kern="1200" dirty="0">
              <a:solidFill>
                <a:srgbClr val="002060"/>
              </a:solidFill>
            </a:rPr>
            <a:t>2017</a:t>
          </a:r>
        </a:p>
        <a:p>
          <a:pPr marL="0" lvl="0" indent="0" algn="l" defTabSz="1200150">
            <a:lnSpc>
              <a:spcPct val="90000"/>
            </a:lnSpc>
            <a:spcBef>
              <a:spcPct val="0"/>
            </a:spcBef>
            <a:spcAft>
              <a:spcPct val="35000"/>
            </a:spcAft>
            <a:buNone/>
          </a:pPr>
          <a:r>
            <a:rPr lang="en-US" sz="2700" kern="1200" dirty="0"/>
            <a:t>Hundreds of Linux distros</a:t>
          </a:r>
        </a:p>
      </dsp:txBody>
      <dsp:txXfrm>
        <a:off x="5376849" y="1417700"/>
        <a:ext cx="1784908" cy="32304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46A3D7-5826-4D8C-A7E0-A51170B17AF6}">
      <dsp:nvSpPr>
        <dsp:cNvPr id="0" name=""/>
        <dsp:cNvSpPr/>
      </dsp:nvSpPr>
      <dsp:spPr>
        <a:xfrm>
          <a:off x="0" y="419339"/>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024191-F21B-4384-AA70-0983881A4322}">
      <dsp:nvSpPr>
        <dsp:cNvPr id="0" name=""/>
        <dsp:cNvSpPr/>
      </dsp:nvSpPr>
      <dsp:spPr>
        <a:xfrm>
          <a:off x="414972" y="35579"/>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Bourne shell (sh)</a:t>
          </a:r>
        </a:p>
      </dsp:txBody>
      <dsp:txXfrm>
        <a:off x="452439" y="73046"/>
        <a:ext cx="5734681" cy="692586"/>
      </dsp:txXfrm>
    </dsp:sp>
    <dsp:sp modelId="{85AD51B1-9D7C-4BB5-858F-D6AAF3FDD564}">
      <dsp:nvSpPr>
        <dsp:cNvPr id="0" name=""/>
        <dsp:cNvSpPr/>
      </dsp:nvSpPr>
      <dsp:spPr>
        <a:xfrm>
          <a:off x="0" y="1598699"/>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B317B13-F155-4B54-A0E7-D6FAAA6BD904}">
      <dsp:nvSpPr>
        <dsp:cNvPr id="0" name=""/>
        <dsp:cNvSpPr/>
      </dsp:nvSpPr>
      <dsp:spPr>
        <a:xfrm>
          <a:off x="414972" y="1214939"/>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Bourne-again shell (Bash)</a:t>
          </a:r>
        </a:p>
      </dsp:txBody>
      <dsp:txXfrm>
        <a:off x="452439" y="1252406"/>
        <a:ext cx="5734681" cy="692586"/>
      </dsp:txXfrm>
    </dsp:sp>
    <dsp:sp modelId="{0F543C07-58A0-4CD5-8F6B-66A99DB2A7D9}">
      <dsp:nvSpPr>
        <dsp:cNvPr id="0" name=""/>
        <dsp:cNvSpPr/>
      </dsp:nvSpPr>
      <dsp:spPr>
        <a:xfrm>
          <a:off x="0" y="2778059"/>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F2ECFA-2457-4030-A42C-38452E31F940}">
      <dsp:nvSpPr>
        <dsp:cNvPr id="0" name=""/>
        <dsp:cNvSpPr/>
      </dsp:nvSpPr>
      <dsp:spPr>
        <a:xfrm>
          <a:off x="414972" y="2394299"/>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C shell (csh)</a:t>
          </a:r>
        </a:p>
      </dsp:txBody>
      <dsp:txXfrm>
        <a:off x="452439" y="2431766"/>
        <a:ext cx="5734681" cy="692586"/>
      </dsp:txXfrm>
    </dsp:sp>
    <dsp:sp modelId="{2F7614BA-EB49-464C-A582-B55EAFC83069}">
      <dsp:nvSpPr>
        <dsp:cNvPr id="0" name=""/>
        <dsp:cNvSpPr/>
      </dsp:nvSpPr>
      <dsp:spPr>
        <a:xfrm>
          <a:off x="0" y="3957420"/>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BAF28F-CEA2-41FB-B8F3-1EC939F5EACB}">
      <dsp:nvSpPr>
        <dsp:cNvPr id="0" name=""/>
        <dsp:cNvSpPr/>
      </dsp:nvSpPr>
      <dsp:spPr>
        <a:xfrm>
          <a:off x="414972" y="3573660"/>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Korn shell (ksh)</a:t>
          </a:r>
        </a:p>
      </dsp:txBody>
      <dsp:txXfrm>
        <a:off x="452439" y="3611127"/>
        <a:ext cx="5734681" cy="692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3DA1CB-B79C-44CC-9F73-FE7992BABAA0}">
      <dsp:nvSpPr>
        <dsp:cNvPr id="0" name=""/>
        <dsp:cNvSpPr/>
      </dsp:nvSpPr>
      <dsp:spPr>
        <a:xfrm>
          <a:off x="0" y="3668457"/>
          <a:ext cx="8299450" cy="120406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dirty="0"/>
            <a:t>Kernel</a:t>
          </a:r>
        </a:p>
      </dsp:txBody>
      <dsp:txXfrm>
        <a:off x="0" y="3668457"/>
        <a:ext cx="8299450" cy="650197"/>
      </dsp:txXfrm>
    </dsp:sp>
    <dsp:sp modelId="{E872E2CB-6E3E-470F-BEB3-6A8FC22E54C9}">
      <dsp:nvSpPr>
        <dsp:cNvPr id="0" name=""/>
        <dsp:cNvSpPr/>
      </dsp:nvSpPr>
      <dsp:spPr>
        <a:xfrm>
          <a:off x="0" y="4294573"/>
          <a:ext cx="4149725" cy="55387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dirty="0"/>
            <a:t>Initializes devices</a:t>
          </a:r>
        </a:p>
      </dsp:txBody>
      <dsp:txXfrm>
        <a:off x="0" y="4294573"/>
        <a:ext cx="4149725" cy="553871"/>
      </dsp:txXfrm>
    </dsp:sp>
    <dsp:sp modelId="{8F0D700C-5264-47E3-9D84-02589378F9D2}">
      <dsp:nvSpPr>
        <dsp:cNvPr id="0" name=""/>
        <dsp:cNvSpPr/>
      </dsp:nvSpPr>
      <dsp:spPr>
        <a:xfrm>
          <a:off x="4149725" y="4294573"/>
          <a:ext cx="4149725" cy="55387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dirty="0"/>
            <a:t>Real mode to protected mode</a:t>
          </a:r>
        </a:p>
      </dsp:txBody>
      <dsp:txXfrm>
        <a:off x="4149725" y="4294573"/>
        <a:ext cx="4149725" cy="553871"/>
      </dsp:txXfrm>
    </dsp:sp>
    <dsp:sp modelId="{262BABDF-4E9E-49F4-8913-6DBEFA711F1A}">
      <dsp:nvSpPr>
        <dsp:cNvPr id="0" name=""/>
        <dsp:cNvSpPr/>
      </dsp:nvSpPr>
      <dsp:spPr>
        <a:xfrm rot="10800000">
          <a:off x="0" y="1834659"/>
          <a:ext cx="8299450" cy="1851858"/>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dirty="0"/>
            <a:t>MBR</a:t>
          </a:r>
        </a:p>
      </dsp:txBody>
      <dsp:txXfrm rot="-10800000">
        <a:off x="0" y="1834659"/>
        <a:ext cx="8299450" cy="650002"/>
      </dsp:txXfrm>
    </dsp:sp>
    <dsp:sp modelId="{44EAF517-C749-4FDB-B982-FF78833D4893}">
      <dsp:nvSpPr>
        <dsp:cNvPr id="0" name=""/>
        <dsp:cNvSpPr/>
      </dsp:nvSpPr>
      <dsp:spPr>
        <a:xfrm>
          <a:off x="0" y="2484661"/>
          <a:ext cx="4149725" cy="55370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dirty="0"/>
            <a:t>GRUB</a:t>
          </a:r>
        </a:p>
      </dsp:txBody>
      <dsp:txXfrm>
        <a:off x="0" y="2484661"/>
        <a:ext cx="4149725" cy="553705"/>
      </dsp:txXfrm>
    </dsp:sp>
    <dsp:sp modelId="{ED369BAA-8DD2-4A85-929D-66669E1C468E}">
      <dsp:nvSpPr>
        <dsp:cNvPr id="0" name=""/>
        <dsp:cNvSpPr/>
      </dsp:nvSpPr>
      <dsp:spPr>
        <a:xfrm>
          <a:off x="4149725" y="2484661"/>
          <a:ext cx="4149725" cy="55370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dirty="0"/>
            <a:t>LILO</a:t>
          </a:r>
        </a:p>
      </dsp:txBody>
      <dsp:txXfrm>
        <a:off x="4149725" y="2484661"/>
        <a:ext cx="4149725" cy="553705"/>
      </dsp:txXfrm>
    </dsp:sp>
    <dsp:sp modelId="{7DB88E87-DAD1-4163-A3B0-529804664326}">
      <dsp:nvSpPr>
        <dsp:cNvPr id="0" name=""/>
        <dsp:cNvSpPr/>
      </dsp:nvSpPr>
      <dsp:spPr>
        <a:xfrm rot="10800000">
          <a:off x="0" y="861"/>
          <a:ext cx="8299450" cy="1851858"/>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dirty="0"/>
            <a:t>BIOS</a:t>
          </a:r>
        </a:p>
      </dsp:txBody>
      <dsp:txXfrm rot="-10800000">
        <a:off x="0" y="861"/>
        <a:ext cx="8299450" cy="650002"/>
      </dsp:txXfrm>
    </dsp:sp>
    <dsp:sp modelId="{66B2E14B-A03C-450D-800E-C4E5CEC8BEC7}">
      <dsp:nvSpPr>
        <dsp:cNvPr id="0" name=""/>
        <dsp:cNvSpPr/>
      </dsp:nvSpPr>
      <dsp:spPr>
        <a:xfrm>
          <a:off x="0" y="650863"/>
          <a:ext cx="8299450" cy="55370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dirty="0"/>
            <a:t>POST</a:t>
          </a:r>
        </a:p>
      </dsp:txBody>
      <dsp:txXfrm>
        <a:off x="0" y="650863"/>
        <a:ext cx="8299450" cy="5537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EBB8F-4AB5-45F8-8C5C-633EDEDF417B}">
      <dsp:nvSpPr>
        <dsp:cNvPr id="0" name=""/>
        <dsp:cNvSpPr/>
      </dsp:nvSpPr>
      <dsp:spPr>
        <a:xfrm>
          <a:off x="0" y="2067523"/>
          <a:ext cx="8299450" cy="13565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dirty="0"/>
            <a:t>Runlevels</a:t>
          </a:r>
        </a:p>
      </dsp:txBody>
      <dsp:txXfrm>
        <a:off x="0" y="2067523"/>
        <a:ext cx="8299450" cy="732520"/>
      </dsp:txXfrm>
    </dsp:sp>
    <dsp:sp modelId="{05F4F7CD-15D4-4EEC-8CFB-33DF951BB0A1}">
      <dsp:nvSpPr>
        <dsp:cNvPr id="0" name=""/>
        <dsp:cNvSpPr/>
      </dsp:nvSpPr>
      <dsp:spPr>
        <a:xfrm>
          <a:off x="0" y="2772913"/>
          <a:ext cx="4149725" cy="62399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endParaRPr lang="en-US" sz="2600" kern="1200" dirty="0"/>
        </a:p>
      </dsp:txBody>
      <dsp:txXfrm>
        <a:off x="0" y="2772913"/>
        <a:ext cx="4149725" cy="623998"/>
      </dsp:txXfrm>
    </dsp:sp>
    <dsp:sp modelId="{4E929DFD-7511-4C72-9BB7-64615A438699}">
      <dsp:nvSpPr>
        <dsp:cNvPr id="0" name=""/>
        <dsp:cNvSpPr/>
      </dsp:nvSpPr>
      <dsp:spPr>
        <a:xfrm>
          <a:off x="4149725" y="2772913"/>
          <a:ext cx="4149725" cy="62399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endParaRPr lang="en-US" sz="2600" kern="1200" dirty="0"/>
        </a:p>
      </dsp:txBody>
      <dsp:txXfrm>
        <a:off x="4149725" y="2772913"/>
        <a:ext cx="4149725" cy="623998"/>
      </dsp:txXfrm>
    </dsp:sp>
    <dsp:sp modelId="{7DB88E87-DAD1-4163-A3B0-529804664326}">
      <dsp:nvSpPr>
        <dsp:cNvPr id="0" name=""/>
        <dsp:cNvSpPr/>
      </dsp:nvSpPr>
      <dsp:spPr>
        <a:xfrm rot="10800000">
          <a:off x="0" y="1544"/>
          <a:ext cx="8299450" cy="208632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a:t>INIT</a:t>
          </a:r>
          <a:endParaRPr lang="en-US" sz="3200" kern="1200" dirty="0"/>
        </a:p>
      </dsp:txBody>
      <dsp:txXfrm rot="-10800000">
        <a:off x="0" y="1544"/>
        <a:ext cx="8299450" cy="732300"/>
      </dsp:txXfrm>
    </dsp:sp>
    <dsp:sp modelId="{66B2E14B-A03C-450D-800E-C4E5CEC8BEC7}">
      <dsp:nvSpPr>
        <dsp:cNvPr id="0" name=""/>
        <dsp:cNvSpPr/>
      </dsp:nvSpPr>
      <dsp:spPr>
        <a:xfrm>
          <a:off x="0" y="718468"/>
          <a:ext cx="8299450" cy="62381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endParaRPr lang="en-US" sz="2600" kern="1200" dirty="0"/>
        </a:p>
      </dsp:txBody>
      <dsp:txXfrm>
        <a:off x="0" y="718468"/>
        <a:ext cx="8299450" cy="62381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F73DC-D25B-42B5-B385-E63985EEFDBD}">
      <dsp:nvSpPr>
        <dsp:cNvPr id="0" name=""/>
        <dsp:cNvSpPr/>
      </dsp:nvSpPr>
      <dsp:spPr>
        <a:xfrm>
          <a:off x="2356" y="381442"/>
          <a:ext cx="1869762" cy="11218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label</a:t>
          </a:r>
        </a:p>
      </dsp:txBody>
      <dsp:txXfrm>
        <a:off x="2356" y="381442"/>
        <a:ext cx="1869762" cy="1121857"/>
      </dsp:txXfrm>
    </dsp:sp>
    <dsp:sp modelId="{9A04F21C-91B6-45F4-84C5-677943B2224E}">
      <dsp:nvSpPr>
        <dsp:cNvPr id="0" name=""/>
        <dsp:cNvSpPr/>
      </dsp:nvSpPr>
      <dsp:spPr>
        <a:xfrm>
          <a:off x="2059095" y="381442"/>
          <a:ext cx="1869762" cy="11218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run_level</a:t>
          </a:r>
        </a:p>
      </dsp:txBody>
      <dsp:txXfrm>
        <a:off x="2059095" y="381442"/>
        <a:ext cx="1869762" cy="1121857"/>
      </dsp:txXfrm>
    </dsp:sp>
    <dsp:sp modelId="{A5283044-165F-45EF-BDFE-D0386BF016EB}">
      <dsp:nvSpPr>
        <dsp:cNvPr id="0" name=""/>
        <dsp:cNvSpPr/>
      </dsp:nvSpPr>
      <dsp:spPr>
        <a:xfrm>
          <a:off x="4115834" y="381442"/>
          <a:ext cx="1869762" cy="11218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action:a</a:t>
          </a:r>
        </a:p>
      </dsp:txBody>
      <dsp:txXfrm>
        <a:off x="4115834" y="381442"/>
        <a:ext cx="1869762" cy="1121857"/>
      </dsp:txXfrm>
    </dsp:sp>
    <dsp:sp modelId="{D024D308-D9AE-4512-9F27-54A35859F6D5}">
      <dsp:nvSpPr>
        <dsp:cNvPr id="0" name=""/>
        <dsp:cNvSpPr/>
      </dsp:nvSpPr>
      <dsp:spPr>
        <a:xfrm>
          <a:off x="6172572" y="381442"/>
          <a:ext cx="1869762" cy="11218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process</a:t>
          </a:r>
        </a:p>
      </dsp:txBody>
      <dsp:txXfrm>
        <a:off x="6172572" y="381442"/>
        <a:ext cx="1869762" cy="1121857"/>
      </dsp:txXfrm>
    </dsp:sp>
    <dsp:sp modelId="{75044879-81E4-44CD-92FB-CEE0CC42EACC}">
      <dsp:nvSpPr>
        <dsp:cNvPr id="0" name=""/>
        <dsp:cNvSpPr/>
      </dsp:nvSpPr>
      <dsp:spPr>
        <a:xfrm>
          <a:off x="2356" y="1690276"/>
          <a:ext cx="1869762" cy="11218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boot</a:t>
          </a:r>
        </a:p>
      </dsp:txBody>
      <dsp:txXfrm>
        <a:off x="2356" y="1690276"/>
        <a:ext cx="1869762" cy="1121857"/>
      </dsp:txXfrm>
    </dsp:sp>
    <dsp:sp modelId="{F1E50ECF-D5A0-4BFB-A27B-6743A8FEA167}">
      <dsp:nvSpPr>
        <dsp:cNvPr id="0" name=""/>
        <dsp:cNvSpPr/>
      </dsp:nvSpPr>
      <dsp:spPr>
        <a:xfrm>
          <a:off x="2059095" y="1690276"/>
          <a:ext cx="1869762" cy="11218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bootwait</a:t>
          </a:r>
        </a:p>
      </dsp:txBody>
      <dsp:txXfrm>
        <a:off x="2059095" y="1690276"/>
        <a:ext cx="1869762" cy="1121857"/>
      </dsp:txXfrm>
    </dsp:sp>
    <dsp:sp modelId="{A068CA03-F449-4B8E-83B9-F2AF4C56E35A}">
      <dsp:nvSpPr>
        <dsp:cNvPr id="0" name=""/>
        <dsp:cNvSpPr/>
      </dsp:nvSpPr>
      <dsp:spPr>
        <a:xfrm>
          <a:off x="4115834" y="1690276"/>
          <a:ext cx="1869762" cy="11218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initdefault</a:t>
          </a:r>
          <a:endParaRPr lang="en-US" sz="3000" kern="1200" dirty="0"/>
        </a:p>
      </dsp:txBody>
      <dsp:txXfrm>
        <a:off x="4115834" y="1690276"/>
        <a:ext cx="1869762" cy="1121857"/>
      </dsp:txXfrm>
    </dsp:sp>
    <dsp:sp modelId="{154D7AEC-EFF2-4730-B4B9-8F0C41DB915C}">
      <dsp:nvSpPr>
        <dsp:cNvPr id="0" name=""/>
        <dsp:cNvSpPr/>
      </dsp:nvSpPr>
      <dsp:spPr>
        <a:xfrm>
          <a:off x="6172572" y="1690276"/>
          <a:ext cx="1869762" cy="11218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sysinit</a:t>
          </a:r>
        </a:p>
      </dsp:txBody>
      <dsp:txXfrm>
        <a:off x="6172572" y="1690276"/>
        <a:ext cx="1869762" cy="11218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051078-F86C-4FC1-86C3-88066F7BD670}">
      <dsp:nvSpPr>
        <dsp:cNvPr id="0" name=""/>
        <dsp:cNvSpPr/>
      </dsp:nvSpPr>
      <dsp:spPr>
        <a:xfrm>
          <a:off x="0" y="0"/>
          <a:ext cx="7054532" cy="1394460"/>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Move system to single-user mode</a:t>
          </a:r>
        </a:p>
      </dsp:txBody>
      <dsp:txXfrm>
        <a:off x="40842" y="40842"/>
        <a:ext cx="5549802" cy="1312776"/>
      </dsp:txXfrm>
    </dsp:sp>
    <dsp:sp modelId="{92BF9E86-3F34-4C47-9CAC-B812F091DB57}">
      <dsp:nvSpPr>
        <dsp:cNvPr id="0" name=""/>
        <dsp:cNvSpPr/>
      </dsp:nvSpPr>
      <dsp:spPr>
        <a:xfrm>
          <a:off x="622458" y="1626869"/>
          <a:ext cx="7054532" cy="1394460"/>
        </a:xfrm>
        <a:prstGeom prst="roundRect">
          <a:avLst>
            <a:gd name="adj" fmla="val 10000"/>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Use </a:t>
          </a:r>
          <a:r>
            <a:rPr lang="en-US" sz="2300" kern="1200" dirty="0">
              <a:latin typeface="Courier New" pitchFamily="49" charset="0"/>
              <a:cs typeface="Courier New" pitchFamily="49" charset="0"/>
            </a:rPr>
            <a:t>grep </a:t>
          </a:r>
          <a:r>
            <a:rPr lang="en-US" sz="2300" kern="1200" dirty="0"/>
            <a:t>or similar command</a:t>
          </a:r>
        </a:p>
        <a:p>
          <a:pPr marL="0" lvl="0" indent="0" algn="l" defTabSz="1022350">
            <a:lnSpc>
              <a:spcPct val="90000"/>
            </a:lnSpc>
            <a:spcBef>
              <a:spcPct val="0"/>
            </a:spcBef>
            <a:spcAft>
              <a:spcPct val="35000"/>
            </a:spcAft>
            <a:buNone/>
          </a:pPr>
          <a:r>
            <a:rPr lang="en-US" sz="2300" kern="1200" dirty="0"/>
            <a:t>Example: </a:t>
          </a:r>
          <a:r>
            <a:rPr lang="en-US" sz="2300" kern="1200" dirty="0">
              <a:latin typeface="Courier New" pitchFamily="49" charset="0"/>
              <a:cs typeface="Courier New" pitchFamily="49" charset="0"/>
            </a:rPr>
            <a:t>grep -b ‘search-text’ /dev/partition &gt; file.txt</a:t>
          </a:r>
        </a:p>
      </dsp:txBody>
      <dsp:txXfrm>
        <a:off x="663300" y="1667711"/>
        <a:ext cx="5443990" cy="1312776"/>
      </dsp:txXfrm>
    </dsp:sp>
    <dsp:sp modelId="{69D3FFC0-B42A-4CAC-95B4-C2353FEAAF84}">
      <dsp:nvSpPr>
        <dsp:cNvPr id="0" name=""/>
        <dsp:cNvSpPr/>
      </dsp:nvSpPr>
      <dsp:spPr>
        <a:xfrm>
          <a:off x="1244917" y="3253739"/>
          <a:ext cx="7054532" cy="1394460"/>
        </a:xfrm>
        <a:prstGeom prst="roundRect">
          <a:avLst>
            <a:gd name="adj" fmla="val 10000"/>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Use command-line editor to view file</a:t>
          </a:r>
        </a:p>
      </dsp:txBody>
      <dsp:txXfrm>
        <a:off x="1285759" y="3294581"/>
        <a:ext cx="5443990" cy="1312776"/>
      </dsp:txXfrm>
    </dsp:sp>
    <dsp:sp modelId="{75B7EE70-3597-4FA8-B017-C6A8F51BC81D}">
      <dsp:nvSpPr>
        <dsp:cNvPr id="0" name=""/>
        <dsp:cNvSpPr/>
      </dsp:nvSpPr>
      <dsp:spPr>
        <a:xfrm>
          <a:off x="6148133" y="1057465"/>
          <a:ext cx="906399" cy="906399"/>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352073" y="1057465"/>
        <a:ext cx="498519" cy="682065"/>
      </dsp:txXfrm>
    </dsp:sp>
    <dsp:sp modelId="{A489BE5D-839D-48B7-94F5-C2BE3BDFF49E}">
      <dsp:nvSpPr>
        <dsp:cNvPr id="0" name=""/>
        <dsp:cNvSpPr/>
      </dsp:nvSpPr>
      <dsp:spPr>
        <a:xfrm>
          <a:off x="6770592" y="2675039"/>
          <a:ext cx="906399" cy="906399"/>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974532" y="2675039"/>
        <a:ext cx="498519" cy="682065"/>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56A81824-3A0A-4449-B277-4C4EF2C82C98}" type="datetime1">
              <a:rPr lang="en-US"/>
              <a:pPr>
                <a:defRPr/>
              </a:pPr>
              <a:t>8/1/2022</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17C39099-B8B4-4332-AC94-4BC40256434E}" type="slidenum">
              <a:rPr lang="en-US"/>
              <a:pPr>
                <a:defRPr/>
              </a:pPr>
              <a:t>‹#›</a:t>
            </a:fld>
            <a:endParaRPr lang="en-US" dirty="0"/>
          </a:p>
        </p:txBody>
      </p:sp>
    </p:spTree>
    <p:extLst>
      <p:ext uri="{BB962C8B-B14F-4D97-AF65-F5344CB8AC3E}">
        <p14:creationId xmlns:p14="http://schemas.microsoft.com/office/powerpoint/2010/main" val="28659679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1BABA6E0-89E4-429A-81B3-821B55B4E3D8}" type="datetime1">
              <a:rPr lang="en-US"/>
              <a:pPr>
                <a:defRPr/>
              </a:pPr>
              <a:t>8/1/2022</a:t>
            </a:fld>
            <a:endParaRPr lang="en-US" dirty="0"/>
          </a:p>
        </p:txBody>
      </p:sp>
      <p:sp>
        <p:nvSpPr>
          <p:cNvPr id="2867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059EE265-D607-49AA-A1E4-38CADC22C3FF}" type="slidenum">
              <a:rPr lang="en-US"/>
              <a:pPr>
                <a:defRPr/>
              </a:pPr>
              <a:t>‹#›</a:t>
            </a:fld>
            <a:endParaRPr lang="en-US" dirty="0"/>
          </a:p>
        </p:txBody>
      </p:sp>
    </p:spTree>
    <p:extLst>
      <p:ext uri="{BB962C8B-B14F-4D97-AF65-F5344CB8AC3E}">
        <p14:creationId xmlns:p14="http://schemas.microsoft.com/office/powerpoint/2010/main" val="172363315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30275"/>
            <a:fld id="{0B8C3F24-A87F-48D9-9CF8-C10D302E2D23}" type="slidenum">
              <a:rPr lang="en-US" smtClean="0">
                <a:ea typeface="MS PGothic" pitchFamily="34" charset="-128"/>
              </a:rPr>
              <a:pPr defTabSz="930275"/>
              <a:t>1</a:t>
            </a:fld>
            <a:endParaRPr lang="en-US" dirty="0">
              <a:ea typeface="MS PGothic" pitchFamily="34"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951815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2010289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2720380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1969: UNIX created at Bell Laboratories</a:t>
            </a:r>
          </a:p>
          <a:p>
            <a:r>
              <a:rPr lang="en-US" dirty="0"/>
              <a:t>1972: UNIX operating system released</a:t>
            </a:r>
          </a:p>
          <a:p>
            <a:r>
              <a:rPr lang="en-US" dirty="0"/>
              <a:t>1983: Richard Stallman creates GNU (GNU’s Not UNIX</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4</a:t>
            </a:fld>
            <a:endParaRPr lang="en-US" dirty="0"/>
          </a:p>
        </p:txBody>
      </p:sp>
    </p:spTree>
    <p:extLst>
      <p:ext uri="{BB962C8B-B14F-4D97-AF65-F5344CB8AC3E}">
        <p14:creationId xmlns:p14="http://schemas.microsoft.com/office/powerpoint/2010/main" val="2293616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1987: Andrew S. Tanenbaum creates Minix, another UNIX variant</a:t>
            </a:r>
          </a:p>
          <a:p>
            <a:r>
              <a:rPr lang="en-US" dirty="0"/>
              <a:t>1991:</a:t>
            </a:r>
            <a:r>
              <a:rPr lang="en-US" baseline="0" dirty="0"/>
              <a:t> Linus Torvalds begins creating Linux</a:t>
            </a:r>
          </a:p>
          <a:p>
            <a:r>
              <a:rPr lang="en-US" dirty="0"/>
              <a:t>2017: Hundreds of Linux distributions are available</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5</a:t>
            </a:fld>
            <a:endParaRPr lang="en-US" dirty="0"/>
          </a:p>
        </p:txBody>
      </p:sp>
    </p:spTree>
    <p:extLst>
      <p:ext uri="{BB962C8B-B14F-4D97-AF65-F5344CB8AC3E}">
        <p14:creationId xmlns:p14="http://schemas.microsoft.com/office/powerpoint/2010/main" val="727300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Many Linux administrators work entirely in the shell without ever using a graphical user interface (GUI). Linux offers many different shells, such as:</a:t>
            </a:r>
          </a:p>
          <a:p>
            <a:pPr marL="171450" indent="-171450">
              <a:buFont typeface="Arial" pitchFamily="34" charset="0"/>
              <a:buChar char="•"/>
            </a:pPr>
            <a:r>
              <a:rPr lang="en-US" dirty="0"/>
              <a:t>Bourne shell (sh)—This was the original default shell for UNIX. It was first released in 1977.</a:t>
            </a:r>
          </a:p>
          <a:p>
            <a:pPr marL="171450" indent="-171450">
              <a:buFont typeface="Arial" pitchFamily="34" charset="0"/>
              <a:buChar char="•"/>
            </a:pPr>
            <a:r>
              <a:rPr lang="en-US" dirty="0"/>
              <a:t>Bourne-again shell (Bash)—This is the most commonly used shell in Linux. It was released in 1989.</a:t>
            </a:r>
          </a:p>
          <a:p>
            <a:pPr marL="171450" indent="-171450">
              <a:buFont typeface="Arial" pitchFamily="34" charset="0"/>
              <a:buChar char="•"/>
            </a:pPr>
            <a:r>
              <a:rPr lang="en-US" dirty="0"/>
              <a:t>C shell (csh)—This shell derives its name from the fact that it uses very C-like syntax. Linux users who are familiar with C will like this shell. It was first released</a:t>
            </a:r>
            <a:r>
              <a:rPr lang="en-US" baseline="0" dirty="0"/>
              <a:t> </a:t>
            </a:r>
            <a:r>
              <a:rPr lang="en-US" dirty="0"/>
              <a:t>for UNIX in 1978.</a:t>
            </a:r>
          </a:p>
          <a:p>
            <a:pPr marL="171450" indent="-171450">
              <a:buFont typeface="Arial" pitchFamily="34" charset="0"/>
              <a:buChar char="•"/>
            </a:pPr>
            <a:r>
              <a:rPr lang="en-US" dirty="0"/>
              <a:t>Korn shell (ksh)—This is a popular shell developed by David Korn in the 1980s. The Korn shell is meant to be compatible with the Bourne shell, but to also incorporate true programming language capabilities.</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6</a:t>
            </a:fld>
            <a:endParaRPr lang="en-US" dirty="0"/>
          </a:p>
        </p:txBody>
      </p:sp>
    </p:spTree>
    <p:extLst>
      <p:ext uri="{BB962C8B-B14F-4D97-AF65-F5344CB8AC3E}">
        <p14:creationId xmlns:p14="http://schemas.microsoft.com/office/powerpoint/2010/main" val="2834496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7</a:t>
            </a:fld>
            <a:endParaRPr lang="en-US" dirty="0"/>
          </a:p>
        </p:txBody>
      </p:sp>
    </p:spTree>
    <p:extLst>
      <p:ext uri="{BB962C8B-B14F-4D97-AF65-F5344CB8AC3E}">
        <p14:creationId xmlns:p14="http://schemas.microsoft.com/office/powerpoint/2010/main" val="350926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8</a:t>
            </a:fld>
            <a:endParaRPr lang="en-US" dirty="0"/>
          </a:p>
        </p:txBody>
      </p:sp>
    </p:spTree>
    <p:extLst>
      <p:ext uri="{BB962C8B-B14F-4D97-AF65-F5344CB8AC3E}">
        <p14:creationId xmlns:p14="http://schemas.microsoft.com/office/powerpoint/2010/main" val="331881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9</a:t>
            </a:fld>
            <a:endParaRPr lang="en-US" dirty="0"/>
          </a:p>
        </p:txBody>
      </p:sp>
    </p:spTree>
    <p:extLst>
      <p:ext uri="{BB962C8B-B14F-4D97-AF65-F5344CB8AC3E}">
        <p14:creationId xmlns:p14="http://schemas.microsoft.com/office/powerpoint/2010/main" val="3573326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lvl="0"/>
            <a:r>
              <a:rPr lang="en-US" sz="1200" b="1" kern="1200" dirty="0">
                <a:solidFill>
                  <a:schemeClr val="tx1"/>
                </a:solidFill>
                <a:effectLst/>
                <a:latin typeface="Times New Roman" pitchFamily="18" charset="0"/>
                <a:ea typeface="+mn-ea"/>
                <a:cs typeface="+mn-cs"/>
              </a:rPr>
              <a:t>GNU Network Object Model Environment (GNOME)</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Most Linux distributions include GNOME</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Is built on GTK+</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Is a cross-platform toolkit for creating graphical user interfaces</a:t>
            </a:r>
          </a:p>
          <a:p>
            <a:pPr marL="171450" indent="-171450">
              <a:buFont typeface="Arial" pitchFamily="34" charset="0"/>
              <a:buChar char="•"/>
            </a:pPr>
            <a:r>
              <a:rPr lang="en-US" dirty="0"/>
              <a:t>Includes hundreds of free applications, including Inkscape (drawing program), Gimp (paint program),  and Banshee (music and video player)</a:t>
            </a:r>
          </a:p>
          <a:p>
            <a:pPr marL="171450" indent="-171450">
              <a:buFont typeface="Arial" pitchFamily="34" charset="0"/>
              <a:buChar char="•"/>
            </a:pPr>
            <a:r>
              <a:rPr lang="en-US" dirty="0"/>
              <a:t>One of the two most popular GUIs for Linux</a:t>
            </a:r>
          </a:p>
          <a:p>
            <a:pPr marL="171450" indent="-171450">
              <a:buFont typeface="Arial" pitchFamily="34" charset="0"/>
              <a:buChar char="•"/>
            </a:pPr>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10</a:t>
            </a:fld>
            <a:endParaRPr lang="en-US" dirty="0"/>
          </a:p>
        </p:txBody>
      </p:sp>
    </p:spTree>
    <p:extLst>
      <p:ext uri="{BB962C8B-B14F-4D97-AF65-F5344CB8AC3E}">
        <p14:creationId xmlns:p14="http://schemas.microsoft.com/office/powerpoint/2010/main" val="2553789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kern="1200" dirty="0">
                <a:solidFill>
                  <a:schemeClr val="tx1"/>
                </a:solidFill>
                <a:effectLst/>
                <a:latin typeface="Times New Roman" pitchFamily="18" charset="0"/>
                <a:ea typeface="+mn-ea"/>
                <a:cs typeface="+mn-cs"/>
              </a:rPr>
              <a:t>K Desktop Environment (KDE)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kern="1200" dirty="0">
                <a:solidFill>
                  <a:schemeClr val="tx1"/>
                </a:solidFill>
                <a:effectLst/>
                <a:latin typeface="Times New Roman" pitchFamily="18" charset="0"/>
                <a:ea typeface="+mn-ea"/>
                <a:cs typeface="+mn-cs"/>
              </a:rPr>
              <a:t>Most Linux distributions ship with either KDE or GNOME, or both.</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kern="1200" dirty="0">
                <a:solidFill>
                  <a:schemeClr val="tx1"/>
                </a:solidFill>
                <a:effectLst/>
                <a:latin typeface="Times New Roman" pitchFamily="18" charset="0"/>
                <a:ea typeface="+mn-ea"/>
                <a:cs typeface="+mn-cs"/>
              </a:rPr>
              <a:t>Is built on the Qt framework, a multiplatform GUI framework written in C++.</a:t>
            </a:r>
          </a:p>
          <a:p>
            <a:pPr marL="171450" indent="-171450">
              <a:buFont typeface="Arial" panose="020B0604020202020204" pitchFamily="34" charset="0"/>
              <a:buChar char="•"/>
            </a:pPr>
            <a:r>
              <a:rPr lang="en-US" dirty="0"/>
              <a:t>The name KDE was intended as a word play on the Common Desktop Environment (CDE) available for UNIX systems. Today, the K stands for nothing and the acronym stands for K Desktop Environment.</a:t>
            </a:r>
          </a:p>
          <a:p>
            <a:endParaRPr lang="en-US" dirty="0"/>
          </a:p>
          <a:p>
            <a:r>
              <a:rPr lang="en-US" dirty="0"/>
              <a:t>Like</a:t>
            </a:r>
            <a:r>
              <a:rPr lang="en-US" baseline="0" dirty="0"/>
              <a:t> GNOME, KDE includes hundreds of free applications, such as Karbon14 (scalable graphics program), KolourPaint (paint program),  and KPlayer (multimedia player)</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11</a:t>
            </a:fld>
            <a:endParaRPr lang="en-US" dirty="0"/>
          </a:p>
        </p:txBody>
      </p:sp>
    </p:spTree>
    <p:extLst>
      <p:ext uri="{BB962C8B-B14F-4D97-AF65-F5344CB8AC3E}">
        <p14:creationId xmlns:p14="http://schemas.microsoft.com/office/powerpoint/2010/main" val="3143490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12</a:t>
            </a:fld>
            <a:endParaRPr lang="en-US" dirty="0"/>
          </a:p>
        </p:txBody>
      </p:sp>
    </p:spTree>
    <p:extLst>
      <p:ext uri="{BB962C8B-B14F-4D97-AF65-F5344CB8AC3E}">
        <p14:creationId xmlns:p14="http://schemas.microsoft.com/office/powerpoint/2010/main" val="82874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Step 1</a:t>
            </a:r>
          </a:p>
          <a:p>
            <a:r>
              <a:rPr lang="en-US" sz="1200" kern="1200" dirty="0">
                <a:solidFill>
                  <a:schemeClr val="tx1"/>
                </a:solidFill>
                <a:effectLst/>
                <a:latin typeface="Times New Roman" pitchFamily="18" charset="0"/>
                <a:ea typeface="+mn-ea"/>
                <a:cs typeface="+mn-cs"/>
              </a:rPr>
              <a:t>Linux is often used on embedded systems, even smartphones. In such cases, when the system is first powered on, the first step is to load the </a:t>
            </a:r>
            <a:r>
              <a:rPr lang="en-US" sz="1200" b="0" kern="1200" dirty="0">
                <a:solidFill>
                  <a:schemeClr val="tx1"/>
                </a:solidFill>
                <a:effectLst/>
                <a:latin typeface="Times New Roman" pitchFamily="18" charset="0"/>
                <a:ea typeface="+mn-ea"/>
                <a:cs typeface="+mn-cs"/>
              </a:rPr>
              <a:t>bootstrap environment. On a PC, booting Linux begins in the BIOS (basic input/output system) at address 0xFFFF0.</a:t>
            </a:r>
          </a:p>
          <a:p>
            <a:r>
              <a:rPr lang="en-US" sz="1200" b="0" kern="1200" dirty="0">
                <a:solidFill>
                  <a:schemeClr val="tx1"/>
                </a:solidFill>
                <a:effectLst/>
                <a:latin typeface="Times New Roman" pitchFamily="18" charset="0"/>
                <a:ea typeface="+mn-ea"/>
                <a:cs typeface="+mn-cs"/>
              </a:rPr>
              <a:t> </a:t>
            </a:r>
          </a:p>
          <a:p>
            <a:r>
              <a:rPr lang="en-US" sz="1200" b="0" kern="1200" dirty="0">
                <a:solidFill>
                  <a:schemeClr val="tx1"/>
                </a:solidFill>
                <a:effectLst/>
                <a:latin typeface="Times New Roman" pitchFamily="18" charset="0"/>
                <a:ea typeface="+mn-ea"/>
                <a:cs typeface="+mn-cs"/>
              </a:rPr>
              <a:t>Just as with Windows, the first sector on any disk is called the boot sector. It contains executable code that is used in the boot process. A boot se</a:t>
            </a:r>
            <a:r>
              <a:rPr lang="en-US" sz="1200" kern="1200" dirty="0">
                <a:solidFill>
                  <a:schemeClr val="tx1"/>
                </a:solidFill>
                <a:effectLst/>
                <a:latin typeface="Times New Roman" pitchFamily="18" charset="0"/>
                <a:ea typeface="+mn-ea"/>
                <a:cs typeface="+mn-cs"/>
              </a:rPr>
              <a:t>ctor also has the hex value 0xaa55 in the final two bytes. Also, as in Windows, after the BIOS has been loaded and the power-on self test (POST) has completed, the BIOS locates the master boot record (MBR) and passes control to it.</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Step 2</a:t>
            </a:r>
          </a:p>
          <a:p>
            <a:r>
              <a:rPr lang="en-US" sz="1200" kern="1200" dirty="0">
                <a:solidFill>
                  <a:schemeClr val="tx1"/>
                </a:solidFill>
                <a:effectLst/>
                <a:latin typeface="Times New Roman" pitchFamily="18" charset="0"/>
                <a:ea typeface="+mn-ea"/>
                <a:cs typeface="+mn-cs"/>
              </a:rPr>
              <a:t>The MBR then loads up a boot loader program, such as LILO (Linux Loader) or </a:t>
            </a:r>
            <a:r>
              <a:rPr lang="en-US" sz="1200" b="0" kern="1200" dirty="0">
                <a:solidFill>
                  <a:schemeClr val="tx1"/>
                </a:solidFill>
                <a:effectLst/>
                <a:latin typeface="Times New Roman" pitchFamily="18" charset="0"/>
                <a:ea typeface="+mn-ea"/>
                <a:cs typeface="+mn-cs"/>
              </a:rPr>
              <a:t>GRUB (Grand Unified Bootloader). </a:t>
            </a:r>
            <a:r>
              <a:rPr lang="en-US" sz="1200" kern="1200" dirty="0">
                <a:solidFill>
                  <a:schemeClr val="tx1"/>
                </a:solidFill>
                <a:effectLst/>
                <a:latin typeface="Times New Roman" pitchFamily="18" charset="0"/>
                <a:ea typeface="+mn-ea"/>
                <a:cs typeface="+mn-cs"/>
              </a:rPr>
              <a:t>Often boot loaders are larger than a single sector, so they are loaded in stages. When a bootable device is found, the first-stage boot loader is loaded into random access memory (RAM) and executed.</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In Linux, there are actually two boot loaders. </a:t>
            </a:r>
          </a:p>
          <a:p>
            <a:pPr lvl="0"/>
            <a:r>
              <a:rPr lang="en-US" sz="1200" kern="1200" dirty="0">
                <a:solidFill>
                  <a:schemeClr val="tx1"/>
                </a:solidFill>
                <a:effectLst/>
                <a:latin typeface="Times New Roman" pitchFamily="18" charset="0"/>
                <a:ea typeface="+mn-ea"/>
                <a:cs typeface="+mn-cs"/>
              </a:rPr>
              <a:t>The first boot loader is less than 512 bytes in length (a single sector), and its job is to load the second-stage boot loader. </a:t>
            </a:r>
          </a:p>
          <a:p>
            <a:pPr lvl="0"/>
            <a:r>
              <a:rPr lang="en-US" sz="1200" kern="1200" dirty="0">
                <a:solidFill>
                  <a:schemeClr val="tx1"/>
                </a:solidFill>
                <a:effectLst/>
                <a:latin typeface="Times New Roman" pitchFamily="18" charset="0"/>
                <a:ea typeface="+mn-ea"/>
                <a:cs typeface="+mn-cs"/>
              </a:rPr>
              <a:t>The second boot loader is responsible for loading the Linux kernel.</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Step 3</a:t>
            </a:r>
          </a:p>
          <a:p>
            <a:r>
              <a:rPr lang="en-US" sz="1200" kern="1200" dirty="0">
                <a:solidFill>
                  <a:schemeClr val="tx1"/>
                </a:solidFill>
                <a:effectLst/>
                <a:latin typeface="Times New Roman" pitchFamily="18" charset="0"/>
                <a:ea typeface="+mn-ea"/>
                <a:cs typeface="+mn-cs"/>
              </a:rPr>
              <a:t>When the second-stage boot loader is loaded into RAM and executing, a splash screen is commonly displayed. At this point, the Linux image is loaded into RAM. When the images are loaded, the second-stage boot loader passes control to the kernel image and the kernel is decompressed and initialized.</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At this point, the second-stage boot loader checks the system hardware and any attached peripherals. Once the devices are enumerated, the second-stage boot loader can attempt to mount the root device and load the necessary kernel modules.</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Step 4</a:t>
            </a:r>
          </a:p>
          <a:p>
            <a:r>
              <a:rPr lang="en-US" sz="1200" kern="1200" dirty="0">
                <a:solidFill>
                  <a:schemeClr val="tx1"/>
                </a:solidFill>
                <a:effectLst/>
                <a:latin typeface="Times New Roman" pitchFamily="18" charset="0"/>
                <a:ea typeface="+mn-ea"/>
                <a:cs typeface="+mn-cs"/>
              </a:rPr>
              <a:t>The second-stage boot loader loads the kernel image. This is called the kernel stage of the boot process. The kernel must initialize any devices the system has. Even devices that have been initialized by the BIOS must be reinitialized. The system then switches the CPU from real mode to protected mode. The system now loads the compressed kernel and calls the decompress_kernel() function. It is at this point that you may see the “Uncompressing Linux...” message displayed on the screen. Now the start_kernel() function is called, and the uncompressed kernel displays a large number of messages on the screen as it initializes the various hardware items and processes such as the scheduler.</a:t>
            </a:r>
          </a:p>
          <a:p>
            <a:r>
              <a:rPr lang="en-US" sz="1200" kern="1200" dirty="0">
                <a:solidFill>
                  <a:schemeClr val="tx1"/>
                </a:solidFill>
                <a:effectLst/>
                <a:latin typeface="Times New Roman" pitchFamily="18" charset="0"/>
                <a:ea typeface="+mn-ea"/>
                <a:cs typeface="+mn-cs"/>
              </a:rPr>
              <a:t> </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13</a:t>
            </a:fld>
            <a:endParaRPr lang="en-US" dirty="0"/>
          </a:p>
        </p:txBody>
      </p:sp>
    </p:spTree>
    <p:extLst>
      <p:ext uri="{BB962C8B-B14F-4D97-AF65-F5344CB8AC3E}">
        <p14:creationId xmlns:p14="http://schemas.microsoft.com/office/powerpoint/2010/main" val="2547470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Step 5</a:t>
            </a:r>
          </a:p>
          <a:p>
            <a:r>
              <a:rPr lang="en-US" sz="1200" kern="1200" dirty="0">
                <a:solidFill>
                  <a:schemeClr val="tx1"/>
                </a:solidFill>
                <a:effectLst/>
                <a:latin typeface="Times New Roman" pitchFamily="18" charset="0"/>
                <a:ea typeface="+mn-ea"/>
                <a:cs typeface="+mn-cs"/>
              </a:rPr>
              <a:t>Once the kernel is initialized, the first user program starts. In PC-based Linux systems, that first process is called </a:t>
            </a:r>
            <a:r>
              <a:rPr lang="en-US" sz="1200" kern="1200">
                <a:solidFill>
                  <a:schemeClr val="tx1"/>
                </a:solidFill>
                <a:effectLst/>
                <a:latin typeface="Times New Roman" pitchFamily="18" charset="0"/>
                <a:ea typeface="+mn-ea"/>
                <a:cs typeface="+mn-cs"/>
              </a:rPr>
              <a:t>init</a:t>
            </a:r>
            <a:r>
              <a:rPr lang="en-US" sz="1200" kern="1200" dirty="0">
                <a:solidFill>
                  <a:schemeClr val="tx1"/>
                </a:solidFill>
                <a:effectLst/>
                <a:latin typeface="Times New Roman" pitchFamily="18" charset="0"/>
                <a:ea typeface="+mn-ea"/>
                <a:cs typeface="+mn-cs"/>
              </a:rPr>
              <a:t>. The kernel_thread() function is called next to start </a:t>
            </a:r>
            <a:r>
              <a:rPr lang="en-US" sz="1200" kern="1200">
                <a:solidFill>
                  <a:schemeClr val="tx1"/>
                </a:solidFill>
                <a:effectLst/>
                <a:latin typeface="Times New Roman" pitchFamily="18" charset="0"/>
                <a:ea typeface="+mn-ea"/>
                <a:cs typeface="+mn-cs"/>
              </a:rPr>
              <a:t>init</a:t>
            </a:r>
            <a:r>
              <a:rPr lang="en-US" sz="1200" kern="1200" dirty="0">
                <a:solidFill>
                  <a:schemeClr val="tx1"/>
                </a:solidFill>
                <a:effectLst/>
                <a:latin typeface="Times New Roman" pitchFamily="18" charset="0"/>
                <a:ea typeface="+mn-ea"/>
                <a:cs typeface="+mn-cs"/>
              </a:rPr>
              <a:t>. The kernel goes into an idle loop and becomes an idle thread with process ID 0. The process init() begins high-level system initialization. Note that unlike PC systems, embedded systems have a simpler first user process than init.</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Step 6</a:t>
            </a:r>
          </a:p>
          <a:p>
            <a:r>
              <a:rPr lang="en-US" sz="1200" kern="1200" dirty="0">
                <a:solidFill>
                  <a:schemeClr val="tx1"/>
                </a:solidFill>
                <a:effectLst/>
                <a:latin typeface="Times New Roman" pitchFamily="18" charset="0"/>
                <a:ea typeface="+mn-ea"/>
                <a:cs typeface="+mn-cs"/>
              </a:rPr>
              <a:t>The boot process then inspects the /etc/inittab file to determine the appropriate run level. Based on the run level, the init process then executes the appropriate start-up script. Those scripts are located in subdirectories of the /etc/rc.d directory. Scripts used for run levels 0 to 6 are located in subdirectories /etc/rc.d/rc0.d through /etc/rc.d/rc6.d, respectively. The default boot run level is set in the file /etc/inittab with the initdefault variable. At this point, the boot process is over, and Linux is up and running!</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14</a:t>
            </a:fld>
            <a:endParaRPr lang="en-US" dirty="0"/>
          </a:p>
        </p:txBody>
      </p:sp>
    </p:spTree>
    <p:extLst>
      <p:ext uri="{BB962C8B-B14F-4D97-AF65-F5344CB8AC3E}">
        <p14:creationId xmlns:p14="http://schemas.microsoft.com/office/powerpoint/2010/main" val="41766109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15</a:t>
            </a:fld>
            <a:endParaRPr lang="en-US" dirty="0"/>
          </a:p>
        </p:txBody>
      </p:sp>
    </p:spTree>
    <p:extLst>
      <p:ext uri="{BB962C8B-B14F-4D97-AF65-F5344CB8AC3E}">
        <p14:creationId xmlns:p14="http://schemas.microsoft.com/office/powerpoint/2010/main" val="3240652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16</a:t>
            </a:fld>
            <a:endParaRPr lang="en-US" dirty="0"/>
          </a:p>
        </p:txBody>
      </p:sp>
    </p:spTree>
    <p:extLst>
      <p:ext uri="{BB962C8B-B14F-4D97-AF65-F5344CB8AC3E}">
        <p14:creationId xmlns:p14="http://schemas.microsoft.com/office/powerpoint/2010/main" val="4140197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Linux is open source, so a number of different distributions are available. They all have the same Linux shells but they each have differences.</a:t>
            </a:r>
          </a:p>
          <a:p>
            <a:pPr marL="171450" indent="-171450">
              <a:buFont typeface="Arial" pitchFamily="34" charset="0"/>
              <a:buChar char="•"/>
            </a:pPr>
            <a:endParaRPr lang="en-US" dirty="0"/>
          </a:p>
          <a:p>
            <a:pPr marL="171450" indent="-171450">
              <a:buFont typeface="Arial" pitchFamily="34" charset="0"/>
              <a:buChar char="•"/>
            </a:pPr>
            <a:r>
              <a:rPr lang="en-US" dirty="0"/>
              <a:t>Ubuntu—Very popular with beginners</a:t>
            </a:r>
          </a:p>
          <a:p>
            <a:pPr marL="171450" indent="-171450">
              <a:buFont typeface="Arial" pitchFamily="34" charset="0"/>
              <a:buChar char="•"/>
            </a:pPr>
            <a:r>
              <a:rPr lang="en-US" dirty="0"/>
              <a:t>Red Hat Enterprise Linux (RHEL)—Often used with large-scale servers</a:t>
            </a:r>
          </a:p>
          <a:p>
            <a:pPr marL="171450" indent="-171450">
              <a:buFont typeface="Arial" pitchFamily="34" charset="0"/>
              <a:buChar char="•"/>
            </a:pPr>
            <a:r>
              <a:rPr lang="en-US" dirty="0"/>
              <a:t>openSUSE—A popular, general-purpose Linux distribution</a:t>
            </a:r>
          </a:p>
          <a:p>
            <a:pPr marL="171450" indent="-171450">
              <a:buFont typeface="Arial" pitchFamily="34" charset="0"/>
              <a:buChar char="•"/>
            </a:pPr>
            <a:r>
              <a:rPr lang="en-US" dirty="0"/>
              <a:t>Debian—Another popular, general-purpose Linux distribution</a:t>
            </a:r>
          </a:p>
          <a:p>
            <a:pPr marL="171450" indent="-171450">
              <a:buFont typeface="Arial" pitchFamily="34" charset="0"/>
              <a:buChar char="•"/>
            </a:pPr>
            <a:r>
              <a:rPr lang="en-US" dirty="0"/>
              <a:t>Slackware—Becoming more popular</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17</a:t>
            </a:fld>
            <a:endParaRPr lang="en-US" dirty="0"/>
          </a:p>
        </p:txBody>
      </p:sp>
    </p:spTree>
    <p:extLst>
      <p:ext uri="{BB962C8B-B14F-4D97-AF65-F5344CB8AC3E}">
        <p14:creationId xmlns:p14="http://schemas.microsoft.com/office/powerpoint/2010/main" val="390196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t>Journaling levels: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most secure and safe level is called </a:t>
            </a:r>
            <a:r>
              <a:rPr lang="en-US" sz="1200" i="1" kern="1200" dirty="0">
                <a:solidFill>
                  <a:schemeClr val="tx1"/>
                </a:solidFill>
                <a:effectLst/>
                <a:latin typeface="Times New Roman" pitchFamily="18" charset="0"/>
                <a:ea typeface="+mn-ea"/>
                <a:cs typeface="+mn-cs"/>
              </a:rPr>
              <a:t>journal</a:t>
            </a:r>
            <a:r>
              <a:rPr lang="en-US" sz="1200" kern="1200" dirty="0">
                <a:solidFill>
                  <a:schemeClr val="tx1"/>
                </a:solidFill>
                <a:effectLst/>
                <a:latin typeface="Times New Roman" pitchFamily="18" charset="0"/>
                <a:ea typeface="+mn-ea"/>
                <a:cs typeface="+mn-cs"/>
              </a:rPr>
              <a:t>–With the journal level, metadata and file contents are written to the journal before being written to the main file system. </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next level is called </a:t>
            </a:r>
            <a:r>
              <a:rPr lang="en-US" sz="1200" i="1" kern="1200" dirty="0">
                <a:solidFill>
                  <a:schemeClr val="tx1"/>
                </a:solidFill>
                <a:effectLst/>
                <a:latin typeface="Times New Roman" pitchFamily="18" charset="0"/>
                <a:ea typeface="+mn-ea"/>
                <a:cs typeface="+mn-cs"/>
              </a:rPr>
              <a:t>ordered</a:t>
            </a:r>
            <a:r>
              <a:rPr lang="en-US" sz="1200" kern="1200" dirty="0">
                <a:solidFill>
                  <a:schemeClr val="tx1"/>
                </a:solidFill>
                <a:effectLst/>
                <a:latin typeface="Times New Roman" pitchFamily="18" charset="0"/>
                <a:ea typeface="+mn-ea"/>
                <a:cs typeface="+mn-cs"/>
              </a:rPr>
              <a:t>–It is slightly less secure than journal. With the ordered level only metadata is written to the journal; however, changes to files are not journaled until they have been committed to the disk. </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least secure level is </a:t>
            </a:r>
            <a:r>
              <a:rPr lang="en-US" sz="1200" i="1" kern="1200" dirty="0">
                <a:solidFill>
                  <a:schemeClr val="tx1"/>
                </a:solidFill>
                <a:effectLst/>
                <a:latin typeface="Times New Roman" pitchFamily="18" charset="0"/>
                <a:ea typeface="+mn-ea"/>
                <a:cs typeface="+mn-cs"/>
              </a:rPr>
              <a:t>writeback</a:t>
            </a:r>
            <a:r>
              <a:rPr lang="en-US" sz="1200" kern="1200" dirty="0">
                <a:solidFill>
                  <a:schemeClr val="tx1"/>
                </a:solidFill>
                <a:effectLst/>
                <a:latin typeface="Times New Roman" pitchFamily="18" charset="0"/>
                <a:ea typeface="+mn-ea"/>
                <a:cs typeface="+mn-cs"/>
              </a:rPr>
              <a:t>–With the writeback level, only metadata is written to the journal, and it might be written to the journal before or after it is actually committed. Ext4 added checksums in the journal to prevent errors.</a:t>
            </a:r>
          </a:p>
          <a:p>
            <a:r>
              <a:rPr lang="en-US" sz="1200" kern="1200" dirty="0">
                <a:solidFill>
                  <a:schemeClr val="tx1"/>
                </a:solidFill>
                <a:effectLst/>
                <a:latin typeface="Times New Roman" pitchFamily="18" charset="0"/>
                <a:ea typeface="+mn-ea"/>
                <a:cs typeface="+mn-cs"/>
              </a:rPr>
              <a:t> </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18</a:t>
            </a:fld>
            <a:endParaRPr lang="en-US" dirty="0"/>
          </a:p>
        </p:txBody>
      </p:sp>
    </p:spTree>
    <p:extLst>
      <p:ext uri="{BB962C8B-B14F-4D97-AF65-F5344CB8AC3E}">
        <p14:creationId xmlns:p14="http://schemas.microsoft.com/office/powerpoint/2010/main" val="4070463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The Reiser File System (</a:t>
            </a:r>
            <a:r>
              <a:rPr lang="en-US" sz="1200" b="1" kern="1200" dirty="0" err="1">
                <a:solidFill>
                  <a:schemeClr val="tx1"/>
                </a:solidFill>
                <a:effectLst/>
                <a:latin typeface="Times New Roman" pitchFamily="18" charset="0"/>
                <a:ea typeface="+mn-ea"/>
                <a:cs typeface="+mn-cs"/>
              </a:rPr>
              <a:t>ReiserFS</a:t>
            </a:r>
            <a:r>
              <a:rPr lang="en-US" sz="1200" b="1" kern="1200">
                <a:solidFill>
                  <a:schemeClr val="tx1"/>
                </a:solidFill>
                <a:effectLst/>
                <a:latin typeface="Times New Roman" pitchFamily="18" charset="0"/>
                <a:ea typeface="+mn-ea"/>
                <a:cs typeface="+mn-cs"/>
              </a:rPr>
              <a:t>)</a:t>
            </a:r>
            <a:r>
              <a:rPr lang="en-US" sz="1200" kern="1200">
                <a:solidFill>
                  <a:schemeClr val="tx1"/>
                </a:solidFill>
                <a:effectLst/>
                <a:latin typeface="Times New Roman" pitchFamily="18" charset="0"/>
                <a:ea typeface="+mn-ea"/>
                <a:cs typeface="+mn-cs"/>
              </a:rPr>
              <a:t> was first introduced as a part of the Linux kernel version 2.4.1. ReiserFS has always supported journaling. ReiserFS performs very well when the hard drive has a large number of smaller files. In fact, when you are dealing with files that are under 4 KB in size, ReiserFS outperforms ext2 and ext3. </a:t>
            </a:r>
          </a:p>
          <a:p>
            <a:r>
              <a:rPr lang="en-US" sz="1200" kern="1200">
                <a:solidFill>
                  <a:schemeClr val="tx1"/>
                </a:solidFill>
                <a:effectLst/>
                <a:latin typeface="Times New Roman" pitchFamily="18" charset="0"/>
                <a:ea typeface="+mn-ea"/>
                <a:cs typeface="+mn-cs"/>
              </a:rPr>
              <a:t> </a:t>
            </a:r>
          </a:p>
          <a:p>
            <a:r>
              <a:rPr lang="en-US" sz="1200" b="1" kern="1200">
                <a:solidFill>
                  <a:schemeClr val="tx1"/>
                </a:solidFill>
                <a:effectLst/>
                <a:latin typeface="Times New Roman" pitchFamily="18" charset="0"/>
                <a:ea typeface="+mn-ea"/>
                <a:cs typeface="+mn-cs"/>
              </a:rPr>
              <a:t>The Berkeley Fast File System</a:t>
            </a:r>
            <a:r>
              <a:rPr lang="en-US" sz="1200" kern="1200">
                <a:solidFill>
                  <a:schemeClr val="tx1"/>
                </a:solidFill>
                <a:effectLst/>
                <a:latin typeface="Times New Roman" pitchFamily="18" charset="0"/>
                <a:ea typeface="+mn-ea"/>
                <a:cs typeface="+mn-cs"/>
              </a:rPr>
              <a:t> is also known as the UNIX File System. It was developed at University of California, Berkeley specifically for use with Linux. This system uses a bitmap to track free clusters, indicating which clusters are available and which are not.</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19</a:t>
            </a:fld>
            <a:endParaRPr lang="en-US" dirty="0"/>
          </a:p>
        </p:txBody>
      </p:sp>
    </p:spTree>
    <p:extLst>
      <p:ext uri="{BB962C8B-B14F-4D97-AF65-F5344CB8AC3E}">
        <p14:creationId xmlns:p14="http://schemas.microsoft.com/office/powerpoint/2010/main" val="30535439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a:solidFill>
                  <a:schemeClr val="tx1"/>
                </a:solidFill>
                <a:effectLst/>
                <a:latin typeface="Times New Roman" pitchFamily="18" charset="0"/>
                <a:ea typeface="+mn-ea"/>
                <a:cs typeface="+mn-cs"/>
              </a:rPr>
              <a:t>/var/log/faillog</a:t>
            </a:r>
          </a:p>
          <a:p>
            <a:r>
              <a:rPr lang="en-US" sz="1200" kern="1200">
                <a:solidFill>
                  <a:schemeClr val="tx1"/>
                </a:solidFill>
                <a:effectLst/>
                <a:latin typeface="Times New Roman" pitchFamily="18" charset="0"/>
                <a:ea typeface="+mn-ea"/>
                <a:cs typeface="+mn-cs"/>
              </a:rPr>
              <a:t>This log file contains failed user logins. This can be very important when tracking attempts to crack into the system. Numerous failed login attempts, or even frequent failed login attempts that occur at diverse times, can be an indicator of someone trying to compromise access to the system. It is also worth noting the times of failed login attempts. If an employee normally works from 8:00 a.m. to 5:00 p.m. and there are failed login attempts at 11:00 p.m., that may be a warning sign.</a:t>
            </a:r>
          </a:p>
          <a:p>
            <a:r>
              <a:rPr lang="en-US" sz="1200" kern="1200">
                <a:solidFill>
                  <a:schemeClr val="tx1"/>
                </a:solidFill>
                <a:effectLst/>
                <a:latin typeface="Times New Roman" pitchFamily="18" charset="0"/>
                <a:ea typeface="+mn-ea"/>
                <a:cs typeface="+mn-cs"/>
              </a:rPr>
              <a:t> </a:t>
            </a:r>
          </a:p>
          <a:p>
            <a:r>
              <a:rPr lang="en-US" sz="1200" b="1" kern="1200">
                <a:solidFill>
                  <a:schemeClr val="tx1"/>
                </a:solidFill>
                <a:effectLst/>
                <a:latin typeface="Times New Roman" pitchFamily="18" charset="0"/>
                <a:ea typeface="+mn-ea"/>
                <a:cs typeface="+mn-cs"/>
              </a:rPr>
              <a:t>/var/log/kern.log</a:t>
            </a:r>
          </a:p>
          <a:p>
            <a:r>
              <a:rPr lang="en-US" sz="1200" kern="1200">
                <a:solidFill>
                  <a:schemeClr val="tx1"/>
                </a:solidFill>
                <a:effectLst/>
                <a:latin typeface="Times New Roman" pitchFamily="18" charset="0"/>
                <a:ea typeface="+mn-ea"/>
                <a:cs typeface="+mn-cs"/>
              </a:rPr>
              <a:t>This log file is used for messages from the operating system’s kernel. This log is less interesting forensically. It is more likely to show systemwide problems. However, it is possible for someone to mistake system issues for some intrusion or malware. If you have odd behavior on a target system and find related messages in the kern.log, it may allow you to rule out malware.</a:t>
            </a:r>
          </a:p>
          <a:p>
            <a:r>
              <a:rPr lang="en-US" sz="1200" kern="1200">
                <a:solidFill>
                  <a:schemeClr val="tx1"/>
                </a:solidFill>
                <a:effectLst/>
                <a:latin typeface="Times New Roman" pitchFamily="18" charset="0"/>
                <a:ea typeface="+mn-ea"/>
                <a:cs typeface="+mn-cs"/>
              </a:rPr>
              <a:t> </a:t>
            </a:r>
          </a:p>
          <a:p>
            <a:r>
              <a:rPr lang="en-US" sz="1200" b="1" kern="1200">
                <a:solidFill>
                  <a:schemeClr val="tx1"/>
                </a:solidFill>
                <a:effectLst/>
                <a:latin typeface="Times New Roman" pitchFamily="18" charset="0"/>
                <a:ea typeface="+mn-ea"/>
                <a:cs typeface="+mn-cs"/>
              </a:rPr>
              <a:t>/var/log/lpr.log</a:t>
            </a:r>
          </a:p>
          <a:p>
            <a:r>
              <a:rPr lang="en-US" sz="1200" kern="1200">
                <a:solidFill>
                  <a:schemeClr val="tx1"/>
                </a:solidFill>
                <a:effectLst/>
                <a:latin typeface="Times New Roman" pitchFamily="18" charset="0"/>
                <a:ea typeface="+mn-ea"/>
                <a:cs typeface="+mn-cs"/>
              </a:rPr>
              <a:t>This is the printer log. It can give you a record of any items that have been printed from this machine. That can be useful in many cases. For example, corporate espionage cases often involve the criminal printing out sensitive documents. </a:t>
            </a:r>
          </a:p>
          <a:p>
            <a:r>
              <a:rPr lang="en-US" sz="1200" kern="1200">
                <a:solidFill>
                  <a:schemeClr val="tx1"/>
                </a:solidFill>
                <a:effectLst/>
                <a:latin typeface="Times New Roman" pitchFamily="18" charset="0"/>
                <a:ea typeface="+mn-ea"/>
                <a:cs typeface="+mn-cs"/>
              </a:rPr>
              <a:t> </a:t>
            </a:r>
          </a:p>
          <a:p>
            <a:r>
              <a:rPr lang="en-US" sz="1200" b="1" kern="1200">
                <a:solidFill>
                  <a:schemeClr val="tx1"/>
                </a:solidFill>
                <a:effectLst/>
                <a:latin typeface="Times New Roman" pitchFamily="18" charset="0"/>
                <a:ea typeface="+mn-ea"/>
                <a:cs typeface="+mn-cs"/>
              </a:rPr>
              <a:t>/var/log/mail.*</a:t>
            </a:r>
          </a:p>
          <a:p>
            <a:r>
              <a:rPr lang="en-US" sz="1200" kern="1200">
                <a:solidFill>
                  <a:schemeClr val="tx1"/>
                </a:solidFill>
                <a:effectLst/>
                <a:latin typeface="Times New Roman" pitchFamily="18" charset="0"/>
                <a:ea typeface="+mn-ea"/>
                <a:cs typeface="+mn-cs"/>
              </a:rPr>
              <a:t>This is the mail server log. It can be very useful in any computer crime investigation. Email can also be useful in criminal investigations (such as cyberstalking cases) as well as in civil litigation cases.</a:t>
            </a:r>
          </a:p>
          <a:p>
            <a:r>
              <a:rPr lang="en-US" sz="1200" kern="1200">
                <a:solidFill>
                  <a:schemeClr val="tx1"/>
                </a:solidFill>
                <a:effectLst/>
                <a:latin typeface="Times New Roman" pitchFamily="18" charset="0"/>
                <a:ea typeface="+mn-ea"/>
                <a:cs typeface="+mn-cs"/>
              </a:rPr>
              <a:t> </a:t>
            </a:r>
          </a:p>
          <a:p>
            <a:r>
              <a:rPr lang="en-US" sz="1200" b="1" kern="1200">
                <a:solidFill>
                  <a:schemeClr val="tx1"/>
                </a:solidFill>
                <a:effectLst/>
                <a:latin typeface="Times New Roman" pitchFamily="18" charset="0"/>
                <a:ea typeface="+mn-ea"/>
                <a:cs typeface="+mn-cs"/>
              </a:rPr>
              <a:t>/var/log/mysql.*</a:t>
            </a:r>
          </a:p>
          <a:p>
            <a:r>
              <a:rPr lang="en-US" sz="1200" kern="1200">
                <a:solidFill>
                  <a:schemeClr val="tx1"/>
                </a:solidFill>
                <a:effectLst/>
                <a:latin typeface="Times New Roman" pitchFamily="18" charset="0"/>
                <a:ea typeface="+mn-ea"/>
                <a:cs typeface="+mn-cs"/>
              </a:rPr>
              <a:t>This log records activities related to the MySQL database server. These are of most interest in crimes involving database attacks. For example, SQL injection attacks might leave a record in the database log.</a:t>
            </a:r>
          </a:p>
          <a:p>
            <a:r>
              <a:rPr lang="en-US" sz="1200" kern="1200">
                <a:solidFill>
                  <a:schemeClr val="tx1"/>
                </a:solidFill>
                <a:effectLst/>
                <a:latin typeface="Times New Roman" pitchFamily="18" charset="0"/>
                <a:ea typeface="+mn-ea"/>
                <a:cs typeface="+mn-cs"/>
              </a:rPr>
              <a:t> </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20</a:t>
            </a:fld>
            <a:endParaRPr lang="en-US" dirty="0"/>
          </a:p>
        </p:txBody>
      </p:sp>
    </p:spTree>
    <p:extLst>
      <p:ext uri="{BB962C8B-B14F-4D97-AF65-F5344CB8AC3E}">
        <p14:creationId xmlns:p14="http://schemas.microsoft.com/office/powerpoint/2010/main" val="12645960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a:solidFill>
                  <a:schemeClr val="tx1"/>
                </a:solidFill>
                <a:effectLst/>
                <a:latin typeface="Times New Roman" pitchFamily="18" charset="0"/>
                <a:ea typeface="+mn-ea"/>
                <a:cs typeface="+mn-cs"/>
              </a:rPr>
              <a:t>/var/log/apache2/*</a:t>
            </a:r>
          </a:p>
          <a:p>
            <a:r>
              <a:rPr lang="en-US" sz="1200" kern="1200">
                <a:solidFill>
                  <a:schemeClr val="tx1"/>
                </a:solidFill>
                <a:effectLst/>
                <a:latin typeface="Times New Roman" pitchFamily="18" charset="0"/>
                <a:ea typeface="+mn-ea"/>
                <a:cs typeface="+mn-cs"/>
              </a:rPr>
              <a:t>If the machine is running the Apache web server, then this log shows related activity. This can be very useful in tracking attempts to hack into the web server. You can examine the log to see attempts at buffer overflow attacks, denial of service attacks, and a variety of other attacks.</a:t>
            </a:r>
          </a:p>
          <a:p>
            <a:r>
              <a:rPr lang="en-US" sz="1200" kern="1200">
                <a:solidFill>
                  <a:schemeClr val="tx1"/>
                </a:solidFill>
                <a:effectLst/>
                <a:latin typeface="Times New Roman" pitchFamily="18" charset="0"/>
                <a:ea typeface="+mn-ea"/>
                <a:cs typeface="+mn-cs"/>
              </a:rPr>
              <a:t> </a:t>
            </a:r>
          </a:p>
          <a:p>
            <a:r>
              <a:rPr lang="en-US" sz="1200" b="1" kern="1200">
                <a:solidFill>
                  <a:schemeClr val="tx1"/>
                </a:solidFill>
                <a:effectLst/>
                <a:latin typeface="Times New Roman" pitchFamily="18" charset="0"/>
                <a:ea typeface="+mn-ea"/>
                <a:cs typeface="+mn-cs"/>
              </a:rPr>
              <a:t>/var/log/lighttpd/*</a:t>
            </a:r>
          </a:p>
          <a:p>
            <a:r>
              <a:rPr lang="en-US" sz="1200" kern="1200">
                <a:solidFill>
                  <a:schemeClr val="tx1"/>
                </a:solidFill>
                <a:effectLst/>
                <a:latin typeface="Times New Roman" pitchFamily="18" charset="0"/>
                <a:ea typeface="+mn-ea"/>
                <a:cs typeface="+mn-cs"/>
              </a:rPr>
              <a:t>If the machine is running the Lighttpd web server, then this log shows related activity. This can be very useful in tracking attempts to hack into the web server.</a:t>
            </a:r>
          </a:p>
          <a:p>
            <a:r>
              <a:rPr lang="en-US" sz="1200" kern="1200">
                <a:solidFill>
                  <a:schemeClr val="tx1"/>
                </a:solidFill>
                <a:effectLst/>
                <a:latin typeface="Times New Roman" pitchFamily="18" charset="0"/>
                <a:ea typeface="+mn-ea"/>
                <a:cs typeface="+mn-cs"/>
              </a:rPr>
              <a:t> </a:t>
            </a:r>
          </a:p>
          <a:p>
            <a:r>
              <a:rPr lang="en-US" sz="1200" b="1" kern="1200">
                <a:solidFill>
                  <a:schemeClr val="tx1"/>
                </a:solidFill>
                <a:effectLst/>
                <a:latin typeface="Times New Roman" pitchFamily="18" charset="0"/>
                <a:ea typeface="+mn-ea"/>
                <a:cs typeface="+mn-cs"/>
              </a:rPr>
              <a:t>/var/log/apport.log</a:t>
            </a:r>
          </a:p>
          <a:p>
            <a:r>
              <a:rPr lang="en-US" sz="1200" kern="1200">
                <a:solidFill>
                  <a:schemeClr val="tx1"/>
                </a:solidFill>
                <a:effectLst/>
                <a:latin typeface="Times New Roman" pitchFamily="18" charset="0"/>
                <a:ea typeface="+mn-ea"/>
                <a:cs typeface="+mn-cs"/>
              </a:rPr>
              <a:t>This log records application crashes. Sometimes these can reveal attempts to compromise the system or the presence of malware. Of course, it can also simply reveal a buggy application.</a:t>
            </a:r>
          </a:p>
          <a:p>
            <a:r>
              <a:rPr lang="en-US" sz="1200" kern="1200">
                <a:solidFill>
                  <a:schemeClr val="tx1"/>
                </a:solidFill>
                <a:effectLst/>
                <a:latin typeface="Times New Roman" pitchFamily="18" charset="0"/>
                <a:ea typeface="+mn-ea"/>
                <a:cs typeface="+mn-cs"/>
              </a:rPr>
              <a:t> </a:t>
            </a:r>
          </a:p>
          <a:p>
            <a:r>
              <a:rPr lang="en-US" sz="1200" b="1" kern="1200">
                <a:solidFill>
                  <a:schemeClr val="tx1"/>
                </a:solidFill>
                <a:effectLst/>
                <a:latin typeface="Times New Roman" pitchFamily="18" charset="0"/>
                <a:ea typeface="+mn-ea"/>
                <a:cs typeface="+mn-cs"/>
              </a:rPr>
              <a:t>Other logs</a:t>
            </a:r>
          </a:p>
          <a:p>
            <a:r>
              <a:rPr lang="en-US" sz="1200" kern="1200">
                <a:solidFill>
                  <a:schemeClr val="tx1"/>
                </a:solidFill>
                <a:effectLst/>
                <a:latin typeface="Times New Roman" pitchFamily="18" charset="0"/>
                <a:ea typeface="+mn-ea"/>
                <a:cs typeface="+mn-cs"/>
              </a:rPr>
              <a:t>Any other applications running on the Linux computer that store logs can be useful in your forensic examination. For example, if you are using an </a:t>
            </a:r>
            <a:r>
              <a:rPr lang="en-US" sz="1200" b="0" kern="1200">
                <a:solidFill>
                  <a:schemeClr val="tx1"/>
                </a:solidFill>
                <a:effectLst/>
                <a:latin typeface="Times New Roman" pitchFamily="18" charset="0"/>
                <a:ea typeface="+mn-ea"/>
                <a:cs typeface="+mn-cs"/>
              </a:rPr>
              <a:t>intrusion detection system (IDS) such as Snort, it keeps logs of all suspicious traffic. That can be very useful in your investigation.</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21</a:t>
            </a:fld>
            <a:endParaRPr lang="en-US" dirty="0"/>
          </a:p>
        </p:txBody>
      </p:sp>
    </p:spTree>
    <p:extLst>
      <p:ext uri="{BB962C8B-B14F-4D97-AF65-F5344CB8AC3E}">
        <p14:creationId xmlns:p14="http://schemas.microsoft.com/office/powerpoint/2010/main" val="33414582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22</a:t>
            </a:fld>
            <a:endParaRPr lang="en-US" dirty="0"/>
          </a:p>
        </p:txBody>
      </p:sp>
    </p:spTree>
    <p:extLst>
      <p:ext uri="{BB962C8B-B14F-4D97-AF65-F5344CB8AC3E}">
        <p14:creationId xmlns:p14="http://schemas.microsoft.com/office/powerpoint/2010/main" val="38918645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23</a:t>
            </a:fld>
            <a:endParaRPr lang="en-US" dirty="0"/>
          </a:p>
        </p:txBody>
      </p:sp>
    </p:spTree>
    <p:extLst>
      <p:ext uri="{BB962C8B-B14F-4D97-AF65-F5344CB8AC3E}">
        <p14:creationId xmlns:p14="http://schemas.microsoft.com/office/powerpoint/2010/main" val="31084890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24</a:t>
            </a:fld>
            <a:endParaRPr lang="en-US" dirty="0"/>
          </a:p>
        </p:txBody>
      </p:sp>
    </p:spTree>
    <p:extLst>
      <p:ext uri="{BB962C8B-B14F-4D97-AF65-F5344CB8AC3E}">
        <p14:creationId xmlns:p14="http://schemas.microsoft.com/office/powerpoint/2010/main" val="1685286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171450" indent="-171450">
              <a:buFont typeface="Arial" pitchFamily="34" charset="0"/>
              <a:buChar char="•"/>
            </a:pPr>
            <a:r>
              <a:rPr lang="en-US" dirty="0"/>
              <a:t>Holds binary or compiled files used by ordinary users</a:t>
            </a:r>
          </a:p>
          <a:p>
            <a:pPr marL="171450" indent="-171450">
              <a:buFont typeface="Arial" pitchFamily="34" charset="0"/>
              <a:buChar char="•"/>
            </a:pPr>
            <a:r>
              <a:rPr lang="en-US" dirty="0"/>
              <a:t>Can include malware</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25</a:t>
            </a:fld>
            <a:endParaRPr lang="en-US" dirty="0"/>
          </a:p>
        </p:txBody>
      </p:sp>
    </p:spTree>
    <p:extLst>
      <p:ext uri="{BB962C8B-B14F-4D97-AF65-F5344CB8AC3E}">
        <p14:creationId xmlns:p14="http://schemas.microsoft.com/office/powerpoint/2010/main" val="34783650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Times New Roman" pitchFamily="18" charset="0"/>
                <a:ea typeface="+mn-ea"/>
                <a:cs typeface="+mn-cs"/>
              </a:rPr>
              <a:t>For example, the mke2fs command, a file system utility that is usually utilized by administrators, is in this directory.</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26</a:t>
            </a:fld>
            <a:endParaRPr lang="en-US" dirty="0"/>
          </a:p>
        </p:txBody>
      </p:sp>
    </p:spTree>
    <p:extLst>
      <p:ext uri="{BB962C8B-B14F-4D97-AF65-F5344CB8AC3E}">
        <p14:creationId xmlns:p14="http://schemas.microsoft.com/office/powerpoint/2010/main" val="23353929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Times New Roman" pitchFamily="18" charset="0"/>
                <a:ea typeface="+mn-ea"/>
                <a:cs typeface="+mn-cs"/>
              </a:rPr>
              <a:t>The /etc folder contains configuration files. Most applications require some configuration when they start up. The web servers, boot loaders (LILO and GRUB), and many other applications have configuration files. Obviously, an intruder into a system may want to change how a given application behaves. web server, boot loader, and security software configuration files would be attractive targets for any hacker.</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27</a:t>
            </a:fld>
            <a:endParaRPr lang="en-US" dirty="0"/>
          </a:p>
        </p:txBody>
      </p:sp>
    </p:spTree>
    <p:extLst>
      <p:ext uri="{BB962C8B-B14F-4D97-AF65-F5344CB8AC3E}">
        <p14:creationId xmlns:p14="http://schemas.microsoft.com/office/powerpoint/2010/main" val="17007553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0" i="0" u="none" strike="noStrike" kern="1200" baseline="0">
                <a:solidFill>
                  <a:schemeClr val="tx1"/>
                </a:solidFill>
                <a:latin typeface="Times New Roman" pitchFamily="18" charset="0"/>
                <a:ea typeface="+mn-ea"/>
                <a:cs typeface="+mn-cs"/>
              </a:rPr>
              <a:t>inittab</a:t>
            </a:r>
            <a:r>
              <a:rPr lang="en-US" sz="1200" b="0" i="0" u="none" strike="noStrike" kern="1200" baseline="0" dirty="0">
                <a:solidFill>
                  <a:schemeClr val="tx1"/>
                </a:solidFill>
                <a:latin typeface="Times New Roman" pitchFamily="18" charset="0"/>
                <a:ea typeface="+mn-ea"/>
                <a:cs typeface="+mn-cs"/>
              </a:rPr>
              <a:t> entries:</a:t>
            </a:r>
          </a:p>
          <a:p>
            <a:r>
              <a:rPr lang="en-US" sz="1200" b="0" i="0" u="none" strike="noStrike" kern="1200" baseline="0" dirty="0">
                <a:solidFill>
                  <a:schemeClr val="tx1"/>
                </a:solidFill>
                <a:latin typeface="Times New Roman" pitchFamily="18" charset="0"/>
                <a:ea typeface="+mn-ea"/>
                <a:cs typeface="+mn-cs"/>
              </a:rPr>
              <a:t>• label—A unique identification label of up to four characters.</a:t>
            </a:r>
          </a:p>
          <a:p>
            <a:r>
              <a:rPr lang="en-US" sz="1200" b="0" i="0" u="none" strike="noStrike" kern="1200" baseline="0" dirty="0">
                <a:solidFill>
                  <a:schemeClr val="tx1"/>
                </a:solidFill>
                <a:latin typeface="Times New Roman" pitchFamily="18" charset="0"/>
                <a:ea typeface="+mn-ea"/>
                <a:cs typeface="+mn-cs"/>
              </a:rPr>
              <a:t>• run_level—The </a:t>
            </a:r>
            <a:r>
              <a:rPr lang="en-US" sz="1200" b="0" i="0" u="none" strike="noStrike" kern="1200" baseline="0">
                <a:solidFill>
                  <a:schemeClr val="tx1"/>
                </a:solidFill>
                <a:latin typeface="Times New Roman" pitchFamily="18" charset="0"/>
                <a:ea typeface="+mn-ea"/>
                <a:cs typeface="+mn-cs"/>
              </a:rPr>
              <a:t>init</a:t>
            </a:r>
            <a:r>
              <a:rPr lang="en-US" sz="1200" b="0" i="0" u="none" strike="noStrike" kern="1200" baseline="0" dirty="0">
                <a:solidFill>
                  <a:schemeClr val="tx1"/>
                </a:solidFill>
                <a:latin typeface="Times New Roman" pitchFamily="18" charset="0"/>
                <a:ea typeface="+mn-ea"/>
                <a:cs typeface="+mn-cs"/>
              </a:rPr>
              <a:t> level at which the entry is executed.</a:t>
            </a:r>
          </a:p>
          <a:p>
            <a:r>
              <a:rPr lang="en-US" sz="1200" b="0" i="0" u="none" strike="noStrike" kern="1200" baseline="0" dirty="0">
                <a:solidFill>
                  <a:schemeClr val="tx1"/>
                </a:solidFill>
                <a:latin typeface="Times New Roman" pitchFamily="18" charset="0"/>
                <a:ea typeface="+mn-ea"/>
                <a:cs typeface="+mn-cs"/>
              </a:rPr>
              <a:t>• action:a—A keyword indicating the action that </a:t>
            </a:r>
            <a:r>
              <a:rPr lang="en-US" sz="1200" b="0" i="0" u="none" strike="noStrike" kern="1200" baseline="0">
                <a:solidFill>
                  <a:schemeClr val="tx1"/>
                </a:solidFill>
                <a:latin typeface="Times New Roman" pitchFamily="18" charset="0"/>
                <a:ea typeface="+mn-ea"/>
                <a:cs typeface="+mn-cs"/>
              </a:rPr>
              <a:t>init</a:t>
            </a:r>
            <a:r>
              <a:rPr lang="en-US" sz="1200" b="0" i="0" u="none" strike="noStrike" kern="1200" baseline="0" dirty="0">
                <a:solidFill>
                  <a:schemeClr val="tx1"/>
                </a:solidFill>
                <a:latin typeface="Times New Roman" pitchFamily="18" charset="0"/>
                <a:ea typeface="+mn-ea"/>
                <a:cs typeface="+mn-cs"/>
              </a:rPr>
              <a:t> is to take on the process.</a:t>
            </a:r>
          </a:p>
          <a:p>
            <a:r>
              <a:rPr lang="en-US" sz="1200" b="0" i="0" u="none" strike="noStrike" kern="1200" baseline="0" dirty="0">
                <a:solidFill>
                  <a:schemeClr val="tx1"/>
                </a:solidFill>
                <a:latin typeface="Times New Roman" pitchFamily="18" charset="0"/>
                <a:ea typeface="+mn-ea"/>
                <a:cs typeface="+mn-cs"/>
              </a:rPr>
              <a:t>• process—The process </a:t>
            </a:r>
            <a:r>
              <a:rPr lang="en-US" sz="1200" b="0" i="0" u="none" strike="noStrike" kern="1200" baseline="0">
                <a:solidFill>
                  <a:schemeClr val="tx1"/>
                </a:solidFill>
                <a:latin typeface="Times New Roman" pitchFamily="18" charset="0"/>
                <a:ea typeface="+mn-ea"/>
                <a:cs typeface="+mn-cs"/>
              </a:rPr>
              <a:t>init</a:t>
            </a:r>
            <a:r>
              <a:rPr lang="en-US" sz="1200" b="0" i="0" u="none" strike="noStrike" kern="1200" baseline="0" dirty="0">
                <a:solidFill>
                  <a:schemeClr val="tx1"/>
                </a:solidFill>
                <a:latin typeface="Times New Roman" pitchFamily="18" charset="0"/>
                <a:ea typeface="+mn-ea"/>
                <a:cs typeface="+mn-cs"/>
              </a:rPr>
              <a:t> executes upon entering the specified run level.</a:t>
            </a:r>
          </a:p>
          <a:p>
            <a:r>
              <a:rPr lang="en-US" sz="1200" b="0" i="0" u="none" strike="noStrike" kern="1200" baseline="0" dirty="0">
                <a:solidFill>
                  <a:schemeClr val="tx1"/>
                </a:solidFill>
                <a:latin typeface="Times New Roman" pitchFamily="18" charset="0"/>
                <a:ea typeface="+mn-ea"/>
                <a:cs typeface="+mn-cs"/>
              </a:rPr>
              <a:t>• boot—Starts the process and continues to the next entry without waiting for the</a:t>
            </a:r>
          </a:p>
          <a:p>
            <a:r>
              <a:rPr lang="en-US" sz="1200" b="0" i="0" u="none" strike="noStrike" kern="1200" baseline="0" dirty="0">
                <a:solidFill>
                  <a:schemeClr val="tx1"/>
                </a:solidFill>
                <a:latin typeface="Times New Roman" pitchFamily="18" charset="0"/>
                <a:ea typeface="+mn-ea"/>
                <a:cs typeface="+mn-cs"/>
              </a:rPr>
              <a:t>process to complete. When the process dies, </a:t>
            </a:r>
            <a:r>
              <a:rPr lang="en-US" sz="1200" b="0" i="0" u="none" strike="noStrike" kern="1200" baseline="0">
                <a:solidFill>
                  <a:schemeClr val="tx1"/>
                </a:solidFill>
                <a:latin typeface="Times New Roman" pitchFamily="18" charset="0"/>
                <a:ea typeface="+mn-ea"/>
                <a:cs typeface="+mn-cs"/>
              </a:rPr>
              <a:t>init</a:t>
            </a:r>
            <a:r>
              <a:rPr lang="en-US" sz="1200" b="0" i="0" u="none" strike="noStrike" kern="1200" baseline="0" dirty="0">
                <a:solidFill>
                  <a:schemeClr val="tx1"/>
                </a:solidFill>
                <a:latin typeface="Times New Roman" pitchFamily="18" charset="0"/>
                <a:ea typeface="+mn-ea"/>
                <a:cs typeface="+mn-cs"/>
              </a:rPr>
              <a:t> does not restart the process.</a:t>
            </a:r>
          </a:p>
          <a:p>
            <a:r>
              <a:rPr lang="en-US" sz="1200" b="0" i="0" u="none" strike="noStrike" kern="1200" baseline="0" dirty="0">
                <a:solidFill>
                  <a:schemeClr val="tx1"/>
                </a:solidFill>
                <a:latin typeface="Times New Roman" pitchFamily="18" charset="0"/>
                <a:ea typeface="+mn-ea"/>
                <a:cs typeface="+mn-cs"/>
              </a:rPr>
              <a:t>• bootwait—Starts the process once and waits for it to terminate before going on to the next </a:t>
            </a:r>
            <a:r>
              <a:rPr lang="en-US" sz="1200" b="0" i="0" u="none" strike="noStrike" kern="1200" baseline="0">
                <a:solidFill>
                  <a:schemeClr val="tx1"/>
                </a:solidFill>
                <a:latin typeface="Times New Roman" pitchFamily="18" charset="0"/>
                <a:ea typeface="+mn-ea"/>
                <a:cs typeface="+mn-cs"/>
              </a:rPr>
              <a:t>inittab</a:t>
            </a:r>
            <a:r>
              <a:rPr lang="en-US" sz="1200" b="0" i="0" u="none" strike="noStrike" kern="1200" baseline="0" dirty="0">
                <a:solidFill>
                  <a:schemeClr val="tx1"/>
                </a:solidFill>
                <a:latin typeface="Times New Roman" pitchFamily="18" charset="0"/>
                <a:ea typeface="+mn-ea"/>
                <a:cs typeface="+mn-cs"/>
              </a:rPr>
              <a:t> entry.</a:t>
            </a:r>
          </a:p>
          <a:p>
            <a:r>
              <a:rPr lang="en-US" sz="1200" b="0" i="0" u="none" strike="noStrike" kern="1200" baseline="0" dirty="0">
                <a:solidFill>
                  <a:schemeClr val="tx1"/>
                </a:solidFill>
                <a:latin typeface="Times New Roman" pitchFamily="18" charset="0"/>
                <a:ea typeface="+mn-ea"/>
                <a:cs typeface="+mn-cs"/>
              </a:rPr>
              <a:t>• </a:t>
            </a:r>
            <a:r>
              <a:rPr lang="en-US" sz="1200" b="0" i="0" u="none" strike="noStrike" kern="1200" baseline="0">
                <a:solidFill>
                  <a:schemeClr val="tx1"/>
                </a:solidFill>
                <a:latin typeface="Times New Roman" pitchFamily="18" charset="0"/>
                <a:ea typeface="+mn-ea"/>
                <a:cs typeface="+mn-cs"/>
              </a:rPr>
              <a:t>initdefault</a:t>
            </a:r>
            <a:r>
              <a:rPr lang="en-US" sz="1200" b="0" i="0" u="none" strike="noStrike" kern="1200" baseline="0" dirty="0">
                <a:solidFill>
                  <a:schemeClr val="tx1"/>
                </a:solidFill>
                <a:latin typeface="Times New Roman" pitchFamily="18" charset="0"/>
                <a:ea typeface="+mn-ea"/>
                <a:cs typeface="+mn-cs"/>
              </a:rPr>
              <a:t>—Determines which run level to enter initially, using the highest number in the run_level field. If there is no </a:t>
            </a:r>
            <a:r>
              <a:rPr lang="en-US" sz="1200" b="0" i="0" u="none" strike="noStrike" kern="1200" baseline="0">
                <a:solidFill>
                  <a:schemeClr val="tx1"/>
                </a:solidFill>
                <a:latin typeface="Times New Roman" pitchFamily="18" charset="0"/>
                <a:ea typeface="+mn-ea"/>
                <a:cs typeface="+mn-cs"/>
              </a:rPr>
              <a:t>initdefault</a:t>
            </a:r>
            <a:r>
              <a:rPr lang="en-US" sz="1200" b="0" i="0" u="none" strike="noStrike" kern="1200" baseline="0" dirty="0">
                <a:solidFill>
                  <a:schemeClr val="tx1"/>
                </a:solidFill>
                <a:latin typeface="Times New Roman" pitchFamily="18" charset="0"/>
                <a:ea typeface="+mn-ea"/>
                <a:cs typeface="+mn-cs"/>
              </a:rPr>
              <a:t> entry in </a:t>
            </a:r>
            <a:r>
              <a:rPr lang="en-US" sz="1200" b="0" i="0" u="none" strike="noStrike" kern="1200" baseline="0">
                <a:solidFill>
                  <a:schemeClr val="tx1"/>
                </a:solidFill>
                <a:latin typeface="Times New Roman" pitchFamily="18" charset="0"/>
                <a:ea typeface="+mn-ea"/>
                <a:cs typeface="+mn-cs"/>
              </a:rPr>
              <a:t>inittab</a:t>
            </a:r>
            <a:r>
              <a:rPr lang="en-US" sz="1200" b="0" i="0" u="none" strike="noStrike" kern="1200" baseline="0" dirty="0">
                <a:solidFill>
                  <a:schemeClr val="tx1"/>
                </a:solidFill>
                <a:latin typeface="Times New Roman" pitchFamily="18" charset="0"/>
                <a:ea typeface="+mn-ea"/>
                <a:cs typeface="+mn-cs"/>
              </a:rPr>
              <a:t>, then </a:t>
            </a:r>
            <a:r>
              <a:rPr lang="en-US" sz="1200" b="0" i="0" u="none" strike="noStrike" kern="1200" baseline="0">
                <a:solidFill>
                  <a:schemeClr val="tx1"/>
                </a:solidFill>
                <a:latin typeface="Times New Roman" pitchFamily="18" charset="0"/>
                <a:ea typeface="+mn-ea"/>
                <a:cs typeface="+mn-cs"/>
              </a:rPr>
              <a:t>init</a:t>
            </a:r>
            <a:r>
              <a:rPr lang="en-US" sz="1200" b="0" i="0" u="none" strike="noStrike" kern="1200" baseline="0" dirty="0">
                <a:solidFill>
                  <a:schemeClr val="tx1"/>
                </a:solidFill>
                <a:latin typeface="Times New Roman" pitchFamily="18" charset="0"/>
                <a:ea typeface="+mn-ea"/>
                <a:cs typeface="+mn-cs"/>
              </a:rPr>
              <a:t> requests an initial run level from the user at boot time.</a:t>
            </a:r>
          </a:p>
          <a:p>
            <a:r>
              <a:rPr lang="en-US" sz="1200" b="0" i="0" u="none" strike="noStrike" kern="1200" baseline="0" dirty="0">
                <a:solidFill>
                  <a:schemeClr val="tx1"/>
                </a:solidFill>
                <a:latin typeface="Times New Roman" pitchFamily="18" charset="0"/>
                <a:ea typeface="+mn-ea"/>
                <a:cs typeface="+mn-cs"/>
              </a:rPr>
              <a:t>• sysinit—Starts the process the first time </a:t>
            </a:r>
            <a:r>
              <a:rPr lang="en-US" sz="1200" b="0" i="0" u="none" strike="noStrike" kern="1200" baseline="0">
                <a:solidFill>
                  <a:schemeClr val="tx1"/>
                </a:solidFill>
                <a:latin typeface="Times New Roman" pitchFamily="18" charset="0"/>
                <a:ea typeface="+mn-ea"/>
                <a:cs typeface="+mn-cs"/>
              </a:rPr>
              <a:t>init</a:t>
            </a:r>
            <a:r>
              <a:rPr lang="en-US" sz="1200" b="0" i="0" u="none" strike="noStrike" kern="1200" baseline="0" dirty="0">
                <a:solidFill>
                  <a:schemeClr val="tx1"/>
                </a:solidFill>
                <a:latin typeface="Times New Roman" pitchFamily="18" charset="0"/>
                <a:ea typeface="+mn-ea"/>
                <a:cs typeface="+mn-cs"/>
              </a:rPr>
              <a:t> reads the table and waits for it to terminate before going on to the next </a:t>
            </a:r>
            <a:r>
              <a:rPr lang="en-US" sz="1200" b="0" i="0" u="none" strike="noStrike" kern="1200" baseline="0">
                <a:solidFill>
                  <a:schemeClr val="tx1"/>
                </a:solidFill>
                <a:latin typeface="Times New Roman" pitchFamily="18" charset="0"/>
                <a:ea typeface="+mn-ea"/>
                <a:cs typeface="+mn-cs"/>
              </a:rPr>
              <a:t>inittab</a:t>
            </a:r>
            <a:r>
              <a:rPr lang="en-US" sz="1200" b="0" i="0" u="none" strike="noStrike" kern="1200" baseline="0" dirty="0">
                <a:solidFill>
                  <a:schemeClr val="tx1"/>
                </a:solidFill>
                <a:latin typeface="Times New Roman" pitchFamily="18" charset="0"/>
                <a:ea typeface="+mn-ea"/>
                <a:cs typeface="+mn-cs"/>
              </a:rPr>
              <a:t> entry.</a:t>
            </a: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28</a:t>
            </a:fld>
            <a:endParaRPr lang="en-US" dirty="0"/>
          </a:p>
        </p:txBody>
      </p:sp>
    </p:spTree>
    <p:extLst>
      <p:ext uri="{BB962C8B-B14F-4D97-AF65-F5344CB8AC3E}">
        <p14:creationId xmlns:p14="http://schemas.microsoft.com/office/powerpoint/2010/main" val="20801213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29</a:t>
            </a:fld>
            <a:endParaRPr lang="en-US" dirty="0"/>
          </a:p>
        </p:txBody>
      </p:sp>
    </p:spTree>
    <p:extLst>
      <p:ext uri="{BB962C8B-B14F-4D97-AF65-F5344CB8AC3E}">
        <p14:creationId xmlns:p14="http://schemas.microsoft.com/office/powerpoint/2010/main" val="9346274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Times New Roman" pitchFamily="18" charset="0"/>
                <a:ea typeface="+mn-ea"/>
                <a:cs typeface="+mn-cs"/>
              </a:rPr>
              <a:t>Many devices, such as floppy and CD-ROM drives, are mounted in the /mnt directory. Any drive must be mounted prior to its use. The process of mounting a drive simply involves the operating system accessing it and loading it into memory. Modern Linux distributions do this for you. From a forensic perspective, checking this directory lets you know what things are currently mounted on the system.</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30</a:t>
            </a:fld>
            <a:endParaRPr lang="en-US" dirty="0"/>
          </a:p>
        </p:txBody>
      </p:sp>
    </p:spTree>
    <p:extLst>
      <p:ext uri="{BB962C8B-B14F-4D97-AF65-F5344CB8AC3E}">
        <p14:creationId xmlns:p14="http://schemas.microsoft.com/office/powerpoint/2010/main" val="29379991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a:solidFill>
                  <a:schemeClr val="tx1"/>
                </a:solidFill>
                <a:effectLst/>
                <a:latin typeface="Times New Roman" pitchFamily="18" charset="0"/>
                <a:ea typeface="+mn-ea"/>
                <a:cs typeface="+mn-cs"/>
              </a:rPr>
              <a:t>The boot directory contains those files critical for booting. Your boot loader (whether it is LILO or GRUB) looks in this directory. It is a common practice to keep kernel images in this directory.</a:t>
            </a:r>
          </a:p>
          <a:p>
            <a:r>
              <a:rPr lang="en-US" sz="1200" kern="1200">
                <a:solidFill>
                  <a:schemeClr val="tx1"/>
                </a:solidFill>
                <a:effectLst/>
                <a:latin typeface="Times New Roman" pitchFamily="18" charset="0"/>
                <a:ea typeface="+mn-ea"/>
                <a:cs typeface="+mn-cs"/>
              </a:rPr>
              <a:t> </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31</a:t>
            </a:fld>
            <a:endParaRPr lang="en-US" dirty="0"/>
          </a:p>
        </p:txBody>
      </p:sp>
    </p:spTree>
    <p:extLst>
      <p:ext uri="{BB962C8B-B14F-4D97-AF65-F5344CB8AC3E}">
        <p14:creationId xmlns:p14="http://schemas.microsoft.com/office/powerpoint/2010/main" val="36033131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Times New Roman" pitchFamily="18" charset="0"/>
                <a:ea typeface="+mn-ea"/>
                <a:cs typeface="+mn-cs"/>
              </a:rPr>
              <a:t>This directory contains the subdirectories for individual users. In cases of suspected corporate espionage, these directories might contain valuable evidence.</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32</a:t>
            </a:fld>
            <a:endParaRPr lang="en-US" dirty="0"/>
          </a:p>
        </p:txBody>
      </p:sp>
    </p:spTree>
    <p:extLst>
      <p:ext uri="{BB962C8B-B14F-4D97-AF65-F5344CB8AC3E}">
        <p14:creationId xmlns:p14="http://schemas.microsoft.com/office/powerpoint/2010/main" val="36123948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Times New Roman" pitchFamily="18" charset="0"/>
                <a:ea typeface="+mn-ea"/>
                <a:cs typeface="+mn-cs"/>
              </a:rPr>
              <a:t>The /var directory contains data that is changed during system operation. This directory is only useful on a live system. Once you shut down the system, the contents of this directory will be different the next time the system is booted up.</a:t>
            </a:r>
          </a:p>
          <a:p>
            <a:endParaRPr lang="en-US"/>
          </a:p>
          <a:p>
            <a:pPr marL="0" marR="0" indent="0" algn="l" defTabSz="914400" rtl="0" eaLnBrk="0" fontAlgn="base" latinLnBrk="0" hangingPunct="0">
              <a:lnSpc>
                <a:spcPct val="100000"/>
              </a:lnSpc>
              <a:spcBef>
                <a:spcPct val="30000"/>
              </a:spcBef>
              <a:spcAft>
                <a:spcPct val="0"/>
              </a:spcAft>
              <a:buClrTx/>
              <a:buSzTx/>
              <a:buFontTx/>
              <a:buNone/>
              <a:tabLst/>
              <a:defRPr/>
            </a:pPr>
            <a:r>
              <a:rPr lang="en-US"/>
              <a:t>The /varspool</a:t>
            </a:r>
            <a:r>
              <a:rPr lang="en-US" baseline="0"/>
              <a:t> </a:t>
            </a:r>
            <a:r>
              <a:rPr lang="en-US" sz="1200" kern="1200">
                <a:solidFill>
                  <a:schemeClr val="tx1"/>
                </a:solidFill>
                <a:effectLst/>
                <a:latin typeface="Times New Roman" pitchFamily="18" charset="0"/>
                <a:ea typeface="+mn-ea"/>
                <a:cs typeface="+mn-cs"/>
              </a:rPr>
              <a:t>directory contains the print queue, so it can be very important if something is currently in the print queue.</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33</a:t>
            </a:fld>
            <a:endParaRPr lang="en-US" dirty="0"/>
          </a:p>
        </p:txBody>
      </p:sp>
    </p:spTree>
    <p:extLst>
      <p:ext uri="{BB962C8B-B14F-4D97-AF65-F5344CB8AC3E}">
        <p14:creationId xmlns:p14="http://schemas.microsoft.com/office/powerpoint/2010/main" val="27902379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171450" indent="-171450">
              <a:buFont typeface="Arial" pitchFamily="34" charset="0"/>
              <a:buChar char="•"/>
            </a:pPr>
            <a:r>
              <a:rPr lang="en-US"/>
              <a:t>Not </a:t>
            </a:r>
            <a:r>
              <a:rPr lang="en-US" dirty="0"/>
              <a:t>stored on hard disk</a:t>
            </a:r>
          </a:p>
          <a:p>
            <a:pPr marL="171450" indent="-171450">
              <a:buFont typeface="Arial" pitchFamily="34" charset="0"/>
              <a:buChar char="•"/>
            </a:pPr>
            <a:r>
              <a:rPr lang="en-US" dirty="0"/>
              <a:t>Is created in memory and keeps information about currently running processes</a:t>
            </a:r>
          </a:p>
          <a:p>
            <a:pPr marL="171450" indent="-171450">
              <a:buFont typeface="Arial" pitchFamily="34" charset="0"/>
              <a:buChar char="•"/>
            </a:pPr>
            <a:r>
              <a:rPr lang="en-US" dirty="0"/>
              <a:t>Contains subdirectories that can be used to recover files and evidence</a:t>
            </a:r>
          </a:p>
          <a:p>
            <a:pPr marL="171450" indent="-171450">
              <a:buFont typeface="Arial" pitchFamily="34" charset="0"/>
              <a:buChar char="•"/>
            </a:pPr>
            <a:endParaRPr lang="en-US" dirty="0"/>
          </a:p>
          <a:p>
            <a:r>
              <a:rPr lang="en-US" sz="1200" b="0" i="0" u="none" strike="noStrike" kern="1200" baseline="0" dirty="0">
                <a:solidFill>
                  <a:schemeClr val="tx1"/>
                </a:solidFill>
                <a:latin typeface="Times New Roman" pitchFamily="18" charset="0"/>
                <a:ea typeface="+mn-ea"/>
                <a:cs typeface="+mn-cs"/>
              </a:rPr>
              <a:t>Assume that an intruder has downloaded a password cracker and is attempting to crack system passwords. The tool is attempting a number of passwords</a:t>
            </a:r>
          </a:p>
          <a:p>
            <a:r>
              <a:rPr lang="en-US" sz="1200" b="0" i="0" u="none" strike="noStrike" kern="1200" baseline="0" dirty="0">
                <a:solidFill>
                  <a:schemeClr val="tx1"/>
                </a:solidFill>
                <a:latin typeface="Times New Roman" pitchFamily="18" charset="0"/>
                <a:ea typeface="+mn-ea"/>
                <a:cs typeface="+mn-cs"/>
              </a:rPr>
              <a:t>in a text file called pass. The intruder subsequently deletes both the executable and the text file, but the process is still running in memory. You can use ps or pstree to find the running processes and get the process ID. Assume the process ID is 3201. Now in the /proc directory, you can find /proc/3201. If you simply copy the executable from /proc to some other directory, it recovers that deleted executable. Of course, this works only on a live system, prior to shutting it down.</a:t>
            </a:r>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34</a:t>
            </a:fld>
            <a:endParaRPr lang="en-US" dirty="0"/>
          </a:p>
        </p:txBody>
      </p:sp>
    </p:spTree>
    <p:extLst>
      <p:ext uri="{BB962C8B-B14F-4D97-AF65-F5344CB8AC3E}">
        <p14:creationId xmlns:p14="http://schemas.microsoft.com/office/powerpoint/2010/main" val="16184347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35</a:t>
            </a:fld>
            <a:endParaRPr lang="en-US" dirty="0"/>
          </a:p>
        </p:txBody>
      </p:sp>
    </p:spTree>
    <p:extLst>
      <p:ext uri="{BB962C8B-B14F-4D97-AF65-F5344CB8AC3E}">
        <p14:creationId xmlns:p14="http://schemas.microsoft.com/office/powerpoint/2010/main" val="20021729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GB" sz="1200" kern="1200">
                <a:solidFill>
                  <a:schemeClr val="tx1"/>
                </a:solidFill>
                <a:effectLst/>
                <a:latin typeface="Times New Roman" pitchFamily="18" charset="0"/>
                <a:ea typeface="+mn-ea"/>
                <a:cs typeface="+mn-cs"/>
              </a:rPr>
              <a:t>When your system boots up, you see a lot of information telling you what processes are starting, what processes failed, what hardware is being initialized, and more. This can be invaluable information to a forensic investigation. You can use the dmesg command to view all the messages that were displayed during the boot process. </a:t>
            </a:r>
            <a:endParaRPr lang="en-US" sz="1200" kern="1200">
              <a:solidFill>
                <a:schemeClr val="tx1"/>
              </a:solidFill>
              <a:effectLst/>
              <a:latin typeface="Times New Roman" pitchFamily="18" charset="0"/>
              <a:ea typeface="+mn-ea"/>
              <a:cs typeface="+mn-cs"/>
            </a:endParaRPr>
          </a:p>
          <a:p>
            <a:r>
              <a:rPr lang="en-GB" sz="1200" kern="1200">
                <a:solidFill>
                  <a:schemeClr val="tx1"/>
                </a:solidFill>
                <a:effectLst/>
                <a:latin typeface="Times New Roman" pitchFamily="18" charset="0"/>
                <a:ea typeface="+mn-ea"/>
                <a:cs typeface="+mn-cs"/>
              </a:rPr>
              <a:t> </a:t>
            </a:r>
            <a:endParaRPr lang="en-US" sz="1200" kern="1200">
              <a:solidFill>
                <a:schemeClr val="tx1"/>
              </a:solidFill>
              <a:effectLst/>
              <a:latin typeface="Times New Roman" pitchFamily="18" charset="0"/>
              <a:ea typeface="+mn-ea"/>
              <a:cs typeface="+mn-cs"/>
            </a:endParaRPr>
          </a:p>
          <a:p>
            <a:r>
              <a:rPr lang="en-GB" sz="1200" kern="1200">
                <a:solidFill>
                  <a:schemeClr val="tx1"/>
                </a:solidFill>
                <a:effectLst/>
                <a:latin typeface="Times New Roman" pitchFamily="18" charset="0"/>
                <a:ea typeface="+mn-ea"/>
                <a:cs typeface="+mn-cs"/>
              </a:rPr>
              <a:t>The command dmesg displays the messages for you. However, it does tend to fill up multiple screens. It is recommended that you simply pipe the output to some file (for example, dmesg&gt;myfile.txt) and then search that file. </a:t>
            </a:r>
            <a:endParaRPr lang="en-US" sz="1200" kern="1200">
              <a:solidFill>
                <a:schemeClr val="tx1"/>
              </a:solidFill>
              <a:effectLst/>
              <a:latin typeface="Times New Roman" pitchFamily="18" charset="0"/>
              <a:ea typeface="+mn-ea"/>
              <a:cs typeface="+mn-cs"/>
            </a:endParaRP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36</a:t>
            </a:fld>
            <a:endParaRPr lang="en-US" dirty="0"/>
          </a:p>
        </p:txBody>
      </p:sp>
    </p:spTree>
    <p:extLst>
      <p:ext uri="{BB962C8B-B14F-4D97-AF65-F5344CB8AC3E}">
        <p14:creationId xmlns:p14="http://schemas.microsoft.com/office/powerpoint/2010/main" val="32202731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pstree command is similar to the ps command, except it shows all the processes in the form of a tree structure.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tree format gives more information particular to a given forensic investigation.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Not only will you know what processes are running, but also which process initiated those processes. </a:t>
            </a:r>
            <a:endParaRPr lang="en-US" sz="1200" kern="1200">
              <a:solidFill>
                <a:schemeClr val="tx1"/>
              </a:solidFill>
              <a:effectLst/>
              <a:latin typeface="Times New Roman" pitchFamily="18" charset="0"/>
              <a:ea typeface="+mn-ea"/>
              <a:cs typeface="+mn-cs"/>
            </a:endParaRP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37</a:t>
            </a:fld>
            <a:endParaRPr lang="en-US" dirty="0"/>
          </a:p>
        </p:txBody>
      </p:sp>
    </p:spTree>
    <p:extLst>
      <p:ext uri="{BB962C8B-B14F-4D97-AF65-F5344CB8AC3E}">
        <p14:creationId xmlns:p14="http://schemas.microsoft.com/office/powerpoint/2010/main" val="41983514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file command can tell you exactly what a file is regardless of whether or not it has been renamed or had its extension changed. This can be very important in a forensic investigation. The file command will help you in situations where the criminal has changed the file extension to make the file appear to be something other than what it is. </a:t>
            </a:r>
            <a:endParaRPr lang="en-US" sz="1200" kern="1200">
              <a:solidFill>
                <a:schemeClr val="tx1"/>
              </a:solidFill>
              <a:effectLst/>
              <a:latin typeface="Times New Roman" pitchFamily="18" charset="0"/>
              <a:ea typeface="+mn-ea"/>
              <a:cs typeface="+mn-cs"/>
            </a:endParaRP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38</a:t>
            </a:fld>
            <a:endParaRPr lang="en-US" dirty="0"/>
          </a:p>
        </p:txBody>
      </p:sp>
    </p:spTree>
    <p:extLst>
      <p:ext uri="{BB962C8B-B14F-4D97-AF65-F5344CB8AC3E}">
        <p14:creationId xmlns:p14="http://schemas.microsoft.com/office/powerpoint/2010/main" val="16752959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a:solidFill>
                  <a:schemeClr val="tx1"/>
                </a:solidFill>
                <a:effectLst/>
                <a:latin typeface="Times New Roman" pitchFamily="18" charset="0"/>
                <a:ea typeface="+mn-ea"/>
                <a:cs typeface="+mn-cs"/>
              </a:rPr>
              <a:t>When you refer to a file by name, the operating system uses the filename to look up the corresponding </a:t>
            </a:r>
            <a:r>
              <a:rPr lang="en-US" sz="1200" b="1" kern="1200">
                <a:solidFill>
                  <a:schemeClr val="tx1"/>
                </a:solidFill>
                <a:effectLst/>
                <a:latin typeface="Times New Roman" pitchFamily="18" charset="0"/>
                <a:ea typeface="+mn-ea"/>
                <a:cs typeface="+mn-cs"/>
              </a:rPr>
              <a:t>inode</a:t>
            </a:r>
            <a:r>
              <a:rPr lang="en-US" sz="1200" kern="1200">
                <a:solidFill>
                  <a:schemeClr val="tx1"/>
                </a:solidFill>
                <a:effectLst/>
                <a:latin typeface="Times New Roman" pitchFamily="18" charset="0"/>
                <a:ea typeface="+mn-ea"/>
                <a:cs typeface="+mn-cs"/>
              </a:rPr>
              <a:t>, which then enables the system to obtain the information it needs about the file to perform further operations.</a:t>
            </a:r>
          </a:p>
          <a:p>
            <a:r>
              <a:rPr lang="en-US" sz="1200" kern="1200">
                <a:solidFill>
                  <a:schemeClr val="tx1"/>
                </a:solidFill>
                <a:effectLst/>
                <a:latin typeface="Times New Roman" pitchFamily="18" charset="0"/>
                <a:ea typeface="+mn-ea"/>
                <a:cs typeface="+mn-cs"/>
              </a:rPr>
              <a:t> </a:t>
            </a:r>
          </a:p>
          <a:p>
            <a:r>
              <a:rPr lang="en-US" sz="1200" kern="1200">
                <a:solidFill>
                  <a:schemeClr val="tx1"/>
                </a:solidFill>
                <a:effectLst/>
                <a:latin typeface="Times New Roman" pitchFamily="18" charset="0"/>
                <a:ea typeface="+mn-ea"/>
                <a:cs typeface="+mn-cs"/>
              </a:rPr>
              <a:t>From the operating system’s perspective, a filename is really just an entry in a table with inode numbers. The name is just a human-readable method of locating the inode number. The inode is a link to the file. The operating system keeps a count of references to this link. When the reference count reaches zero, the file is deleted. This is why deleted files can sometimes be recovered.</a:t>
            </a:r>
          </a:p>
          <a:p>
            <a:r>
              <a:rPr lang="en-US" sz="1200" kern="1200">
                <a:solidFill>
                  <a:schemeClr val="tx1"/>
                </a:solidFill>
                <a:effectLst/>
                <a:latin typeface="Times New Roman" pitchFamily="18" charset="0"/>
                <a:ea typeface="+mn-ea"/>
                <a:cs typeface="+mn-cs"/>
              </a:rPr>
              <a:t> </a:t>
            </a:r>
          </a:p>
          <a:p>
            <a:r>
              <a:rPr lang="en-US" sz="1200" kern="1200">
                <a:solidFill>
                  <a:schemeClr val="tx1"/>
                </a:solidFill>
                <a:effectLst/>
                <a:latin typeface="Times New Roman" pitchFamily="18" charset="0"/>
                <a:ea typeface="+mn-ea"/>
                <a:cs typeface="+mn-cs"/>
              </a:rPr>
              <a:t>There are many methods for recovering deleted files in Linux. One manual method is to:</a:t>
            </a:r>
          </a:p>
          <a:p>
            <a:r>
              <a:rPr lang="en-US" sz="1200" b="0" i="0" u="none" strike="noStrike" kern="1200" baseline="0">
                <a:solidFill>
                  <a:schemeClr val="tx1"/>
                </a:solidFill>
                <a:latin typeface="Times New Roman" pitchFamily="18" charset="0"/>
                <a:ea typeface="+mn-ea"/>
                <a:cs typeface="+mn-cs"/>
              </a:rPr>
              <a:t>1</a:t>
            </a:r>
            <a:r>
              <a:rPr lang="en-US" sz="1200" b="0" i="0" u="none" strike="noStrike" kern="1200" baseline="0" dirty="0">
                <a:solidFill>
                  <a:schemeClr val="tx1"/>
                </a:solidFill>
                <a:latin typeface="Times New Roman" pitchFamily="18" charset="0"/>
                <a:ea typeface="+mn-ea"/>
                <a:cs typeface="+mn-cs"/>
              </a:rPr>
              <a:t>. Move the system to single-user mode. The </a:t>
            </a:r>
            <a:r>
              <a:rPr lang="en-US" sz="1200" b="0" i="0" u="none" strike="noStrike" kern="1200" baseline="0">
                <a:solidFill>
                  <a:schemeClr val="tx1"/>
                </a:solidFill>
                <a:latin typeface="Times New Roman" pitchFamily="18" charset="0"/>
                <a:ea typeface="+mn-ea"/>
                <a:cs typeface="+mn-cs"/>
              </a:rPr>
              <a:t>init</a:t>
            </a:r>
            <a:r>
              <a:rPr lang="en-US" sz="1200" b="0" i="0" u="none" strike="noStrike" kern="1200" baseline="0" dirty="0">
                <a:solidFill>
                  <a:schemeClr val="tx1"/>
                </a:solidFill>
                <a:latin typeface="Times New Roman" pitchFamily="18" charset="0"/>
                <a:ea typeface="+mn-ea"/>
                <a:cs typeface="+mn-cs"/>
              </a:rPr>
              <a:t> command can be used for this purpose.</a:t>
            </a:r>
          </a:p>
          <a:p>
            <a:r>
              <a:rPr lang="en-US" sz="1200" b="0" i="0" u="none" strike="noStrike" kern="1200" baseline="0">
                <a:solidFill>
                  <a:schemeClr val="tx1"/>
                </a:solidFill>
                <a:latin typeface="Times New Roman" pitchFamily="18" charset="0"/>
                <a:ea typeface="+mn-ea"/>
                <a:cs typeface="+mn-cs"/>
              </a:rPr>
              <a:t>2</a:t>
            </a:r>
            <a:r>
              <a:rPr lang="en-US" sz="1200" b="0" i="0" u="none" strike="noStrike" kern="1200" baseline="0" dirty="0">
                <a:solidFill>
                  <a:schemeClr val="tx1"/>
                </a:solidFill>
                <a:latin typeface="Times New Roman" pitchFamily="18" charset="0"/>
                <a:ea typeface="+mn-ea"/>
                <a:cs typeface="+mn-cs"/>
              </a:rPr>
              <a:t>. Once you have moved to single user mode, there are several methods you might use. The following is a rather traditional UNIX/Linux method using the grep</a:t>
            </a:r>
          </a:p>
          <a:p>
            <a:r>
              <a:rPr lang="en-US" sz="1200" b="0" i="0" u="none" strike="noStrike" kern="1200" baseline="0" dirty="0">
                <a:solidFill>
                  <a:schemeClr val="tx1"/>
                </a:solidFill>
                <a:latin typeface="Times New Roman" pitchFamily="18" charset="0"/>
                <a:ea typeface="+mn-ea"/>
                <a:cs typeface="+mn-cs"/>
              </a:rPr>
              <a:t>command. Use the following grep syntax:</a:t>
            </a:r>
          </a:p>
          <a:p>
            <a:endParaRPr lang="en-US" sz="1200" b="0" i="0" u="none" strike="noStrike" kern="1200" baseline="0">
              <a:solidFill>
                <a:schemeClr val="tx1"/>
              </a:solidFill>
              <a:latin typeface="Courier New" pitchFamily="49" charset="0"/>
              <a:ea typeface="+mn-ea"/>
              <a:cs typeface="Courier New" pitchFamily="49" charset="0"/>
            </a:endParaRPr>
          </a:p>
          <a:p>
            <a:r>
              <a:rPr lang="en-US" sz="1200" b="0" i="0" u="none" strike="noStrike" kern="1200" baseline="0">
                <a:solidFill>
                  <a:schemeClr val="tx1"/>
                </a:solidFill>
                <a:latin typeface="Courier New" pitchFamily="49" charset="0"/>
                <a:ea typeface="+mn-ea"/>
                <a:cs typeface="Courier New" pitchFamily="49" charset="0"/>
              </a:rPr>
              <a:t>grep </a:t>
            </a:r>
            <a:r>
              <a:rPr lang="en-US" sz="1200" b="0" i="0" u="none" strike="noStrike" kern="1200" baseline="0" dirty="0">
                <a:solidFill>
                  <a:schemeClr val="tx1"/>
                </a:solidFill>
                <a:latin typeface="Courier New" pitchFamily="49" charset="0"/>
                <a:ea typeface="+mn-ea"/>
                <a:cs typeface="Courier New" pitchFamily="49" charset="0"/>
              </a:rPr>
              <a:t>-b ‘search-text’ /dev/partition &gt; file.txt</a:t>
            </a:r>
          </a:p>
          <a:p>
            <a:r>
              <a:rPr lang="en-US" sz="1200" b="0" i="0" u="none" strike="noStrike" kern="1200" baseline="0" dirty="0">
                <a:solidFill>
                  <a:schemeClr val="tx1"/>
                </a:solidFill>
                <a:latin typeface="Times New Roman" pitchFamily="18" charset="0"/>
                <a:ea typeface="+mn-ea"/>
                <a:cs typeface="+mn-cs"/>
              </a:rPr>
              <a:t>or</a:t>
            </a:r>
          </a:p>
          <a:p>
            <a:r>
              <a:rPr lang="en-US" sz="1200" b="0" i="0" u="none" strike="noStrike" kern="1200" baseline="0" dirty="0">
                <a:solidFill>
                  <a:schemeClr val="tx1"/>
                </a:solidFill>
                <a:latin typeface="Times New Roman" pitchFamily="18" charset="0"/>
                <a:ea typeface="+mn-ea"/>
                <a:cs typeface="+mn-cs"/>
              </a:rPr>
              <a:t>grep -a -B[size before] -A[size after] ‘text’ /dev/[your_partition] &gt; file.txt</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The flags used are defined as follows:</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-i—Ignore case distinctions in both the PATTERN and the input files; that is,</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match both uppercase and lowercase characters.</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-a—Process a binary file as if it were text.</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-B—Print number lines/size of leading context before matching lines.</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-A—Print number lines/size of trailing context after matching lines.</a:t>
            </a:r>
          </a:p>
          <a:p>
            <a:endParaRPr lang="en-US" sz="1200" b="0" i="0" u="none" strike="noStrike" kern="1200" baseline="0">
              <a:solidFill>
                <a:schemeClr val="tx1"/>
              </a:solidFill>
              <a:latin typeface="Times New Roman" pitchFamily="18" charset="0"/>
              <a:ea typeface="+mn-ea"/>
              <a:cs typeface="+mn-cs"/>
            </a:endParaRPr>
          </a:p>
          <a:p>
            <a:r>
              <a:rPr lang="en-US" sz="1200" b="0" i="0" u="none" strike="noStrike" kern="1200" baseline="0">
                <a:solidFill>
                  <a:schemeClr val="tx1"/>
                </a:solidFill>
                <a:latin typeface="Times New Roman" pitchFamily="18" charset="0"/>
                <a:ea typeface="+mn-ea"/>
                <a:cs typeface="+mn-cs"/>
              </a:rPr>
              <a:t>For </a:t>
            </a:r>
            <a:r>
              <a:rPr lang="en-US" sz="1200" b="0" i="0" u="none" strike="noStrike" kern="1200" baseline="0" dirty="0">
                <a:solidFill>
                  <a:schemeClr val="tx1"/>
                </a:solidFill>
                <a:latin typeface="Times New Roman" pitchFamily="18" charset="0"/>
                <a:ea typeface="+mn-ea"/>
                <a:cs typeface="+mn-cs"/>
              </a:rPr>
              <a:t>example, to recover a text file starting with “criminalevidence” on /dev/sda1, you can try the following command:</a:t>
            </a:r>
          </a:p>
          <a:p>
            <a:r>
              <a:rPr lang="en-US" sz="1200" b="0" i="0" u="none" strike="noStrike" kern="1200" baseline="0" dirty="0">
                <a:solidFill>
                  <a:schemeClr val="tx1"/>
                </a:solidFill>
                <a:latin typeface="Times New Roman" pitchFamily="18" charset="0"/>
                <a:ea typeface="+mn-ea"/>
                <a:cs typeface="+mn-cs"/>
              </a:rPr>
              <a:t># grep -i -a -B10 -A100 ‘criminalevidence’ /dev/sda1 &gt; file.txt</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3</a:t>
            </a:r>
            <a:r>
              <a:rPr lang="en-US" sz="1200" b="0" i="0" u="none" strike="noStrike" kern="1200" baseline="0">
                <a:solidFill>
                  <a:schemeClr val="tx1"/>
                </a:solidFill>
                <a:latin typeface="Times New Roman" pitchFamily="18" charset="0"/>
                <a:ea typeface="+mn-ea"/>
                <a:cs typeface="+mn-cs"/>
              </a:rPr>
              <a:t>. Use a </a:t>
            </a:r>
            <a:r>
              <a:rPr lang="en-US" sz="1200" b="0" i="0" u="none" strike="noStrike" kern="1200" baseline="0" dirty="0">
                <a:solidFill>
                  <a:schemeClr val="tx1"/>
                </a:solidFill>
                <a:latin typeface="Times New Roman" pitchFamily="18" charset="0"/>
                <a:ea typeface="+mn-ea"/>
                <a:cs typeface="+mn-cs"/>
              </a:rPr>
              <a:t>command-line text </a:t>
            </a:r>
            <a:r>
              <a:rPr lang="en-US" sz="1200" b="0" i="0" u="none" strike="noStrike" kern="1200" baseline="0">
                <a:solidFill>
                  <a:schemeClr val="tx1"/>
                </a:solidFill>
                <a:latin typeface="Times New Roman" pitchFamily="18" charset="0"/>
                <a:ea typeface="+mn-ea"/>
                <a:cs typeface="+mn-cs"/>
              </a:rPr>
              <a:t>editor to view the file contents, such as file.txt</a:t>
            </a:r>
            <a:r>
              <a:rPr lang="en-US" sz="1200" b="0" i="0" u="none" strike="noStrike" kern="1200" baseline="0" dirty="0">
                <a:solidFill>
                  <a:schemeClr val="tx1"/>
                </a:solidFill>
                <a:latin typeface="Times New Roman" pitchFamily="18" charset="0"/>
                <a:ea typeface="+mn-ea"/>
                <a:cs typeface="+mn-cs"/>
              </a:rPr>
              <a:t>. You can then save that file.</a:t>
            </a: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39</a:t>
            </a:fld>
            <a:endParaRPr lang="en-US" dirty="0"/>
          </a:p>
        </p:txBody>
      </p:sp>
    </p:spTree>
    <p:extLst>
      <p:ext uri="{BB962C8B-B14F-4D97-AF65-F5344CB8AC3E}">
        <p14:creationId xmlns:p14="http://schemas.microsoft.com/office/powerpoint/2010/main" val="1122284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p:spPr>
        <p:txBody>
          <a:bodyPr/>
          <a:lstStyle/>
          <a:p>
            <a:endParaRPr lang="en-US" dirty="0"/>
          </a:p>
        </p:txBody>
      </p:sp>
      <p:sp>
        <p:nvSpPr>
          <p:cNvPr id="78852" name="Date Placeholder 3"/>
          <p:cNvSpPr>
            <a:spLocks noGrp="1"/>
          </p:cNvSpPr>
          <p:nvPr>
            <p:ph type="dt" sz="quarter" idx="1"/>
          </p:nvPr>
        </p:nvSpPr>
        <p:spPr>
          <a:noFill/>
        </p:spPr>
        <p:txBody>
          <a:bodyPr/>
          <a:lstStyle/>
          <a:p>
            <a:pPr defTabSz="931863"/>
            <a:fld id="{D09788D6-D4A0-4A0C-BEEE-FD0940D4B53F}" type="datetime1">
              <a:rPr lang="en-US" smtClean="0"/>
              <a:pPr defTabSz="931863"/>
              <a:t>8/1/2022</a:t>
            </a:fld>
            <a:endParaRPr lang="en-US" dirty="0"/>
          </a:p>
        </p:txBody>
      </p:sp>
      <p:sp>
        <p:nvSpPr>
          <p:cNvPr id="78853"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78854" name="Slide Number Placeholder 5"/>
          <p:cNvSpPr>
            <a:spLocks noGrp="1"/>
          </p:cNvSpPr>
          <p:nvPr>
            <p:ph type="sldNum" sz="quarter" idx="5"/>
          </p:nvPr>
        </p:nvSpPr>
        <p:spPr>
          <a:noFill/>
        </p:spPr>
        <p:txBody>
          <a:bodyPr/>
          <a:lstStyle/>
          <a:p>
            <a:pPr defTabSz="931863"/>
            <a:fld id="{92F7DBFF-2B98-4830-A350-6073C84415A5}" type="slidenum">
              <a:rPr lang="en-US" smtClean="0"/>
              <a:pPr defTabSz="931863"/>
              <a:t>40</a:t>
            </a:fld>
            <a:endParaRPr lang="en-US" dirty="0"/>
          </a:p>
        </p:txBody>
      </p:sp>
    </p:spTree>
    <p:extLst>
      <p:ext uri="{BB962C8B-B14F-4D97-AF65-F5344CB8AC3E}">
        <p14:creationId xmlns:p14="http://schemas.microsoft.com/office/powerpoint/2010/main" val="22650724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8/1/2022</a:t>
            </a:fld>
            <a:endParaRPr lang="en-US" dirty="0"/>
          </a:p>
        </p:txBody>
      </p:sp>
      <p:sp>
        <p:nvSpPr>
          <p:cNvPr id="88069"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41</a:t>
            </a:fld>
            <a:endParaRPr lang="en-US" dirty="0"/>
          </a:p>
        </p:txBody>
      </p:sp>
    </p:spTree>
    <p:extLst>
      <p:ext uri="{BB962C8B-B14F-4D97-AF65-F5344CB8AC3E}">
        <p14:creationId xmlns:p14="http://schemas.microsoft.com/office/powerpoint/2010/main" val="20084426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history command allows you to see the commands that have previously been entered. By default, this command returns the last 500 shell commands. This command can be very useful on a live system. When you first locate a Linux machine that is suspect, this is one of the commands you might want to run and record the results of before powering down the system.</a:t>
            </a:r>
            <a:endParaRPr lang="en-US" sz="1200" kern="1200">
              <a:solidFill>
                <a:schemeClr val="tx1"/>
              </a:solidFill>
              <a:effectLst/>
              <a:latin typeface="Times New Roman" pitchFamily="18" charset="0"/>
              <a:ea typeface="+mn-ea"/>
              <a:cs typeface="+mn-cs"/>
            </a:endParaRPr>
          </a:p>
          <a:p>
            <a:endParaRPr lang="en-US" dirty="0"/>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8/1/2022</a:t>
            </a:fld>
            <a:endParaRPr lang="en-US" dirty="0"/>
          </a:p>
        </p:txBody>
      </p:sp>
      <p:sp>
        <p:nvSpPr>
          <p:cNvPr id="89093"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42</a:t>
            </a:fld>
            <a:endParaRPr lang="en-US" dirty="0"/>
          </a:p>
        </p:txBody>
      </p:sp>
    </p:spTree>
    <p:extLst>
      <p:ext uri="{BB962C8B-B14F-4D97-AF65-F5344CB8AC3E}">
        <p14:creationId xmlns:p14="http://schemas.microsoft.com/office/powerpoint/2010/main" val="7486373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8/1/2022</a:t>
            </a:fld>
            <a:endParaRPr lang="en-US" dirty="0"/>
          </a:p>
        </p:txBody>
      </p:sp>
      <p:sp>
        <p:nvSpPr>
          <p:cNvPr id="88069"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43</a:t>
            </a:fld>
            <a:endParaRPr lang="en-US" dirty="0"/>
          </a:p>
        </p:txBody>
      </p:sp>
    </p:spTree>
    <p:extLst>
      <p:ext uri="{BB962C8B-B14F-4D97-AF65-F5344CB8AC3E}">
        <p14:creationId xmlns:p14="http://schemas.microsoft.com/office/powerpoint/2010/main" val="21140634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pstree command is very similar to the ps command, except it shows all the processes in the form of a tree structure. The tree format gives more information particular to a given forensic investigation. Not only will you know what processes are running, but also which process initiated those processes. </a:t>
            </a:r>
            <a:endParaRPr lang="en-US" sz="1200" kern="1200">
              <a:solidFill>
                <a:schemeClr val="tx1"/>
              </a:solidFill>
              <a:effectLst/>
              <a:latin typeface="Times New Roman" pitchFamily="18" charset="0"/>
              <a:ea typeface="+mn-ea"/>
              <a:cs typeface="+mn-cs"/>
            </a:endParaRPr>
          </a:p>
          <a:p>
            <a:endParaRPr lang="en-US" dirty="0"/>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8/1/2022</a:t>
            </a:fld>
            <a:endParaRPr lang="en-US" dirty="0"/>
          </a:p>
        </p:txBody>
      </p:sp>
      <p:sp>
        <p:nvSpPr>
          <p:cNvPr id="89093"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44</a:t>
            </a:fld>
            <a:endParaRPr lang="en-US" dirty="0"/>
          </a:p>
        </p:txBody>
      </p:sp>
    </p:spTree>
    <p:extLst>
      <p:ext uri="{BB962C8B-B14F-4D97-AF65-F5344CB8AC3E}">
        <p14:creationId xmlns:p14="http://schemas.microsoft.com/office/powerpoint/2010/main" val="36601464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8/1/2022</a:t>
            </a:fld>
            <a:endParaRPr lang="en-US" dirty="0"/>
          </a:p>
        </p:txBody>
      </p:sp>
      <p:sp>
        <p:nvSpPr>
          <p:cNvPr id="88069"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45</a:t>
            </a:fld>
            <a:endParaRPr lang="en-US" dirty="0"/>
          </a:p>
        </p:txBody>
      </p:sp>
    </p:spTree>
    <p:extLst>
      <p:ext uri="{BB962C8B-B14F-4D97-AF65-F5344CB8AC3E}">
        <p14:creationId xmlns:p14="http://schemas.microsoft.com/office/powerpoint/2010/main" val="464605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pgrep command takes the name you provide it and returns the ID for that process. It can even work with partial names. This is useful as many other commands require the process ID, so pgrep can help you retrieve that if you know the name of a process.</a:t>
            </a:r>
            <a:endParaRPr lang="en-US" sz="1200" kern="1200">
              <a:solidFill>
                <a:schemeClr val="tx1"/>
              </a:solidFill>
              <a:effectLst/>
              <a:latin typeface="Times New Roman" pitchFamily="18" charset="0"/>
              <a:ea typeface="+mn-ea"/>
              <a:cs typeface="+mn-cs"/>
            </a:endParaRPr>
          </a:p>
          <a:p>
            <a:endParaRPr lang="en-US" dirty="0"/>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8/1/2022</a:t>
            </a:fld>
            <a:endParaRPr lang="en-US" dirty="0"/>
          </a:p>
        </p:txBody>
      </p:sp>
      <p:sp>
        <p:nvSpPr>
          <p:cNvPr id="89093"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46</a:t>
            </a:fld>
            <a:endParaRPr lang="en-US" dirty="0"/>
          </a:p>
        </p:txBody>
      </p:sp>
    </p:spTree>
    <p:extLst>
      <p:ext uri="{BB962C8B-B14F-4D97-AF65-F5344CB8AC3E}">
        <p14:creationId xmlns:p14="http://schemas.microsoft.com/office/powerpoint/2010/main" val="38134987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8/1/2022</a:t>
            </a:fld>
            <a:endParaRPr lang="en-US" dirty="0"/>
          </a:p>
        </p:txBody>
      </p:sp>
      <p:sp>
        <p:nvSpPr>
          <p:cNvPr id="88069"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47</a:t>
            </a:fld>
            <a:endParaRPr lang="en-US" dirty="0"/>
          </a:p>
        </p:txBody>
      </p:sp>
    </p:spTree>
    <p:extLst>
      <p:ext uri="{BB962C8B-B14F-4D97-AF65-F5344CB8AC3E}">
        <p14:creationId xmlns:p14="http://schemas.microsoft.com/office/powerpoint/2010/main" val="30933889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top command is similar to the ps command, except it lists the processes in the order of how much CPU time the process is utilizing. When examining a drive for the presence of malware, this can be a useful command. A virus or worm may be using up an excessive amount of CPU time, thus slowing down the infected machine.</a:t>
            </a:r>
            <a:endParaRPr lang="en-US" sz="1200" kern="1200">
              <a:solidFill>
                <a:schemeClr val="tx1"/>
              </a:solidFill>
              <a:effectLst/>
              <a:latin typeface="Times New Roman" pitchFamily="18" charset="0"/>
              <a:ea typeface="+mn-ea"/>
              <a:cs typeface="+mn-cs"/>
            </a:endParaRPr>
          </a:p>
          <a:p>
            <a:endParaRPr lang="en-US" dirty="0"/>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8/1/2022</a:t>
            </a:fld>
            <a:endParaRPr lang="en-US" dirty="0"/>
          </a:p>
        </p:txBody>
      </p:sp>
      <p:sp>
        <p:nvSpPr>
          <p:cNvPr id="89093"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48</a:t>
            </a:fld>
            <a:endParaRPr lang="en-US" dirty="0"/>
          </a:p>
        </p:txBody>
      </p:sp>
    </p:spTree>
    <p:extLst>
      <p:ext uri="{BB962C8B-B14F-4D97-AF65-F5344CB8AC3E}">
        <p14:creationId xmlns:p14="http://schemas.microsoft.com/office/powerpoint/2010/main" val="17351670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8/1/2022</a:t>
            </a:fld>
            <a:endParaRPr lang="en-US" dirty="0"/>
          </a:p>
        </p:txBody>
      </p:sp>
      <p:sp>
        <p:nvSpPr>
          <p:cNvPr id="88069"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49</a:t>
            </a:fld>
            <a:endParaRPr lang="en-US" dirty="0"/>
          </a:p>
        </p:txBody>
      </p:sp>
    </p:spTree>
    <p:extLst>
      <p:ext uri="{BB962C8B-B14F-4D97-AF65-F5344CB8AC3E}">
        <p14:creationId xmlns:p14="http://schemas.microsoft.com/office/powerpoint/2010/main" val="23219228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file command can tell you exactly what a file is regardless of whether it has been renamed or had its extension changed. This can be very important in a forensic investigation. The file command will help you in situations where the criminal has changed the file extension to make the file appear to be something other than what it is. </a:t>
            </a:r>
            <a:endParaRPr lang="en-US" sz="1200" kern="1200">
              <a:solidFill>
                <a:schemeClr val="tx1"/>
              </a:solidFill>
              <a:effectLst/>
              <a:latin typeface="Times New Roman" pitchFamily="18" charset="0"/>
              <a:ea typeface="+mn-ea"/>
              <a:cs typeface="+mn-cs"/>
            </a:endParaRPr>
          </a:p>
          <a:p>
            <a:endParaRPr lang="en-US" dirty="0"/>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8/1/2022</a:t>
            </a:fld>
            <a:endParaRPr lang="en-US" dirty="0"/>
          </a:p>
        </p:txBody>
      </p:sp>
      <p:sp>
        <p:nvSpPr>
          <p:cNvPr id="89093"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50</a:t>
            </a:fld>
            <a:endParaRPr lang="en-US" dirty="0"/>
          </a:p>
        </p:txBody>
      </p:sp>
    </p:spTree>
    <p:extLst>
      <p:ext uri="{BB962C8B-B14F-4D97-AF65-F5344CB8AC3E}">
        <p14:creationId xmlns:p14="http://schemas.microsoft.com/office/powerpoint/2010/main" val="18116475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8/1/2022</a:t>
            </a:fld>
            <a:endParaRPr lang="en-US" dirty="0"/>
          </a:p>
        </p:txBody>
      </p:sp>
      <p:sp>
        <p:nvSpPr>
          <p:cNvPr id="88069"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51</a:t>
            </a:fld>
            <a:endParaRPr lang="en-US" dirty="0"/>
          </a:p>
        </p:txBody>
      </p:sp>
    </p:spTree>
    <p:extLst>
      <p:ext uri="{BB962C8B-B14F-4D97-AF65-F5344CB8AC3E}">
        <p14:creationId xmlns:p14="http://schemas.microsoft.com/office/powerpoint/2010/main" val="868265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r>
              <a:rPr lang="en-GB" sz="1200" kern="1200">
                <a:solidFill>
                  <a:schemeClr val="tx1"/>
                </a:solidFill>
                <a:effectLst/>
                <a:latin typeface="Times New Roman" pitchFamily="18" charset="0"/>
                <a:ea typeface="+mn-ea"/>
                <a:cs typeface="+mn-cs"/>
              </a:rPr>
              <a:t>The kill command is perhaps the simplest command of all. You simply type in the word </a:t>
            </a:r>
            <a:r>
              <a:rPr lang="en-GB" sz="1200" i="1" kern="1200">
                <a:solidFill>
                  <a:schemeClr val="tx1"/>
                </a:solidFill>
                <a:effectLst/>
                <a:latin typeface="Times New Roman" pitchFamily="18" charset="0"/>
                <a:ea typeface="+mn-ea"/>
                <a:cs typeface="+mn-cs"/>
              </a:rPr>
              <a:t>kill</a:t>
            </a:r>
            <a:r>
              <a:rPr lang="en-GB" sz="1200" kern="1200">
                <a:solidFill>
                  <a:schemeClr val="tx1"/>
                </a:solidFill>
                <a:effectLst/>
                <a:latin typeface="Times New Roman" pitchFamily="18" charset="0"/>
                <a:ea typeface="+mn-ea"/>
                <a:cs typeface="+mn-cs"/>
              </a:rPr>
              <a:t> followed by the process ID (PID) to halt a running process. For example:</a:t>
            </a:r>
            <a:endParaRPr lang="en-US" sz="1200" kern="1200">
              <a:solidFill>
                <a:schemeClr val="tx1"/>
              </a:solidFill>
              <a:effectLst/>
              <a:latin typeface="Times New Roman" pitchFamily="18" charset="0"/>
              <a:ea typeface="+mn-ea"/>
              <a:cs typeface="+mn-cs"/>
            </a:endParaRPr>
          </a:p>
          <a:p>
            <a:endParaRPr lang="en-GB" sz="1200" kern="1200">
              <a:solidFill>
                <a:schemeClr val="tx1"/>
              </a:solidFill>
              <a:effectLst/>
              <a:latin typeface="Times New Roman" pitchFamily="18" charset="0"/>
              <a:ea typeface="+mn-ea"/>
              <a:cs typeface="+mn-cs"/>
            </a:endParaRPr>
          </a:p>
          <a:p>
            <a:r>
              <a:rPr lang="en-GB" sz="1200" kern="1200">
                <a:solidFill>
                  <a:schemeClr val="tx1"/>
                </a:solidFill>
                <a:effectLst/>
                <a:latin typeface="Times New Roman" pitchFamily="18" charset="0"/>
                <a:ea typeface="+mn-ea"/>
                <a:cs typeface="+mn-cs"/>
              </a:rPr>
              <a:t>kill 1045</a:t>
            </a:r>
            <a:endParaRPr lang="en-US" sz="1200" kern="1200">
              <a:solidFill>
                <a:schemeClr val="tx1"/>
              </a:solidFill>
              <a:effectLst/>
              <a:latin typeface="Times New Roman" pitchFamily="18" charset="0"/>
              <a:ea typeface="+mn-ea"/>
              <a:cs typeface="+mn-cs"/>
            </a:endParaRPr>
          </a:p>
          <a:p>
            <a:r>
              <a:rPr lang="en-GB" sz="1200" kern="1200">
                <a:solidFill>
                  <a:schemeClr val="tx1"/>
                </a:solidFill>
                <a:effectLst/>
                <a:latin typeface="Times New Roman" pitchFamily="18" charset="0"/>
                <a:ea typeface="+mn-ea"/>
                <a:cs typeface="+mn-cs"/>
              </a:rPr>
              <a:t> </a:t>
            </a:r>
            <a:endParaRPr lang="en-US" sz="1200" kern="1200">
              <a:solidFill>
                <a:schemeClr val="tx1"/>
              </a:solidFill>
              <a:effectLst/>
              <a:latin typeface="Times New Roman" pitchFamily="18" charset="0"/>
              <a:ea typeface="+mn-ea"/>
              <a:cs typeface="+mn-cs"/>
            </a:endParaRPr>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8/1/2022</a:t>
            </a:fld>
            <a:endParaRPr lang="en-US" dirty="0"/>
          </a:p>
        </p:txBody>
      </p:sp>
      <p:sp>
        <p:nvSpPr>
          <p:cNvPr id="89093"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52</a:t>
            </a:fld>
            <a:endParaRPr lang="en-US" dirty="0"/>
          </a:p>
        </p:txBody>
      </p:sp>
    </p:spTree>
    <p:extLst>
      <p:ext uri="{BB962C8B-B14F-4D97-AF65-F5344CB8AC3E}">
        <p14:creationId xmlns:p14="http://schemas.microsoft.com/office/powerpoint/2010/main" val="5980661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8/1/2022</a:t>
            </a:fld>
            <a:endParaRPr lang="en-US" dirty="0"/>
          </a:p>
        </p:txBody>
      </p:sp>
      <p:sp>
        <p:nvSpPr>
          <p:cNvPr id="88069"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53</a:t>
            </a:fld>
            <a:endParaRPr lang="en-US" dirty="0"/>
          </a:p>
        </p:txBody>
      </p:sp>
    </p:spTree>
    <p:extLst>
      <p:ext uri="{BB962C8B-B14F-4D97-AF65-F5344CB8AC3E}">
        <p14:creationId xmlns:p14="http://schemas.microsoft.com/office/powerpoint/2010/main" val="4906605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At times, you may be at a Linux machine where someone has logged in, and you need to perform some task that requires the privileges of the root user. Logging out, then logging back in as the root, can be tedious. Fortunately, you don’t have to do that. You can simply invoke the super user mode. If you type in su at the shell, you are asked for the root password. If you can successfully supply it, you will then have root privileges.</a:t>
            </a:r>
            <a:endParaRPr lang="en-US" sz="1200" kern="1200">
              <a:solidFill>
                <a:schemeClr val="tx1"/>
              </a:solidFill>
              <a:effectLst/>
              <a:latin typeface="Times New Roman" pitchFamily="18" charset="0"/>
              <a:ea typeface="+mn-ea"/>
              <a:cs typeface="+mn-cs"/>
            </a:endParaRPr>
          </a:p>
          <a:p>
            <a:endParaRPr lang="en-US" dirty="0"/>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8/1/2022</a:t>
            </a:fld>
            <a:endParaRPr lang="en-US" dirty="0"/>
          </a:p>
        </p:txBody>
      </p:sp>
      <p:sp>
        <p:nvSpPr>
          <p:cNvPr id="89093"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54</a:t>
            </a:fld>
            <a:endParaRPr lang="en-US" dirty="0"/>
          </a:p>
        </p:txBody>
      </p:sp>
    </p:spTree>
    <p:extLst>
      <p:ext uri="{BB962C8B-B14F-4D97-AF65-F5344CB8AC3E}">
        <p14:creationId xmlns:p14="http://schemas.microsoft.com/office/powerpoint/2010/main" val="30552956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8/1/2022</a:t>
            </a:fld>
            <a:endParaRPr lang="en-US" dirty="0"/>
          </a:p>
        </p:txBody>
      </p:sp>
      <p:sp>
        <p:nvSpPr>
          <p:cNvPr id="88069"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55</a:t>
            </a:fld>
            <a:endParaRPr lang="en-US" dirty="0"/>
          </a:p>
        </p:txBody>
      </p:sp>
    </p:spTree>
    <p:extLst>
      <p:ext uri="{BB962C8B-B14F-4D97-AF65-F5344CB8AC3E}">
        <p14:creationId xmlns:p14="http://schemas.microsoft.com/office/powerpoint/2010/main" val="38621432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finger command is used to get back information regarding a specific user. This is often useful for a system administrator. For example, if you run top, and see that one specific user is spawning several processes on your server, and those processes are consuming resources, then you may want to find out about that user. This is great to use along with the who command. After you know who is on your system, you can find out specific information about that user.</a:t>
            </a:r>
            <a:endParaRPr lang="en-US" sz="1200" kern="1200">
              <a:solidFill>
                <a:schemeClr val="tx1"/>
              </a:solidFill>
              <a:effectLst/>
              <a:latin typeface="Times New Roman" pitchFamily="18" charset="0"/>
              <a:ea typeface="+mn-ea"/>
              <a:cs typeface="+mn-cs"/>
            </a:endParaRPr>
          </a:p>
          <a:p>
            <a:endParaRPr lang="en-US" dirty="0"/>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8/1/2022</a:t>
            </a:fld>
            <a:endParaRPr lang="en-US" dirty="0"/>
          </a:p>
        </p:txBody>
      </p:sp>
      <p:sp>
        <p:nvSpPr>
          <p:cNvPr id="89093" name="Footer Placeholder 4"/>
          <p:cNvSpPr>
            <a:spLocks noGrp="1"/>
          </p:cNvSpPr>
          <p:nvPr>
            <p:ph type="ftr" sz="quarter" idx="4"/>
          </p:nvPr>
        </p:nvSpPr>
        <p:spPr>
          <a:xfrm>
            <a:off x="0" y="8829675"/>
            <a:ext cx="3038475" cy="465138"/>
          </a:xfrm>
          <a:prstGeom prst="rect">
            <a:avLst/>
          </a:prstGeom>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56</a:t>
            </a:fld>
            <a:endParaRPr lang="en-US" dirty="0"/>
          </a:p>
        </p:txBody>
      </p:sp>
    </p:spTree>
    <p:extLst>
      <p:ext uri="{BB962C8B-B14F-4D97-AF65-F5344CB8AC3E}">
        <p14:creationId xmlns:p14="http://schemas.microsoft.com/office/powerpoint/2010/main" val="164573329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file command can tell you exactly what a file is regardless of whether or not it has been renamed or had its extension changed. This can be very important in a forensic investigation. The file command will help you in situations where the criminal has changed the file extension to make the file appear to be something other than what it is. </a:t>
            </a:r>
            <a:endParaRPr lang="en-US" sz="1200" kern="1200">
              <a:solidFill>
                <a:schemeClr val="tx1"/>
              </a:solidFill>
              <a:effectLst/>
              <a:latin typeface="Times New Roman" pitchFamily="18" charset="0"/>
              <a:ea typeface="+mn-ea"/>
              <a:cs typeface="+mn-cs"/>
            </a:endParaRP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59</a:t>
            </a:fld>
            <a:endParaRPr lang="en-US" dirty="0"/>
          </a:p>
        </p:txBody>
      </p:sp>
    </p:spTree>
    <p:extLst>
      <p:ext uri="{BB962C8B-B14F-4D97-AF65-F5344CB8AC3E}">
        <p14:creationId xmlns:p14="http://schemas.microsoft.com/office/powerpoint/2010/main" val="42393327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file command can tell you exactly what a file is regardless of whether or not it has been renamed or had its extension changed. This can be very important in a forensic investigation. The file command will help you in situations where the criminal has changed the file extension to make the file appear to be something other than what it is. </a:t>
            </a:r>
            <a:endParaRPr lang="en-US" sz="1200" kern="1200">
              <a:solidFill>
                <a:schemeClr val="tx1"/>
              </a:solidFill>
              <a:effectLst/>
              <a:latin typeface="Times New Roman" pitchFamily="18" charset="0"/>
              <a:ea typeface="+mn-ea"/>
              <a:cs typeface="+mn-cs"/>
            </a:endParaRP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60</a:t>
            </a:fld>
            <a:endParaRPr lang="en-US" dirty="0"/>
          </a:p>
        </p:txBody>
      </p:sp>
    </p:spTree>
    <p:extLst>
      <p:ext uri="{BB962C8B-B14F-4D97-AF65-F5344CB8AC3E}">
        <p14:creationId xmlns:p14="http://schemas.microsoft.com/office/powerpoint/2010/main" val="327033813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Times New Roman" pitchFamily="18" charset="0"/>
                <a:ea typeface="+mn-ea"/>
                <a:cs typeface="+mn-cs"/>
              </a:rPr>
              <a:t>The file command can tell you exactly what a file is regardless of whether or not it has been renamed or had its extension changed. This can be very important in a forensic investigation. The file command will help you in situations where the criminal has changed the file extension to make the file appear to be something other than what it is. </a:t>
            </a:r>
            <a:endParaRPr lang="en-US" sz="1200" kern="1200">
              <a:solidFill>
                <a:schemeClr val="tx1"/>
              </a:solidFill>
              <a:effectLst/>
              <a:latin typeface="Times New Roman" pitchFamily="18" charset="0"/>
              <a:ea typeface="+mn-ea"/>
              <a:cs typeface="+mn-cs"/>
            </a:endParaRP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61</a:t>
            </a:fld>
            <a:endParaRPr lang="en-US" dirty="0"/>
          </a:p>
        </p:txBody>
      </p:sp>
    </p:spTree>
    <p:extLst>
      <p:ext uri="{BB962C8B-B14F-4D97-AF65-F5344CB8AC3E}">
        <p14:creationId xmlns:p14="http://schemas.microsoft.com/office/powerpoint/2010/main" val="19394450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a:solidFill>
                  <a:schemeClr val="accent5"/>
                </a:solidFill>
              </a:rPr>
              <a:t>© 2019 </a:t>
            </a:r>
            <a:r>
              <a:rPr lang="en-US" sz="700" dirty="0">
                <a:solidFill>
                  <a:schemeClr val="accent5"/>
                </a:solidFill>
              </a:rPr>
              <a:t>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5"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Text Box 6"/>
          <p:cNvSpPr txBox="1">
            <a:spLocks noChangeArrowheads="1"/>
          </p:cNvSpPr>
          <p:nvPr/>
        </p:nvSpPr>
        <p:spPr bwMode="auto">
          <a:xfrm>
            <a:off x="8382000" y="6496050"/>
            <a:ext cx="581025" cy="215900"/>
          </a:xfrm>
          <a:prstGeom prst="rect">
            <a:avLst/>
          </a:prstGeom>
          <a:noFill/>
          <a:ln>
            <a:noFill/>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C4F20969-4C03-463E-8346-60A56C879725}"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36813"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a:solidFill>
                  <a:schemeClr val="accent5"/>
                </a:solidFill>
              </a:rPr>
              <a:t>© 2019 </a:t>
            </a:r>
            <a:r>
              <a:rPr lang="en-US" sz="700" dirty="0">
                <a:solidFill>
                  <a:schemeClr val="accent5"/>
                </a:solidFill>
              </a:rPr>
              <a:t>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138" r:id="rId1"/>
    <p:sldLayoutId id="2147484137" r:id="rId2"/>
    <p:sldLayoutId id="2147484140"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053387" cy="3096232"/>
          </a:xfrm>
        </p:spPr>
        <p:txBody>
          <a:bodyPr/>
          <a:lstStyle/>
          <a:p>
            <a:pPr algn="ctr"/>
            <a:r>
              <a:rPr lang="en-US" sz="4000" b="1" dirty="0"/>
              <a:t>System Forensics, Investigation, and Response</a:t>
            </a:r>
          </a:p>
          <a:p>
            <a:pPr algn="ctr"/>
            <a:endParaRPr lang="en-US" b="1" dirty="0"/>
          </a:p>
          <a:p>
            <a:pPr algn="ctr"/>
            <a:r>
              <a:rPr lang="en-US" b="1" dirty="0"/>
              <a:t>Lesson 9</a:t>
            </a:r>
          </a:p>
          <a:p>
            <a:pPr algn="ctr"/>
            <a:r>
              <a:rPr lang="en-US" b="1" dirty="0"/>
              <a:t>Linux Forensics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Learning Objective</a:t>
            </a:r>
          </a:p>
        </p:txBody>
      </p:sp>
      <p:sp>
        <p:nvSpPr>
          <p:cNvPr id="6147" name="Content Placeholder 2"/>
          <p:cNvSpPr>
            <a:spLocks noGrp="1"/>
          </p:cNvSpPr>
          <p:nvPr>
            <p:ph idx="1"/>
          </p:nvPr>
        </p:nvSpPr>
        <p:spPr>
          <a:xfrm>
            <a:off x="539750" y="1828800"/>
            <a:ext cx="8299450" cy="4326340"/>
          </a:xfrm>
        </p:spPr>
        <p:txBody>
          <a:bodyPr/>
          <a:lstStyle/>
          <a:p>
            <a:r>
              <a:rPr lang="en-US" sz="2800" dirty="0"/>
              <a:t>Summarize various types of digital forensics.</a:t>
            </a:r>
          </a:p>
          <a:p>
            <a:pPr>
              <a:buFont typeface="Wingdings" pitchFamily="2" charset="2"/>
              <a:buNone/>
            </a:pPr>
            <a:endParaRPr lang="en-US" sz="1000" dirty="0"/>
          </a:p>
          <a:p>
            <a:pPr>
              <a:buFont typeface="Wingdings" pitchFamily="2" charset="2"/>
              <a:buNone/>
            </a:pPr>
            <a:endParaRPr lang="en-US" sz="3200" b="1" dirty="0"/>
          </a:p>
          <a:p>
            <a:endParaRPr lang="en-US" sz="28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Key Concepts</a:t>
            </a:r>
          </a:p>
        </p:txBody>
      </p:sp>
      <p:sp>
        <p:nvSpPr>
          <p:cNvPr id="6147" name="Content Placeholder 2"/>
          <p:cNvSpPr>
            <a:spLocks noGrp="1"/>
          </p:cNvSpPr>
          <p:nvPr>
            <p:ph idx="1"/>
          </p:nvPr>
        </p:nvSpPr>
        <p:spPr>
          <a:xfrm>
            <a:off x="539750" y="1299411"/>
            <a:ext cx="8299450" cy="4855729"/>
          </a:xfrm>
        </p:spPr>
        <p:txBody>
          <a:bodyPr/>
          <a:lstStyle/>
          <a:p>
            <a:r>
              <a:rPr lang="en-US" sz="2800" dirty="0"/>
              <a:t>Linux file systems</a:t>
            </a:r>
          </a:p>
          <a:p>
            <a:r>
              <a:rPr lang="en-US" sz="2800" dirty="0"/>
              <a:t>What to look for in Linux system logs</a:t>
            </a:r>
          </a:p>
          <a:p>
            <a:r>
              <a:rPr lang="en-US" sz="2800" dirty="0"/>
              <a:t>Forensically interesting Linux directories</a:t>
            </a:r>
          </a:p>
          <a:p>
            <a:r>
              <a:rPr lang="en-US" sz="2800" dirty="0"/>
              <a:t>Important Linux shell commands</a:t>
            </a:r>
          </a:p>
          <a:p>
            <a:r>
              <a:rPr lang="en-US" sz="2800" dirty="0"/>
              <a:t>How to undelete files from Linux </a:t>
            </a:r>
          </a:p>
          <a:p>
            <a:pPr>
              <a:buFont typeface="Wingdings" pitchFamily="2" charset="2"/>
              <a:buNone/>
            </a:pPr>
            <a:endParaRPr lang="en-US" sz="3200" b="1" dirty="0"/>
          </a:p>
          <a:p>
            <a:endParaRPr lang="en-US" sz="2800" dirty="0"/>
          </a:p>
        </p:txBody>
      </p:sp>
    </p:spTree>
    <p:extLst>
      <p:ext uri="{BB962C8B-B14F-4D97-AF65-F5344CB8AC3E}">
        <p14:creationId xmlns:p14="http://schemas.microsoft.com/office/powerpoint/2010/main" val="17353184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History of Linux</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77384614"/>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3753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History of Linux (Cont.)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4014283"/>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5662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Linux Shells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498242665"/>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684938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Common Linux Shell Commands</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750" y="1657287"/>
            <a:ext cx="8496778" cy="3106442"/>
          </a:xfrm>
        </p:spPr>
      </p:pic>
    </p:spTree>
    <p:extLst>
      <p:ext uri="{BB962C8B-B14F-4D97-AF65-F5344CB8AC3E}">
        <p14:creationId xmlns:p14="http://schemas.microsoft.com/office/powerpoint/2010/main" val="337243520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Common Linux Shell Commands (Cont.)</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96362" y="1911530"/>
            <a:ext cx="8494776" cy="3425876"/>
          </a:xfrm>
        </p:spPr>
      </p:pic>
    </p:spTree>
    <p:extLst>
      <p:ext uri="{BB962C8B-B14F-4D97-AF65-F5344CB8AC3E}">
        <p14:creationId xmlns:p14="http://schemas.microsoft.com/office/powerpoint/2010/main" val="306636861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Common Linux Shell Commands (Cont.)</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750" y="1999241"/>
            <a:ext cx="8288594" cy="3455720"/>
          </a:xfrm>
        </p:spPr>
      </p:pic>
    </p:spTree>
    <p:extLst>
      <p:ext uri="{BB962C8B-B14F-4D97-AF65-F5344CB8AC3E}">
        <p14:creationId xmlns:p14="http://schemas.microsoft.com/office/powerpoint/2010/main" val="413737693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GNU Network Object Model Environment (GNOME)</a:t>
            </a:r>
          </a:p>
        </p:txBody>
      </p:sp>
      <p:sp>
        <p:nvSpPr>
          <p:cNvPr id="6" name="TextBox 5"/>
          <p:cNvSpPr txBox="1"/>
          <p:nvPr/>
        </p:nvSpPr>
        <p:spPr>
          <a:xfrm rot="5400000">
            <a:off x="6324484" y="4779044"/>
            <a:ext cx="1878252" cy="230833"/>
          </a:xfrm>
          <a:prstGeom prst="rect">
            <a:avLst/>
          </a:prstGeom>
          <a:noFill/>
        </p:spPr>
        <p:txBody>
          <a:bodyPr wrap="square" rtlCol="0">
            <a:spAutoFit/>
          </a:bodyPr>
          <a:lstStyle/>
          <a:p>
            <a:r>
              <a:rPr lang="en-US" sz="900" dirty="0">
                <a:solidFill>
                  <a:schemeClr val="bg1">
                    <a:lumMod val="75000"/>
                  </a:schemeClr>
                </a:solidFill>
              </a:rPr>
              <a:t>Courtesy of The GNOME Project</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45919" y="1706880"/>
            <a:ext cx="5502275" cy="4126706"/>
          </a:xfrm>
        </p:spPr>
      </p:pic>
    </p:spTree>
    <p:extLst>
      <p:ext uri="{BB962C8B-B14F-4D97-AF65-F5344CB8AC3E}">
        <p14:creationId xmlns:p14="http://schemas.microsoft.com/office/powerpoint/2010/main" val="1823285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K Desktop Environment (KDE)/Plasma</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20240" y="1756660"/>
            <a:ext cx="5573344" cy="4186940"/>
          </a:xfrm>
        </p:spPr>
      </p:pic>
      <p:sp>
        <p:nvSpPr>
          <p:cNvPr id="7" name="TextBox 6"/>
          <p:cNvSpPr txBox="1"/>
          <p:nvPr/>
        </p:nvSpPr>
        <p:spPr>
          <a:xfrm rot="5400000">
            <a:off x="7033257" y="5189309"/>
            <a:ext cx="1277749" cy="230833"/>
          </a:xfrm>
          <a:prstGeom prst="rect">
            <a:avLst/>
          </a:prstGeom>
          <a:noFill/>
        </p:spPr>
        <p:txBody>
          <a:bodyPr wrap="square" rtlCol="0">
            <a:spAutoFit/>
          </a:bodyPr>
          <a:lstStyle/>
          <a:p>
            <a:r>
              <a:rPr lang="en-US" sz="900" dirty="0">
                <a:solidFill>
                  <a:schemeClr val="bg1">
                    <a:lumMod val="75000"/>
                  </a:schemeClr>
                </a:solidFill>
              </a:rPr>
              <a:t>Courtesy of TKDE</a:t>
            </a:r>
          </a:p>
        </p:txBody>
      </p:sp>
    </p:spTree>
    <p:extLst>
      <p:ext uri="{BB962C8B-B14F-4D97-AF65-F5344CB8AC3E}">
        <p14:creationId xmlns:p14="http://schemas.microsoft.com/office/powerpoint/2010/main" val="1322803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Other Linux GUIs</a:t>
            </a:r>
          </a:p>
        </p:txBody>
      </p:sp>
      <p:sp>
        <p:nvSpPr>
          <p:cNvPr id="9219" name="Content Placeholder 2"/>
          <p:cNvSpPr>
            <a:spLocks noGrp="1"/>
          </p:cNvSpPr>
          <p:nvPr>
            <p:ph idx="1"/>
          </p:nvPr>
        </p:nvSpPr>
        <p:spPr>
          <a:xfrm>
            <a:off x="539750" y="1255594"/>
            <a:ext cx="8299450" cy="4465756"/>
          </a:xfrm>
        </p:spPr>
        <p:txBody>
          <a:bodyPr/>
          <a:lstStyle/>
          <a:p>
            <a:r>
              <a:rPr lang="en-US" sz="3200" dirty="0"/>
              <a:t>Common Desktop Environment (CDE)</a:t>
            </a:r>
          </a:p>
          <a:p>
            <a:pPr lvl="1"/>
            <a:r>
              <a:rPr lang="en-US" sz="3000" dirty="0"/>
              <a:t>Originally developed in 1994 for UNIX systems</a:t>
            </a:r>
          </a:p>
          <a:p>
            <a:pPr lvl="1"/>
            <a:r>
              <a:rPr lang="en-US" sz="3000" dirty="0"/>
              <a:t>Based on HP’s Visual User Environment (VUE)</a:t>
            </a:r>
          </a:p>
          <a:p>
            <a:r>
              <a:rPr lang="en-US" sz="3200" dirty="0"/>
              <a:t>Enlightenment</a:t>
            </a:r>
          </a:p>
          <a:p>
            <a:pPr lvl="1"/>
            <a:r>
              <a:rPr lang="en-US" sz="3000" dirty="0"/>
              <a:t>Relatively new</a:t>
            </a:r>
          </a:p>
          <a:p>
            <a:pPr lvl="1"/>
            <a:r>
              <a:rPr lang="en-US" sz="3000" dirty="0"/>
              <a:t>Designed for graphics developers</a:t>
            </a:r>
          </a:p>
        </p:txBody>
      </p:sp>
    </p:spTree>
    <p:extLst>
      <p:ext uri="{BB962C8B-B14F-4D97-AF65-F5344CB8AC3E}">
        <p14:creationId xmlns:p14="http://schemas.microsoft.com/office/powerpoint/2010/main" val="348405440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Linux Boot Process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236198968"/>
              </p:ext>
            </p:extLst>
          </p:nvPr>
        </p:nvGraphicFramePr>
        <p:xfrm>
          <a:off x="539750" y="1295400"/>
          <a:ext cx="8299450" cy="4873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302138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Linux Boot Process (Cont.)</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952751442"/>
              </p:ext>
            </p:extLst>
          </p:nvPr>
        </p:nvGraphicFramePr>
        <p:xfrm>
          <a:off x="539750" y="1473958"/>
          <a:ext cx="8299450" cy="34255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3695959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Run Levels</a:t>
            </a:r>
          </a:p>
        </p:txBody>
      </p:sp>
      <p:pic>
        <p:nvPicPr>
          <p:cNvPr id="9" name="Content Placeholder 8">
            <a:extLst>
              <a:ext uri="{FF2B5EF4-FFF2-40B4-BE49-F238E27FC236}">
                <a16:creationId xmlns:a16="http://schemas.microsoft.com/office/drawing/2014/main" id="{283F9D2D-76A3-4559-A10B-E35A223F9E2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0758" y="1743538"/>
            <a:ext cx="8299450" cy="2542556"/>
          </a:xfrm>
        </p:spPr>
      </p:pic>
    </p:spTree>
    <p:extLst>
      <p:ext uri="{BB962C8B-B14F-4D97-AF65-F5344CB8AC3E}">
        <p14:creationId xmlns:p14="http://schemas.microsoft.com/office/powerpoint/2010/main" val="206097634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Logical Volume Manager</a:t>
            </a:r>
          </a:p>
        </p:txBody>
      </p:sp>
      <p:sp>
        <p:nvSpPr>
          <p:cNvPr id="9219" name="Content Placeholder 2"/>
          <p:cNvSpPr>
            <a:spLocks noGrp="1"/>
          </p:cNvSpPr>
          <p:nvPr>
            <p:ph idx="1"/>
          </p:nvPr>
        </p:nvSpPr>
        <p:spPr>
          <a:xfrm>
            <a:off x="539750" y="1255594"/>
            <a:ext cx="8299450" cy="4465756"/>
          </a:xfrm>
        </p:spPr>
        <p:txBody>
          <a:bodyPr/>
          <a:lstStyle/>
          <a:p>
            <a:r>
              <a:rPr lang="en-US" sz="3200" dirty="0"/>
              <a:t>An abstraction layer that provides volume management for the Linux kernel</a:t>
            </a:r>
          </a:p>
          <a:p>
            <a:r>
              <a:rPr lang="en-US" sz="3200" dirty="0"/>
              <a:t>On a single system (like a single desktop or server), primary role is to allow:</a:t>
            </a:r>
          </a:p>
          <a:p>
            <a:pPr lvl="1"/>
            <a:r>
              <a:rPr lang="en-US" sz="3000" dirty="0"/>
              <a:t>The resizing of partitions</a:t>
            </a:r>
          </a:p>
          <a:p>
            <a:pPr lvl="1"/>
            <a:r>
              <a:rPr lang="en-US" sz="3000" dirty="0"/>
              <a:t>The creation of backups by taking snapshots of the logical volumes</a:t>
            </a:r>
          </a:p>
          <a:p>
            <a:endParaRPr lang="en-US" sz="3200" dirty="0"/>
          </a:p>
        </p:txBody>
      </p:sp>
    </p:spTree>
    <p:extLst>
      <p:ext uri="{BB962C8B-B14F-4D97-AF65-F5344CB8AC3E}">
        <p14:creationId xmlns:p14="http://schemas.microsoft.com/office/powerpoint/2010/main" val="111993922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Linux Distributions</a:t>
            </a:r>
          </a:p>
        </p:txBody>
      </p:sp>
      <p:sp>
        <p:nvSpPr>
          <p:cNvPr id="9219" name="Content Placeholder 2"/>
          <p:cNvSpPr>
            <a:spLocks noGrp="1"/>
          </p:cNvSpPr>
          <p:nvPr>
            <p:ph idx="1"/>
          </p:nvPr>
        </p:nvSpPr>
        <p:spPr>
          <a:xfrm>
            <a:off x="539750" y="1255594"/>
            <a:ext cx="8299450" cy="4465756"/>
          </a:xfrm>
        </p:spPr>
        <p:txBody>
          <a:bodyPr/>
          <a:lstStyle/>
          <a:p>
            <a:r>
              <a:rPr lang="en-US" sz="3200" dirty="0"/>
              <a:t>Open source operating system</a:t>
            </a:r>
          </a:p>
          <a:p>
            <a:r>
              <a:rPr lang="en-US" sz="3200" dirty="0"/>
              <a:t>Popular distributions:</a:t>
            </a:r>
          </a:p>
          <a:p>
            <a:pPr lvl="1"/>
            <a:r>
              <a:rPr lang="en-US" sz="3000" dirty="0"/>
              <a:t>Ubuntu</a:t>
            </a:r>
          </a:p>
          <a:p>
            <a:pPr lvl="1"/>
            <a:r>
              <a:rPr lang="en-US" sz="3000" dirty="0"/>
              <a:t>Red Hat Enterprise Linux (RHEL)</a:t>
            </a:r>
          </a:p>
          <a:p>
            <a:pPr lvl="1"/>
            <a:r>
              <a:rPr lang="en-US" sz="3000" dirty="0"/>
              <a:t>OpenSUSE</a:t>
            </a:r>
          </a:p>
          <a:p>
            <a:pPr lvl="1"/>
            <a:r>
              <a:rPr lang="en-US" sz="3000" dirty="0"/>
              <a:t>Debian</a:t>
            </a:r>
          </a:p>
          <a:p>
            <a:pPr lvl="1"/>
            <a:r>
              <a:rPr lang="en-US" sz="3000" dirty="0"/>
              <a:t>Slackware</a:t>
            </a:r>
          </a:p>
        </p:txBody>
      </p:sp>
    </p:spTree>
    <p:extLst>
      <p:ext uri="{BB962C8B-B14F-4D97-AF65-F5344CB8AC3E}">
        <p14:creationId xmlns:p14="http://schemas.microsoft.com/office/powerpoint/2010/main" val="90371994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Linux File Systems</a:t>
            </a:r>
          </a:p>
        </p:txBody>
      </p:sp>
      <p:sp>
        <p:nvSpPr>
          <p:cNvPr id="9219" name="Content Placeholder 2"/>
          <p:cNvSpPr>
            <a:spLocks noGrp="1"/>
          </p:cNvSpPr>
          <p:nvPr>
            <p:ph idx="1"/>
          </p:nvPr>
        </p:nvSpPr>
        <p:spPr>
          <a:xfrm>
            <a:off x="539750" y="1255594"/>
            <a:ext cx="8299450" cy="4465756"/>
          </a:xfrm>
        </p:spPr>
        <p:txBody>
          <a:bodyPr/>
          <a:lstStyle/>
          <a:p>
            <a:r>
              <a:rPr lang="en-US" sz="3200" dirty="0"/>
              <a:t>Extended File System (ext)</a:t>
            </a:r>
          </a:p>
          <a:p>
            <a:pPr lvl="1"/>
            <a:r>
              <a:rPr lang="en-US" sz="3000" dirty="0"/>
              <a:t>Current version is 4</a:t>
            </a:r>
          </a:p>
          <a:p>
            <a:r>
              <a:rPr lang="en-US" sz="3200" dirty="0"/>
              <a:t>ext4 supports volumes up to 1 exabyte and single files up to 16 terabytes</a:t>
            </a:r>
          </a:p>
          <a:p>
            <a:r>
              <a:rPr lang="en-US" sz="3200" dirty="0"/>
              <a:t>ext3 and ext4 support three types of journaling:</a:t>
            </a:r>
          </a:p>
          <a:p>
            <a:pPr lvl="1"/>
            <a:r>
              <a:rPr lang="en-US" sz="3000" dirty="0"/>
              <a:t>journal (most secure)</a:t>
            </a:r>
          </a:p>
          <a:p>
            <a:pPr lvl="1"/>
            <a:r>
              <a:rPr lang="en-US" sz="3000" dirty="0"/>
              <a:t>ordered</a:t>
            </a:r>
          </a:p>
          <a:p>
            <a:pPr lvl="1"/>
            <a:r>
              <a:rPr lang="en-US" sz="3000" dirty="0"/>
              <a:t>writeback (least secure)</a:t>
            </a:r>
          </a:p>
        </p:txBody>
      </p:sp>
    </p:spTree>
    <p:extLst>
      <p:ext uri="{BB962C8B-B14F-4D97-AF65-F5344CB8AC3E}">
        <p14:creationId xmlns:p14="http://schemas.microsoft.com/office/powerpoint/2010/main" val="100767574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Linux File Systems (Cont.)</a:t>
            </a:r>
          </a:p>
        </p:txBody>
      </p:sp>
      <p:sp>
        <p:nvSpPr>
          <p:cNvPr id="9219" name="Content Placeholder 2"/>
          <p:cNvSpPr>
            <a:spLocks noGrp="1"/>
          </p:cNvSpPr>
          <p:nvPr>
            <p:ph idx="1"/>
          </p:nvPr>
        </p:nvSpPr>
        <p:spPr>
          <a:xfrm>
            <a:off x="539750" y="1255594"/>
            <a:ext cx="8299450" cy="4465756"/>
          </a:xfrm>
        </p:spPr>
        <p:txBody>
          <a:bodyPr/>
          <a:lstStyle/>
          <a:p>
            <a:r>
              <a:rPr lang="en-US" sz="3200" dirty="0"/>
              <a:t>Reiser File System</a:t>
            </a:r>
          </a:p>
          <a:p>
            <a:pPr lvl="1"/>
            <a:r>
              <a:rPr lang="en-US" sz="3000" dirty="0"/>
              <a:t>Supports journaling</a:t>
            </a:r>
          </a:p>
          <a:p>
            <a:pPr lvl="1"/>
            <a:r>
              <a:rPr lang="en-US" sz="3000" dirty="0"/>
              <a:t>Performs well when hard disk has large number of smaller files</a:t>
            </a:r>
          </a:p>
          <a:p>
            <a:r>
              <a:rPr lang="en-US" sz="3200" dirty="0"/>
              <a:t>Berkeley Fast File System</a:t>
            </a:r>
          </a:p>
          <a:p>
            <a:pPr lvl="1"/>
            <a:r>
              <a:rPr lang="en-US" sz="3000" dirty="0"/>
              <a:t>Also known as UNIX File System</a:t>
            </a:r>
          </a:p>
          <a:p>
            <a:pPr lvl="1"/>
            <a:r>
              <a:rPr lang="en-US" sz="3000" dirty="0"/>
              <a:t>Developed at UC-Berkeley for Linux</a:t>
            </a:r>
          </a:p>
          <a:p>
            <a:pPr lvl="1"/>
            <a:r>
              <a:rPr lang="en-US" sz="3000" dirty="0"/>
              <a:t>Uses a bitmap to track free clusters, indicating availability</a:t>
            </a:r>
          </a:p>
        </p:txBody>
      </p:sp>
    </p:spTree>
    <p:extLst>
      <p:ext uri="{BB962C8B-B14F-4D97-AF65-F5344CB8AC3E}">
        <p14:creationId xmlns:p14="http://schemas.microsoft.com/office/powerpoint/2010/main" val="390800599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Linux Logs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9055073"/>
              </p:ext>
            </p:extLst>
          </p:nvPr>
        </p:nvGraphicFramePr>
        <p:xfrm>
          <a:off x="539750" y="1295400"/>
          <a:ext cx="8299450" cy="4262690"/>
        </p:xfrm>
        <a:graphic>
          <a:graphicData uri="http://schemas.openxmlformats.org/drawingml/2006/table">
            <a:tbl>
              <a:tblPr firstRow="1" bandRow="1">
                <a:tableStyleId>{5C22544A-7EE6-4342-B048-85BDC9FD1C3A}</a:tableStyleId>
              </a:tblPr>
              <a:tblGrid>
                <a:gridCol w="311785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675754">
                <a:tc>
                  <a:txBody>
                    <a:bodyPr/>
                    <a:lstStyle/>
                    <a:p>
                      <a:r>
                        <a:rPr lang="en-US" sz="2600" dirty="0"/>
                        <a:t>Log</a:t>
                      </a:r>
                    </a:p>
                  </a:txBody>
                  <a:tcPr/>
                </a:tc>
                <a:tc>
                  <a:txBody>
                    <a:bodyPr/>
                    <a:lstStyle/>
                    <a:p>
                      <a:r>
                        <a:rPr lang="en-US" sz="2600" dirty="0"/>
                        <a:t>Contents</a:t>
                      </a:r>
                    </a:p>
                  </a:txBody>
                  <a:tcPr/>
                </a:tc>
                <a:extLst>
                  <a:ext uri="{0D108BD9-81ED-4DB2-BD59-A6C34878D82A}">
                    <a16:rowId xmlns:a16="http://schemas.microsoft.com/office/drawing/2014/main" val="10000"/>
                  </a:ext>
                </a:extLst>
              </a:tr>
              <a:tr h="6757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dirty="0"/>
                        <a:t>/var/log/faillog</a:t>
                      </a:r>
                    </a:p>
                  </a:txBody>
                  <a:tcPr/>
                </a:tc>
                <a:tc>
                  <a:txBody>
                    <a:bodyPr/>
                    <a:lstStyle/>
                    <a:p>
                      <a:r>
                        <a:rPr lang="en-US" sz="2600" dirty="0"/>
                        <a:t>Failed user logins</a:t>
                      </a:r>
                    </a:p>
                  </a:txBody>
                  <a:tcPr/>
                </a:tc>
                <a:extLst>
                  <a:ext uri="{0D108BD9-81ED-4DB2-BD59-A6C34878D82A}">
                    <a16:rowId xmlns:a16="http://schemas.microsoft.com/office/drawing/2014/main" val="10001"/>
                  </a:ext>
                </a:extLst>
              </a:tr>
              <a:tr h="6757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dirty="0"/>
                        <a:t>/var/log/kern.log</a:t>
                      </a:r>
                    </a:p>
                  </a:txBody>
                  <a:tcPr/>
                </a:tc>
                <a:tc>
                  <a:txBody>
                    <a:bodyPr/>
                    <a:lstStyle/>
                    <a:p>
                      <a:r>
                        <a:rPr lang="en-US" sz="2600" dirty="0"/>
                        <a:t>Messages from the operating system’s kernel</a:t>
                      </a:r>
                    </a:p>
                  </a:txBody>
                  <a:tcPr/>
                </a:tc>
                <a:extLst>
                  <a:ext uri="{0D108BD9-81ED-4DB2-BD59-A6C34878D82A}">
                    <a16:rowId xmlns:a16="http://schemas.microsoft.com/office/drawing/2014/main" val="10002"/>
                  </a:ext>
                </a:extLst>
              </a:tr>
              <a:tr h="6757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dirty="0"/>
                        <a:t>/var/log/lpr.log</a:t>
                      </a:r>
                    </a:p>
                  </a:txBody>
                  <a:tcPr/>
                </a:tc>
                <a:tc>
                  <a:txBody>
                    <a:bodyPr/>
                    <a:lstStyle/>
                    <a:p>
                      <a:r>
                        <a:rPr lang="en-US" sz="2600" dirty="0"/>
                        <a:t>Items that have been printed</a:t>
                      </a:r>
                    </a:p>
                  </a:txBody>
                  <a:tcPr/>
                </a:tc>
                <a:extLst>
                  <a:ext uri="{0D108BD9-81ED-4DB2-BD59-A6C34878D82A}">
                    <a16:rowId xmlns:a16="http://schemas.microsoft.com/office/drawing/2014/main" val="10003"/>
                  </a:ext>
                </a:extLst>
              </a:tr>
              <a:tr h="6757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dirty="0"/>
                        <a:t>/</a:t>
                      </a:r>
                      <a:r>
                        <a:rPr lang="en-US" sz="2600"/>
                        <a:t>var/log/mail.*</a:t>
                      </a:r>
                      <a:endParaRPr lang="en-US" sz="2600" dirty="0"/>
                    </a:p>
                  </a:txBody>
                  <a:tcPr/>
                </a:tc>
                <a:tc>
                  <a:txBody>
                    <a:bodyPr/>
                    <a:lstStyle/>
                    <a:p>
                      <a:r>
                        <a:rPr lang="en-US" sz="2600"/>
                        <a:t>Email</a:t>
                      </a:r>
                      <a:r>
                        <a:rPr lang="en-US" sz="2600" baseline="0"/>
                        <a:t> </a:t>
                      </a:r>
                      <a:r>
                        <a:rPr lang="en-US" sz="2600" baseline="0" dirty="0"/>
                        <a:t>activity</a:t>
                      </a:r>
                      <a:endParaRPr lang="en-US" sz="2600" dirty="0"/>
                    </a:p>
                  </a:txBody>
                  <a:tcPr/>
                </a:tc>
                <a:extLst>
                  <a:ext uri="{0D108BD9-81ED-4DB2-BD59-A6C34878D82A}">
                    <a16:rowId xmlns:a16="http://schemas.microsoft.com/office/drawing/2014/main" val="10004"/>
                  </a:ext>
                </a:extLst>
              </a:tr>
              <a:tr h="6757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dirty="0"/>
                        <a:t>/</a:t>
                      </a:r>
                      <a:r>
                        <a:rPr lang="en-US" sz="2600"/>
                        <a:t>var/log/mysql.*</a:t>
                      </a:r>
                      <a:endParaRPr lang="en-US" sz="2600" dirty="0"/>
                    </a:p>
                  </a:txBody>
                  <a:tcPr/>
                </a:tc>
                <a:tc>
                  <a:txBody>
                    <a:bodyPr/>
                    <a:lstStyle/>
                    <a:p>
                      <a:r>
                        <a:rPr lang="en-US" sz="2600" dirty="0"/>
                        <a:t>MySQL database server activity</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3521752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Linux </a:t>
            </a:r>
            <a:r>
              <a:rPr lang="en-US" sz="4000">
                <a:solidFill>
                  <a:schemeClr val="tx2"/>
                </a:solidFill>
              </a:rPr>
              <a:t>Logs (Cont</a:t>
            </a:r>
            <a:r>
              <a:rPr lang="en-US" sz="4000" dirty="0">
                <a:solidFill>
                  <a:schemeClr val="tx2"/>
                </a:solidFill>
              </a:rPr>
              <a: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68148564"/>
              </p:ext>
            </p:extLst>
          </p:nvPr>
        </p:nvGraphicFramePr>
        <p:xfrm>
          <a:off x="539750" y="1295400"/>
          <a:ext cx="8299450" cy="3586936"/>
        </p:xfrm>
        <a:graphic>
          <a:graphicData uri="http://schemas.openxmlformats.org/drawingml/2006/table">
            <a:tbl>
              <a:tblPr firstRow="1" bandRow="1">
                <a:tableStyleId>{5C22544A-7EE6-4342-B048-85BDC9FD1C3A}</a:tableStyleId>
              </a:tblPr>
              <a:tblGrid>
                <a:gridCol w="3377157">
                  <a:extLst>
                    <a:ext uri="{9D8B030D-6E8A-4147-A177-3AD203B41FA5}">
                      <a16:colId xmlns:a16="http://schemas.microsoft.com/office/drawing/2014/main" val="20000"/>
                    </a:ext>
                  </a:extLst>
                </a:gridCol>
                <a:gridCol w="4922293">
                  <a:extLst>
                    <a:ext uri="{9D8B030D-6E8A-4147-A177-3AD203B41FA5}">
                      <a16:colId xmlns:a16="http://schemas.microsoft.com/office/drawing/2014/main" val="20001"/>
                    </a:ext>
                  </a:extLst>
                </a:gridCol>
              </a:tblGrid>
              <a:tr h="675754">
                <a:tc>
                  <a:txBody>
                    <a:bodyPr/>
                    <a:lstStyle/>
                    <a:p>
                      <a:r>
                        <a:rPr lang="en-US" sz="2600" dirty="0"/>
                        <a:t>Log</a:t>
                      </a:r>
                    </a:p>
                  </a:txBody>
                  <a:tcPr/>
                </a:tc>
                <a:tc>
                  <a:txBody>
                    <a:bodyPr/>
                    <a:lstStyle/>
                    <a:p>
                      <a:r>
                        <a:rPr lang="en-US" sz="2600" dirty="0"/>
                        <a:t>Contents</a:t>
                      </a:r>
                    </a:p>
                  </a:txBody>
                  <a:tcPr/>
                </a:tc>
                <a:extLst>
                  <a:ext uri="{0D108BD9-81ED-4DB2-BD59-A6C34878D82A}">
                    <a16:rowId xmlns:a16="http://schemas.microsoft.com/office/drawing/2014/main" val="10000"/>
                  </a:ext>
                </a:extLst>
              </a:tr>
              <a:tr h="6757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dirty="0"/>
                        <a:t>/</a:t>
                      </a:r>
                      <a:r>
                        <a:rPr lang="en-US" sz="2600"/>
                        <a:t>var/log/apache2/*</a:t>
                      </a:r>
                      <a:endParaRPr lang="en-US" sz="2600" dirty="0"/>
                    </a:p>
                  </a:txBody>
                  <a:tcPr/>
                </a:tc>
                <a:tc>
                  <a:txBody>
                    <a:bodyPr/>
                    <a:lstStyle/>
                    <a:p>
                      <a:r>
                        <a:rPr lang="en-US" sz="2600"/>
                        <a:t>Apache web </a:t>
                      </a:r>
                      <a:r>
                        <a:rPr lang="en-US" sz="2600" dirty="0"/>
                        <a:t>server activity</a:t>
                      </a:r>
                    </a:p>
                  </a:txBody>
                  <a:tcPr/>
                </a:tc>
                <a:extLst>
                  <a:ext uri="{0D108BD9-81ED-4DB2-BD59-A6C34878D82A}">
                    <a16:rowId xmlns:a16="http://schemas.microsoft.com/office/drawing/2014/main" val="10001"/>
                  </a:ext>
                </a:extLst>
              </a:tr>
              <a:tr h="6757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dirty="0"/>
                        <a:t>/</a:t>
                      </a:r>
                      <a:r>
                        <a:rPr lang="en-US" sz="2600"/>
                        <a:t>var/log/lighttpd/*</a:t>
                      </a:r>
                      <a:endParaRPr lang="en-US" sz="2600" dirty="0"/>
                    </a:p>
                  </a:txBody>
                  <a:tcPr/>
                </a:tc>
                <a:tc>
                  <a:txBody>
                    <a:bodyPr/>
                    <a:lstStyle/>
                    <a:p>
                      <a:r>
                        <a:rPr lang="en-US" sz="2600"/>
                        <a:t>Lighttpd web </a:t>
                      </a:r>
                      <a:r>
                        <a:rPr lang="en-US" sz="2600" dirty="0"/>
                        <a:t>server activity</a:t>
                      </a:r>
                    </a:p>
                  </a:txBody>
                  <a:tcPr/>
                </a:tc>
                <a:extLst>
                  <a:ext uri="{0D108BD9-81ED-4DB2-BD59-A6C34878D82A}">
                    <a16:rowId xmlns:a16="http://schemas.microsoft.com/office/drawing/2014/main" val="10002"/>
                  </a:ext>
                </a:extLst>
              </a:tr>
              <a:tr h="6757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dirty="0"/>
                        <a:t>/var/log/apport.log</a:t>
                      </a:r>
                    </a:p>
                  </a:txBody>
                  <a:tcPr/>
                </a:tc>
                <a:tc>
                  <a:txBody>
                    <a:bodyPr/>
                    <a:lstStyle/>
                    <a:p>
                      <a:r>
                        <a:rPr lang="en-US" sz="2600" dirty="0"/>
                        <a:t>Application crashes</a:t>
                      </a:r>
                    </a:p>
                  </a:txBody>
                  <a:tcPr/>
                </a:tc>
                <a:extLst>
                  <a:ext uri="{0D108BD9-81ED-4DB2-BD59-A6C34878D82A}">
                    <a16:rowId xmlns:a16="http://schemas.microsoft.com/office/drawing/2014/main" val="10003"/>
                  </a:ext>
                </a:extLst>
              </a:tr>
              <a:tr h="6757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dirty="0"/>
                        <a:t>Intrusion detection system logs</a:t>
                      </a:r>
                    </a:p>
                  </a:txBody>
                  <a:tcPr/>
                </a:tc>
                <a:tc>
                  <a:txBody>
                    <a:bodyPr/>
                    <a:lstStyle/>
                    <a:p>
                      <a:r>
                        <a:rPr lang="en-US" sz="2600" dirty="0"/>
                        <a:t>Suspicious traffic</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8298216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Viewing Logs</a:t>
            </a:r>
          </a:p>
        </p:txBody>
      </p:sp>
      <p:sp>
        <p:nvSpPr>
          <p:cNvPr id="9219" name="Content Placeholder 2"/>
          <p:cNvSpPr>
            <a:spLocks noGrp="1"/>
          </p:cNvSpPr>
          <p:nvPr>
            <p:ph idx="1"/>
          </p:nvPr>
        </p:nvSpPr>
        <p:spPr>
          <a:xfrm>
            <a:off x="539750" y="1255594"/>
            <a:ext cx="8299450" cy="4465756"/>
          </a:xfrm>
        </p:spPr>
        <p:txBody>
          <a:bodyPr/>
          <a:lstStyle/>
          <a:p>
            <a:r>
              <a:rPr lang="en-US" sz="3200"/>
              <a:t>Text editor in GUI</a:t>
            </a:r>
          </a:p>
          <a:p>
            <a:r>
              <a:rPr lang="en-US" sz="3200"/>
              <a:t>Any of these commands work from the shell:</a:t>
            </a:r>
            <a:endParaRPr lang="en-US" sz="3200" dirty="0"/>
          </a:p>
          <a:p>
            <a:pPr lvl="1"/>
            <a:r>
              <a:rPr lang="en-US" sz="3000" dirty="0">
                <a:latin typeface="Courier New" pitchFamily="49" charset="0"/>
                <a:cs typeface="Courier New" pitchFamily="49" charset="0"/>
              </a:rPr>
              <a:t>dmesg | lpr</a:t>
            </a:r>
          </a:p>
          <a:p>
            <a:pPr lvl="1"/>
            <a:r>
              <a:rPr lang="en-US" sz="3000" dirty="0">
                <a:latin typeface="Courier New" pitchFamily="49" charset="0"/>
                <a:cs typeface="Courier New" pitchFamily="49" charset="0"/>
              </a:rPr>
              <a:t># tail -f /var/log/lpr.log</a:t>
            </a:r>
          </a:p>
          <a:p>
            <a:pPr lvl="1"/>
            <a:r>
              <a:rPr lang="en-US" sz="3000" dirty="0">
                <a:latin typeface="Courier New" pitchFamily="49" charset="0"/>
                <a:cs typeface="Courier New" pitchFamily="49" charset="0"/>
              </a:rPr>
              <a:t># less /var/log/ lpr.log</a:t>
            </a:r>
          </a:p>
          <a:p>
            <a:pPr lvl="1"/>
            <a:r>
              <a:rPr lang="en-US" sz="3000" dirty="0">
                <a:latin typeface="Courier New" pitchFamily="49" charset="0"/>
                <a:cs typeface="Courier New" pitchFamily="49" charset="0"/>
              </a:rPr>
              <a:t># more -f /var/log/ lpr.log</a:t>
            </a:r>
          </a:p>
        </p:txBody>
      </p:sp>
    </p:spTree>
    <p:extLst>
      <p:ext uri="{BB962C8B-B14F-4D97-AF65-F5344CB8AC3E}">
        <p14:creationId xmlns:p14="http://schemas.microsoft.com/office/powerpoint/2010/main" val="113030819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a:solidFill>
                  <a:schemeClr val="tx2"/>
                </a:solidFill>
              </a:rPr>
              <a:t>Linux Directories</a:t>
            </a:r>
            <a:endParaRPr lang="en-US" sz="4000" dirty="0">
              <a:solidFill>
                <a:schemeClr val="tx2"/>
              </a:solidFill>
            </a:endParaRPr>
          </a:p>
        </p:txBody>
      </p:sp>
      <p:sp>
        <p:nvSpPr>
          <p:cNvPr id="9219" name="Content Placeholder 2"/>
          <p:cNvSpPr>
            <a:spLocks noGrp="1"/>
          </p:cNvSpPr>
          <p:nvPr>
            <p:ph idx="1"/>
          </p:nvPr>
        </p:nvSpPr>
        <p:spPr>
          <a:xfrm>
            <a:off x="539750" y="1255594"/>
            <a:ext cx="8299450" cy="4465756"/>
          </a:xfrm>
        </p:spPr>
        <p:txBody>
          <a:bodyPr/>
          <a:lstStyle/>
          <a:p>
            <a:r>
              <a:rPr lang="en-US" sz="3200"/>
              <a:t>Key directories are important to the functioning of every operating system</a:t>
            </a:r>
          </a:p>
          <a:p>
            <a:r>
              <a:rPr lang="en-US" sz="3200"/>
              <a:t>Directories are also important places to seek out evidence in an investigation</a:t>
            </a:r>
          </a:p>
          <a:p>
            <a:endParaRPr lang="en-US" sz="3000"/>
          </a:p>
          <a:p>
            <a:endParaRPr lang="en-US" sz="3200" dirty="0"/>
          </a:p>
        </p:txBody>
      </p:sp>
    </p:spTree>
    <p:extLst>
      <p:ext uri="{BB962C8B-B14F-4D97-AF65-F5344CB8AC3E}">
        <p14:creationId xmlns:p14="http://schemas.microsoft.com/office/powerpoint/2010/main" val="400754760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/root</a:t>
            </a:r>
          </a:p>
        </p:txBody>
      </p:sp>
      <p:sp>
        <p:nvSpPr>
          <p:cNvPr id="9219" name="Content Placeholder 2"/>
          <p:cNvSpPr>
            <a:spLocks noGrp="1"/>
          </p:cNvSpPr>
          <p:nvPr>
            <p:ph idx="1"/>
          </p:nvPr>
        </p:nvSpPr>
        <p:spPr>
          <a:xfrm>
            <a:off x="539750" y="1255594"/>
            <a:ext cx="8299450" cy="4465756"/>
          </a:xfrm>
        </p:spPr>
        <p:txBody>
          <a:bodyPr/>
          <a:lstStyle/>
          <a:p>
            <a:r>
              <a:rPr lang="en-US" sz="3200" dirty="0"/>
              <a:t>Home directory for the root user</a:t>
            </a:r>
          </a:p>
          <a:p>
            <a:pPr lvl="1"/>
            <a:r>
              <a:rPr lang="en-US" sz="3000" dirty="0"/>
              <a:t>Contains data for the administrator</a:t>
            </a:r>
          </a:p>
          <a:p>
            <a:r>
              <a:rPr lang="en-US" sz="3200" dirty="0"/>
              <a:t>Linux root user is equivalent to Windows Administrator</a:t>
            </a:r>
          </a:p>
        </p:txBody>
      </p:sp>
    </p:spTree>
    <p:extLst>
      <p:ext uri="{BB962C8B-B14F-4D97-AF65-F5344CB8AC3E}">
        <p14:creationId xmlns:p14="http://schemas.microsoft.com/office/powerpoint/2010/main" val="385938744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The /bin Directory</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750" y="2431540"/>
            <a:ext cx="8299450" cy="2375920"/>
          </a:xfrm>
        </p:spPr>
      </p:pic>
    </p:spTree>
    <p:extLst>
      <p:ext uri="{BB962C8B-B14F-4D97-AF65-F5344CB8AC3E}">
        <p14:creationId xmlns:p14="http://schemas.microsoft.com/office/powerpoint/2010/main" val="1162018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/sbin</a:t>
            </a:r>
          </a:p>
        </p:txBody>
      </p:sp>
      <p:sp>
        <p:nvSpPr>
          <p:cNvPr id="9219" name="Content Placeholder 2"/>
          <p:cNvSpPr>
            <a:spLocks noGrp="1"/>
          </p:cNvSpPr>
          <p:nvPr>
            <p:ph idx="1"/>
          </p:nvPr>
        </p:nvSpPr>
        <p:spPr>
          <a:xfrm>
            <a:off x="539750" y="1255594"/>
            <a:ext cx="8299450" cy="4465756"/>
          </a:xfrm>
        </p:spPr>
        <p:txBody>
          <a:bodyPr/>
          <a:lstStyle/>
          <a:p>
            <a:r>
              <a:rPr lang="en-US" sz="3200" dirty="0"/>
              <a:t>Similar to /bin</a:t>
            </a:r>
          </a:p>
          <a:p>
            <a:r>
              <a:rPr lang="en-US" sz="3200" dirty="0"/>
              <a:t>Contains binary files not intended for the average computer user</a:t>
            </a:r>
          </a:p>
          <a:p>
            <a:endParaRPr lang="en-US" sz="3200" dirty="0"/>
          </a:p>
        </p:txBody>
      </p:sp>
    </p:spTree>
    <p:extLst>
      <p:ext uri="{BB962C8B-B14F-4D97-AF65-F5344CB8AC3E}">
        <p14:creationId xmlns:p14="http://schemas.microsoft.com/office/powerpoint/2010/main" val="293647864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a:t>
            </a:r>
            <a:r>
              <a:rPr lang="en-US" sz="4000">
                <a:solidFill>
                  <a:schemeClr val="tx2"/>
                </a:solidFill>
              </a:rPr>
              <a:t>etc</a:t>
            </a:r>
            <a:endParaRPr lang="en-US" sz="4000" dirty="0">
              <a:solidFill>
                <a:schemeClr val="tx2"/>
              </a:solidFill>
            </a:endParaRPr>
          </a:p>
        </p:txBody>
      </p:sp>
      <p:sp>
        <p:nvSpPr>
          <p:cNvPr id="9219" name="Content Placeholder 2"/>
          <p:cNvSpPr>
            <a:spLocks noGrp="1"/>
          </p:cNvSpPr>
          <p:nvPr>
            <p:ph idx="1"/>
          </p:nvPr>
        </p:nvSpPr>
        <p:spPr>
          <a:xfrm>
            <a:off x="539750" y="1255594"/>
            <a:ext cx="8299450" cy="4465756"/>
          </a:xfrm>
        </p:spPr>
        <p:txBody>
          <a:bodyPr/>
          <a:lstStyle/>
          <a:p>
            <a:r>
              <a:rPr lang="en-US" sz="3200" dirty="0"/>
              <a:t>Contains configuration files, such as </a:t>
            </a:r>
            <a:r>
              <a:rPr lang="en-US" sz="3200"/>
              <a:t>for web </a:t>
            </a:r>
            <a:r>
              <a:rPr lang="en-US" sz="3200" dirty="0"/>
              <a:t>servers, boot loaders</a:t>
            </a:r>
            <a:r>
              <a:rPr lang="en-US" sz="3200"/>
              <a:t>, security software, and many other applications</a:t>
            </a:r>
            <a:endParaRPr lang="en-US" sz="3200" dirty="0"/>
          </a:p>
          <a:p>
            <a:endParaRPr lang="en-US" sz="3200" dirty="0"/>
          </a:p>
        </p:txBody>
      </p:sp>
    </p:spTree>
    <p:extLst>
      <p:ext uri="{BB962C8B-B14F-4D97-AF65-F5344CB8AC3E}">
        <p14:creationId xmlns:p14="http://schemas.microsoft.com/office/powerpoint/2010/main" val="42839725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/etcinittab File</a:t>
            </a:r>
          </a:p>
        </p:txBody>
      </p:sp>
      <p:sp>
        <p:nvSpPr>
          <p:cNvPr id="9219" name="Content Placeholder 2"/>
          <p:cNvSpPr>
            <a:spLocks noGrp="1"/>
          </p:cNvSpPr>
          <p:nvPr>
            <p:ph idx="1"/>
          </p:nvPr>
        </p:nvSpPr>
        <p:spPr>
          <a:xfrm>
            <a:off x="539750" y="1255594"/>
            <a:ext cx="8299450" cy="4465756"/>
          </a:xfrm>
        </p:spPr>
        <p:txBody>
          <a:bodyPr/>
          <a:lstStyle/>
          <a:p>
            <a:r>
              <a:rPr lang="en-US" sz="3200" dirty="0"/>
              <a:t>Sets boot-up process and operation</a:t>
            </a:r>
          </a:p>
          <a:p>
            <a:pPr lvl="1"/>
            <a:r>
              <a:rPr lang="en-US" sz="3000" dirty="0"/>
              <a:t>Example: </a:t>
            </a:r>
            <a:r>
              <a:rPr lang="en-US" sz="3000"/>
              <a:t>init</a:t>
            </a:r>
            <a:r>
              <a:rPr lang="en-US" sz="3000" dirty="0"/>
              <a:t> level for </a:t>
            </a:r>
            <a:r>
              <a:rPr lang="en-US" sz="2800" dirty="0"/>
              <a:t>the system on start-up</a:t>
            </a:r>
          </a:p>
          <a:p>
            <a:endParaRPr lang="en-US" sz="3000" dirty="0"/>
          </a:p>
        </p:txBody>
      </p:sp>
      <p:graphicFrame>
        <p:nvGraphicFramePr>
          <p:cNvPr id="2" name="Diagram 1"/>
          <p:cNvGraphicFramePr/>
          <p:nvPr>
            <p:extLst>
              <p:ext uri="{D42A27DB-BD31-4B8C-83A1-F6EECF244321}">
                <p14:modId xmlns:p14="http://schemas.microsoft.com/office/powerpoint/2010/main" val="968564369"/>
              </p:ext>
            </p:extLst>
          </p:nvPr>
        </p:nvGraphicFramePr>
        <p:xfrm>
          <a:off x="539750" y="2770496"/>
          <a:ext cx="8044692" cy="3193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2457515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/dev</a:t>
            </a:r>
          </a:p>
        </p:txBody>
      </p:sp>
      <p:sp>
        <p:nvSpPr>
          <p:cNvPr id="9219" name="Content Placeholder 2"/>
          <p:cNvSpPr>
            <a:spLocks noGrp="1"/>
          </p:cNvSpPr>
          <p:nvPr>
            <p:ph idx="1"/>
          </p:nvPr>
        </p:nvSpPr>
        <p:spPr>
          <a:xfrm>
            <a:off x="539750" y="1255594"/>
            <a:ext cx="8299450" cy="4465756"/>
          </a:xfrm>
        </p:spPr>
        <p:txBody>
          <a:bodyPr/>
          <a:lstStyle/>
          <a:p>
            <a:r>
              <a:rPr lang="en-US" sz="3200" dirty="0"/>
              <a:t>Contains device files</a:t>
            </a:r>
          </a:p>
          <a:p>
            <a:pPr lvl="1"/>
            <a:r>
              <a:rPr lang="en-US" sz="3000" dirty="0"/>
              <a:t>Interfaces to devices</a:t>
            </a:r>
          </a:p>
          <a:p>
            <a:r>
              <a:rPr lang="en-US" sz="3200" dirty="0"/>
              <a:t>All devices should have a device file in /dev</a:t>
            </a:r>
          </a:p>
          <a:p>
            <a:r>
              <a:rPr lang="en-US" sz="3200" dirty="0"/>
              <a:t>Device naming conventions:</a:t>
            </a:r>
          </a:p>
          <a:p>
            <a:pPr lvl="1"/>
            <a:r>
              <a:rPr lang="en-US" sz="3000" dirty="0"/>
              <a:t>hd = hard drive</a:t>
            </a:r>
          </a:p>
          <a:p>
            <a:pPr lvl="1"/>
            <a:r>
              <a:rPr lang="en-US" sz="3000" dirty="0"/>
              <a:t>fd = floppy drive</a:t>
            </a:r>
          </a:p>
          <a:p>
            <a:pPr lvl="1"/>
            <a:r>
              <a:rPr lang="en-US" sz="3000" dirty="0"/>
              <a:t>cd = CD</a:t>
            </a:r>
          </a:p>
          <a:p>
            <a:pPr lvl="1"/>
            <a:r>
              <a:rPr lang="en-US" sz="3000" dirty="0"/>
              <a:t>Example: Main hard drive can be /dev/hd0</a:t>
            </a:r>
          </a:p>
        </p:txBody>
      </p:sp>
    </p:spTree>
    <p:extLst>
      <p:ext uri="{BB962C8B-B14F-4D97-AF65-F5344CB8AC3E}">
        <p14:creationId xmlns:p14="http://schemas.microsoft.com/office/powerpoint/2010/main" val="56609555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/mnt</a:t>
            </a:r>
          </a:p>
        </p:txBody>
      </p:sp>
      <p:sp>
        <p:nvSpPr>
          <p:cNvPr id="9219" name="Content Placeholder 2"/>
          <p:cNvSpPr>
            <a:spLocks noGrp="1"/>
          </p:cNvSpPr>
          <p:nvPr>
            <p:ph idx="1"/>
          </p:nvPr>
        </p:nvSpPr>
        <p:spPr>
          <a:xfrm>
            <a:off x="539750" y="1255594"/>
            <a:ext cx="8299450" cy="4465756"/>
          </a:xfrm>
        </p:spPr>
        <p:txBody>
          <a:bodyPr/>
          <a:lstStyle/>
          <a:p>
            <a:r>
              <a:rPr lang="en-US" sz="3200" dirty="0"/>
              <a:t>Many devices are mounted in /mnt</a:t>
            </a:r>
          </a:p>
          <a:p>
            <a:r>
              <a:rPr lang="en-US" sz="3200" dirty="0"/>
              <a:t>Drives must be mounted prior to use</a:t>
            </a:r>
          </a:p>
          <a:p>
            <a:r>
              <a:rPr lang="en-US" sz="3200" dirty="0"/>
              <a:t>Checking this directory lets you know what is currently mounted on system</a:t>
            </a:r>
          </a:p>
        </p:txBody>
      </p:sp>
    </p:spTree>
    <p:extLst>
      <p:ext uri="{BB962C8B-B14F-4D97-AF65-F5344CB8AC3E}">
        <p14:creationId xmlns:p14="http://schemas.microsoft.com/office/powerpoint/2010/main" val="65914692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/boot</a:t>
            </a:r>
          </a:p>
        </p:txBody>
      </p:sp>
      <p:sp>
        <p:nvSpPr>
          <p:cNvPr id="9219" name="Content Placeholder 2"/>
          <p:cNvSpPr>
            <a:spLocks noGrp="1"/>
          </p:cNvSpPr>
          <p:nvPr>
            <p:ph idx="1"/>
          </p:nvPr>
        </p:nvSpPr>
        <p:spPr>
          <a:xfrm>
            <a:off x="539750" y="1255594"/>
            <a:ext cx="8299450" cy="4465756"/>
          </a:xfrm>
        </p:spPr>
        <p:txBody>
          <a:bodyPr/>
          <a:lstStyle/>
          <a:p>
            <a:r>
              <a:rPr lang="en-US" sz="3200" dirty="0"/>
              <a:t>Contains files critical for booting</a:t>
            </a:r>
          </a:p>
          <a:p>
            <a:r>
              <a:rPr lang="en-US" sz="3200" dirty="0"/>
              <a:t>Boot loader (LILO or GRUB) looks in this directory</a:t>
            </a:r>
          </a:p>
          <a:p>
            <a:r>
              <a:rPr lang="en-US" sz="3200" dirty="0"/>
              <a:t>Kernel images commonly located in /boot</a:t>
            </a:r>
          </a:p>
        </p:txBody>
      </p:sp>
    </p:spTree>
    <p:extLst>
      <p:ext uri="{BB962C8B-B14F-4D97-AF65-F5344CB8AC3E}">
        <p14:creationId xmlns:p14="http://schemas.microsoft.com/office/powerpoint/2010/main" val="341409385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/usr</a:t>
            </a:r>
          </a:p>
        </p:txBody>
      </p:sp>
      <p:sp>
        <p:nvSpPr>
          <p:cNvPr id="9219" name="Content Placeholder 2"/>
          <p:cNvSpPr>
            <a:spLocks noGrp="1"/>
          </p:cNvSpPr>
          <p:nvPr>
            <p:ph idx="1"/>
          </p:nvPr>
        </p:nvSpPr>
        <p:spPr>
          <a:xfrm>
            <a:off x="539750" y="1255594"/>
            <a:ext cx="8299450" cy="4465756"/>
          </a:xfrm>
        </p:spPr>
        <p:txBody>
          <a:bodyPr/>
          <a:lstStyle/>
          <a:p>
            <a:r>
              <a:rPr lang="en-US" sz="3200" dirty="0"/>
              <a:t>Contains subdirectories for individual users</a:t>
            </a:r>
          </a:p>
        </p:txBody>
      </p:sp>
    </p:spTree>
    <p:extLst>
      <p:ext uri="{BB962C8B-B14F-4D97-AF65-F5344CB8AC3E}">
        <p14:creationId xmlns:p14="http://schemas.microsoft.com/office/powerpoint/2010/main" val="240452286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a:solidFill>
                  <a:schemeClr val="tx2"/>
                </a:solidFill>
              </a:rPr>
              <a:t>/var and /varspool</a:t>
            </a:r>
            <a:endParaRPr lang="en-US" sz="4000" dirty="0">
              <a:solidFill>
                <a:schemeClr val="tx2"/>
              </a:solidFill>
            </a:endParaRPr>
          </a:p>
        </p:txBody>
      </p:sp>
      <p:sp>
        <p:nvSpPr>
          <p:cNvPr id="9219" name="Content Placeholder 2"/>
          <p:cNvSpPr>
            <a:spLocks noGrp="1"/>
          </p:cNvSpPr>
          <p:nvPr>
            <p:ph idx="1"/>
          </p:nvPr>
        </p:nvSpPr>
        <p:spPr>
          <a:xfrm>
            <a:off x="539750" y="1255594"/>
            <a:ext cx="8299450" cy="4465756"/>
          </a:xfrm>
        </p:spPr>
        <p:txBody>
          <a:bodyPr/>
          <a:lstStyle/>
          <a:p>
            <a:r>
              <a:rPr lang="en-US" sz="3200"/>
              <a:t>/var</a:t>
            </a:r>
          </a:p>
          <a:p>
            <a:pPr lvl="1"/>
            <a:r>
              <a:rPr lang="en-US" sz="3000"/>
              <a:t>Contains </a:t>
            </a:r>
            <a:r>
              <a:rPr lang="en-US" sz="3000" dirty="0"/>
              <a:t>data that is changed during </a:t>
            </a:r>
            <a:r>
              <a:rPr lang="en-US" sz="3000"/>
              <a:t>system operation</a:t>
            </a:r>
          </a:p>
          <a:p>
            <a:r>
              <a:rPr lang="en-US" sz="3200"/>
              <a:t>/varspool</a:t>
            </a:r>
          </a:p>
          <a:p>
            <a:pPr lvl="1"/>
            <a:r>
              <a:rPr lang="en-US" sz="3000"/>
              <a:t>Contains the print queue</a:t>
            </a:r>
          </a:p>
          <a:p>
            <a:endParaRPr lang="en-US" sz="3200" dirty="0"/>
          </a:p>
        </p:txBody>
      </p:sp>
    </p:spTree>
    <p:extLst>
      <p:ext uri="{BB962C8B-B14F-4D97-AF65-F5344CB8AC3E}">
        <p14:creationId xmlns:p14="http://schemas.microsoft.com/office/powerpoint/2010/main" val="296961690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The /proc Directory</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750" y="2165082"/>
            <a:ext cx="8299450" cy="2908836"/>
          </a:xfrm>
        </p:spPr>
      </p:pic>
    </p:spTree>
    <p:extLst>
      <p:ext uri="{BB962C8B-B14F-4D97-AF65-F5344CB8AC3E}">
        <p14:creationId xmlns:p14="http://schemas.microsoft.com/office/powerpoint/2010/main" val="22190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a:solidFill>
                  <a:schemeClr val="tx2"/>
                </a:solidFill>
              </a:rPr>
              <a:t>Shell Commands for Forensics</a:t>
            </a:r>
            <a:endParaRPr lang="en-US" sz="4000" dirty="0">
              <a:solidFill>
                <a:schemeClr val="tx2"/>
              </a:solidFill>
            </a:endParaRPr>
          </a:p>
        </p:txBody>
      </p:sp>
      <p:sp>
        <p:nvSpPr>
          <p:cNvPr id="9219" name="Content Placeholder 2"/>
          <p:cNvSpPr>
            <a:spLocks noGrp="1"/>
          </p:cNvSpPr>
          <p:nvPr>
            <p:ph idx="1"/>
          </p:nvPr>
        </p:nvSpPr>
        <p:spPr>
          <a:xfrm>
            <a:off x="539750" y="1255594"/>
            <a:ext cx="8299450" cy="4465756"/>
          </a:xfrm>
        </p:spPr>
        <p:txBody>
          <a:bodyPr/>
          <a:lstStyle/>
          <a:p>
            <a:r>
              <a:rPr lang="en-US" sz="3200"/>
              <a:t>Linux has hundreds of shell commands</a:t>
            </a:r>
          </a:p>
          <a:p>
            <a:r>
              <a:rPr lang="en-US" sz="3200"/>
              <a:t>Some can be very useful in forensic investigations</a:t>
            </a:r>
          </a:p>
          <a:p>
            <a:endParaRPr lang="en-US" sz="3000"/>
          </a:p>
          <a:p>
            <a:endParaRPr lang="en-US" sz="3200" dirty="0"/>
          </a:p>
        </p:txBody>
      </p:sp>
    </p:spTree>
    <p:extLst>
      <p:ext uri="{BB962C8B-B14F-4D97-AF65-F5344CB8AC3E}">
        <p14:creationId xmlns:p14="http://schemas.microsoft.com/office/powerpoint/2010/main" val="165734239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The </a:t>
            </a:r>
            <a:r>
              <a:rPr lang="en-US" sz="4000" dirty="0">
                <a:solidFill>
                  <a:schemeClr val="tx2"/>
                </a:solidFill>
                <a:latin typeface="Courier New" pitchFamily="49" charset="0"/>
                <a:cs typeface="Courier New" pitchFamily="49" charset="0"/>
              </a:rPr>
              <a:t>dmesg</a:t>
            </a:r>
            <a:r>
              <a:rPr lang="en-US" sz="4000" dirty="0">
                <a:solidFill>
                  <a:schemeClr val="tx2"/>
                </a:solidFill>
              </a:rPr>
              <a:t> Command</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95321" y="1295400"/>
            <a:ext cx="6188308" cy="4648200"/>
          </a:xfrm>
        </p:spPr>
      </p:pic>
    </p:spTree>
    <p:extLst>
      <p:ext uri="{BB962C8B-B14F-4D97-AF65-F5344CB8AC3E}">
        <p14:creationId xmlns:p14="http://schemas.microsoft.com/office/powerpoint/2010/main" val="1132329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The </a:t>
            </a:r>
            <a:r>
              <a:rPr lang="en-US" sz="4000" dirty="0">
                <a:solidFill>
                  <a:schemeClr val="tx2"/>
                </a:solidFill>
                <a:latin typeface="Courier New" pitchFamily="49" charset="0"/>
                <a:cs typeface="Courier New" pitchFamily="49" charset="0"/>
              </a:rPr>
              <a:t>pstree</a:t>
            </a:r>
            <a:r>
              <a:rPr lang="en-US" sz="4000" dirty="0">
                <a:solidFill>
                  <a:schemeClr val="tx2"/>
                </a:solidFill>
              </a:rPr>
              <a:t> Command</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73772" y="1295400"/>
            <a:ext cx="3631406" cy="4648200"/>
          </a:xfrm>
        </p:spPr>
      </p:pic>
    </p:spTree>
    <p:extLst>
      <p:ext uri="{BB962C8B-B14F-4D97-AF65-F5344CB8AC3E}">
        <p14:creationId xmlns:p14="http://schemas.microsoft.com/office/powerpoint/2010/main" val="4046077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The </a:t>
            </a:r>
            <a:r>
              <a:rPr lang="en-US" sz="4000" dirty="0">
                <a:solidFill>
                  <a:schemeClr val="tx2"/>
                </a:solidFill>
                <a:latin typeface="Courier New" pitchFamily="49" charset="0"/>
                <a:cs typeface="Courier New" pitchFamily="49" charset="0"/>
              </a:rPr>
              <a:t>file</a:t>
            </a:r>
            <a:r>
              <a:rPr lang="en-US" sz="4000" dirty="0">
                <a:solidFill>
                  <a:schemeClr val="tx2"/>
                </a:solidFill>
              </a:rPr>
              <a:t> Command</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65237" y="2033587"/>
            <a:ext cx="6848475" cy="3171825"/>
          </a:xfrm>
        </p:spPr>
      </p:pic>
    </p:spTree>
    <p:extLst>
      <p:ext uri="{BB962C8B-B14F-4D97-AF65-F5344CB8AC3E}">
        <p14:creationId xmlns:p14="http://schemas.microsoft.com/office/powerpoint/2010/main" val="4106564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Undeleting Linux Files: Manually</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070745787"/>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6751219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539750" y="1755775"/>
            <a:ext cx="8299450" cy="3062288"/>
          </a:xfrm>
        </p:spPr>
        <p:txBody>
          <a:bodyPr/>
          <a:lstStyle/>
          <a:p>
            <a:pPr algn="ctr">
              <a:spcBef>
                <a:spcPts val="1200"/>
              </a:spcBef>
            </a:pPr>
            <a:r>
              <a:rPr lang="en-US" sz="4000" dirty="0">
                <a:solidFill>
                  <a:schemeClr val="tx2"/>
                </a:solidFill>
              </a:rPr>
              <a:t>Let’s Play:</a:t>
            </a:r>
            <a:br>
              <a:rPr lang="en-US" sz="4000" dirty="0">
                <a:solidFill>
                  <a:schemeClr val="tx2"/>
                </a:solidFill>
              </a:rPr>
            </a:br>
            <a:br>
              <a:rPr lang="en-US" sz="4000" dirty="0">
                <a:solidFill>
                  <a:schemeClr val="tx2"/>
                </a:solidFill>
              </a:rPr>
            </a:br>
            <a:r>
              <a:rPr lang="en-US" sz="4000" dirty="0">
                <a:solidFill>
                  <a:schemeClr val="tx2"/>
                </a:solidFill>
              </a:rPr>
              <a:t>Identify the Shell Command</a:t>
            </a:r>
          </a:p>
        </p:txBody>
      </p:sp>
    </p:spTree>
    <p:extLst>
      <p:ext uri="{BB962C8B-B14F-4D97-AF65-F5344CB8AC3E}">
        <p14:creationId xmlns:p14="http://schemas.microsoft.com/office/powerpoint/2010/main" val="296995995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Command 1</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Displays the commands that have previously been entered</a:t>
            </a:r>
            <a:endParaRPr lang="en-US" sz="2000" kern="0" dirty="0"/>
          </a:p>
        </p:txBody>
      </p:sp>
      <p:sp>
        <p:nvSpPr>
          <p:cNvPr id="6" name="Content Placeholder 2"/>
          <p:cNvSpPr txBox="1">
            <a:spLocks/>
          </p:cNvSpPr>
          <p:nvPr/>
        </p:nvSpPr>
        <p:spPr bwMode="auto">
          <a:xfrm>
            <a:off x="582966" y="3316403"/>
            <a:ext cx="8299450" cy="655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buNone/>
            </a:pPr>
            <a:r>
              <a:rPr lang="en-US" sz="2400" kern="0" dirty="0"/>
              <a:t>Answer choices:</a:t>
            </a:r>
          </a:p>
        </p:txBody>
      </p:sp>
      <p:sp>
        <p:nvSpPr>
          <p:cNvPr id="2" name="TextBox 1"/>
          <p:cNvSpPr txBox="1"/>
          <p:nvPr/>
        </p:nvSpPr>
        <p:spPr>
          <a:xfrm>
            <a:off x="582966" y="3875964"/>
            <a:ext cx="8465500" cy="1692771"/>
          </a:xfrm>
          <a:prstGeom prst="rect">
            <a:avLst/>
          </a:prstGeom>
          <a:noFill/>
        </p:spPr>
        <p:txBody>
          <a:bodyPr wrap="square" numCol="1" spcCol="182880" rtlCol="0">
            <a:spAutoFit/>
          </a:bodyPr>
          <a:lstStyle/>
          <a:p>
            <a:pPr marL="517525" lvl="1" indent="-457200">
              <a:buClr>
                <a:srgbClr val="ED6E2E"/>
              </a:buClr>
              <a:buAutoNum type="alphaLcPeriod"/>
            </a:pPr>
            <a:r>
              <a:rPr lang="en-US" sz="2600" kern="0" dirty="0"/>
              <a:t>dmesg</a:t>
            </a:r>
          </a:p>
          <a:p>
            <a:pPr marL="517525" lvl="1" indent="-457200">
              <a:buClr>
                <a:srgbClr val="ED6E2E"/>
              </a:buClr>
              <a:buAutoNum type="alphaLcPeriod"/>
            </a:pPr>
            <a:r>
              <a:rPr lang="en-US" sz="2600" kern="0" dirty="0"/>
              <a:t>grep</a:t>
            </a:r>
          </a:p>
          <a:p>
            <a:pPr marL="517525" lvl="1" indent="-457200">
              <a:buClr>
                <a:srgbClr val="ED6E2E"/>
              </a:buClr>
              <a:buAutoNum type="alphaLcPeriod"/>
            </a:pPr>
            <a:r>
              <a:rPr lang="en-US" sz="2600" kern="0" dirty="0"/>
              <a:t>history</a:t>
            </a:r>
          </a:p>
          <a:p>
            <a:pPr marL="517525" lvl="1" indent="-457200">
              <a:buClr>
                <a:srgbClr val="ED6E2E"/>
              </a:buClr>
              <a:buAutoNum type="alphaLcPeriod"/>
            </a:pPr>
            <a:r>
              <a:rPr lang="en-US" sz="2600" kern="0" dirty="0"/>
              <a:t>ls</a:t>
            </a:r>
          </a:p>
        </p:txBody>
      </p:sp>
    </p:spTree>
    <p:extLst>
      <p:ext uri="{BB962C8B-B14F-4D97-AF65-F5344CB8AC3E}">
        <p14:creationId xmlns:p14="http://schemas.microsoft.com/office/powerpoint/2010/main" val="3776142104"/>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1</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889183"/>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history</a:t>
            </a:r>
          </a:p>
        </p:txBody>
      </p:sp>
    </p:spTree>
    <p:extLst>
      <p:ext uri="{BB962C8B-B14F-4D97-AF65-F5344CB8AC3E}">
        <p14:creationId xmlns:p14="http://schemas.microsoft.com/office/powerpoint/2010/main" val="1302378407"/>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Command 2</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Shows all the processes in the form of a tree structure</a:t>
            </a:r>
            <a:endParaRPr lang="en-US" sz="2000" kern="0" dirty="0"/>
          </a:p>
        </p:txBody>
      </p:sp>
      <p:sp>
        <p:nvSpPr>
          <p:cNvPr id="6" name="Content Placeholder 2"/>
          <p:cNvSpPr txBox="1">
            <a:spLocks/>
          </p:cNvSpPr>
          <p:nvPr/>
        </p:nvSpPr>
        <p:spPr bwMode="auto">
          <a:xfrm>
            <a:off x="582966" y="3316403"/>
            <a:ext cx="8299450" cy="655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buNone/>
            </a:pPr>
            <a:r>
              <a:rPr lang="en-US" sz="2400" kern="0" dirty="0"/>
              <a:t>Answer choices:</a:t>
            </a:r>
          </a:p>
        </p:txBody>
      </p:sp>
      <p:sp>
        <p:nvSpPr>
          <p:cNvPr id="2" name="TextBox 1"/>
          <p:cNvSpPr txBox="1"/>
          <p:nvPr/>
        </p:nvSpPr>
        <p:spPr>
          <a:xfrm>
            <a:off x="582966" y="3875964"/>
            <a:ext cx="8465500" cy="1754326"/>
          </a:xfrm>
          <a:prstGeom prst="rect">
            <a:avLst/>
          </a:prstGeom>
          <a:noFill/>
        </p:spPr>
        <p:txBody>
          <a:bodyPr wrap="square" numCol="1" spcCol="182880" rtlCol="0">
            <a:spAutoFit/>
          </a:bodyPr>
          <a:lstStyle/>
          <a:p>
            <a:pPr marL="517525" lvl="1" indent="-457200">
              <a:buClr>
                <a:srgbClr val="ED6E2E"/>
              </a:buClr>
              <a:buAutoNum type="alphaLcPeriod"/>
            </a:pPr>
            <a:r>
              <a:rPr lang="en-US" sz="2800" kern="0" dirty="0"/>
              <a:t>ps </a:t>
            </a:r>
          </a:p>
          <a:p>
            <a:pPr marL="517525" lvl="1" indent="-457200">
              <a:buClr>
                <a:srgbClr val="ED6E2E"/>
              </a:buClr>
              <a:buAutoNum type="alphaLcPeriod"/>
            </a:pPr>
            <a:r>
              <a:rPr lang="en-US" sz="2800" kern="0" dirty="0"/>
              <a:t>pstree</a:t>
            </a:r>
          </a:p>
          <a:p>
            <a:pPr marL="517525" lvl="1" indent="-457200">
              <a:buClr>
                <a:srgbClr val="ED6E2E"/>
              </a:buClr>
              <a:buAutoNum type="alphaLcPeriod"/>
            </a:pPr>
            <a:r>
              <a:rPr lang="en-US" sz="2600" kern="0" dirty="0"/>
              <a:t>ls</a:t>
            </a:r>
          </a:p>
          <a:p>
            <a:pPr marL="517525" lvl="1" indent="-457200">
              <a:buClr>
                <a:srgbClr val="ED6E2E"/>
              </a:buClr>
              <a:buAutoNum type="alphaLcPeriod"/>
            </a:pPr>
            <a:r>
              <a:rPr lang="en-US" sz="2600" kern="0" dirty="0"/>
              <a:t>top</a:t>
            </a:r>
          </a:p>
        </p:txBody>
      </p:sp>
    </p:spTree>
    <p:extLst>
      <p:ext uri="{BB962C8B-B14F-4D97-AF65-F5344CB8AC3E}">
        <p14:creationId xmlns:p14="http://schemas.microsoft.com/office/powerpoint/2010/main" val="4828001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2</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889183"/>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pstree</a:t>
            </a:r>
          </a:p>
        </p:txBody>
      </p:sp>
    </p:spTree>
    <p:extLst>
      <p:ext uri="{BB962C8B-B14F-4D97-AF65-F5344CB8AC3E}">
        <p14:creationId xmlns:p14="http://schemas.microsoft.com/office/powerpoint/2010/main" val="2629690010"/>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Command 3</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Takes the name you provide and returns the ID for that process; can work with partial names</a:t>
            </a:r>
            <a:endParaRPr lang="en-US" sz="2000" kern="0" dirty="0"/>
          </a:p>
        </p:txBody>
      </p:sp>
      <p:sp>
        <p:nvSpPr>
          <p:cNvPr id="6" name="Content Placeholder 2"/>
          <p:cNvSpPr txBox="1">
            <a:spLocks/>
          </p:cNvSpPr>
          <p:nvPr/>
        </p:nvSpPr>
        <p:spPr bwMode="auto">
          <a:xfrm>
            <a:off x="582966" y="3316403"/>
            <a:ext cx="8299450" cy="655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buNone/>
            </a:pPr>
            <a:r>
              <a:rPr lang="en-US" sz="2400" kern="0" dirty="0"/>
              <a:t>Answer choices:</a:t>
            </a:r>
          </a:p>
        </p:txBody>
      </p:sp>
      <p:sp>
        <p:nvSpPr>
          <p:cNvPr id="2" name="TextBox 1"/>
          <p:cNvSpPr txBox="1"/>
          <p:nvPr/>
        </p:nvSpPr>
        <p:spPr>
          <a:xfrm>
            <a:off x="582966" y="3875964"/>
            <a:ext cx="8465500" cy="1723549"/>
          </a:xfrm>
          <a:prstGeom prst="rect">
            <a:avLst/>
          </a:prstGeom>
          <a:noFill/>
        </p:spPr>
        <p:txBody>
          <a:bodyPr wrap="square" numCol="1" spcCol="182880" rtlCol="0">
            <a:spAutoFit/>
          </a:bodyPr>
          <a:lstStyle/>
          <a:p>
            <a:pPr marL="517525" lvl="1" indent="-457200">
              <a:buClr>
                <a:srgbClr val="ED6E2E"/>
              </a:buClr>
              <a:buAutoNum type="alphaLcPeriod"/>
            </a:pPr>
            <a:r>
              <a:rPr lang="en-US" sz="2800" kern="0" dirty="0"/>
              <a:t>pgrep </a:t>
            </a:r>
          </a:p>
          <a:p>
            <a:pPr marL="517525" lvl="1" indent="-457200">
              <a:buClr>
                <a:srgbClr val="ED6E2E"/>
              </a:buClr>
              <a:buAutoNum type="alphaLcPeriod"/>
            </a:pPr>
            <a:r>
              <a:rPr lang="en-US" sz="2600" kern="0" dirty="0"/>
              <a:t>dd</a:t>
            </a:r>
          </a:p>
          <a:p>
            <a:pPr marL="517525" lvl="1" indent="-457200">
              <a:buClr>
                <a:srgbClr val="ED6E2E"/>
              </a:buClr>
              <a:buAutoNum type="alphaLcPeriod"/>
            </a:pPr>
            <a:r>
              <a:rPr lang="en-US" sz="2600" kern="0" dirty="0"/>
              <a:t>grep</a:t>
            </a:r>
          </a:p>
          <a:p>
            <a:pPr marL="517525" lvl="1" indent="-457200">
              <a:buClr>
                <a:srgbClr val="ED6E2E"/>
              </a:buClr>
              <a:buAutoNum type="alphaLcPeriod"/>
            </a:pPr>
            <a:r>
              <a:rPr lang="en-US" sz="2600" kern="0" dirty="0"/>
              <a:t>file</a:t>
            </a:r>
          </a:p>
        </p:txBody>
      </p:sp>
    </p:spTree>
    <p:extLst>
      <p:ext uri="{BB962C8B-B14F-4D97-AF65-F5344CB8AC3E}">
        <p14:creationId xmlns:p14="http://schemas.microsoft.com/office/powerpoint/2010/main" val="393424929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3</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889183"/>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pgrep</a:t>
            </a:r>
          </a:p>
        </p:txBody>
      </p:sp>
    </p:spTree>
    <p:extLst>
      <p:ext uri="{BB962C8B-B14F-4D97-AF65-F5344CB8AC3E}">
        <p14:creationId xmlns:p14="http://schemas.microsoft.com/office/powerpoint/2010/main" val="3213206776"/>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Command 4</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Lists the processes in the order of how much CPU time the process is utilizing</a:t>
            </a:r>
            <a:endParaRPr lang="en-US" sz="2000" kern="0" dirty="0"/>
          </a:p>
        </p:txBody>
      </p:sp>
      <p:sp>
        <p:nvSpPr>
          <p:cNvPr id="6" name="Content Placeholder 2"/>
          <p:cNvSpPr txBox="1">
            <a:spLocks/>
          </p:cNvSpPr>
          <p:nvPr/>
        </p:nvSpPr>
        <p:spPr bwMode="auto">
          <a:xfrm>
            <a:off x="582966" y="3316403"/>
            <a:ext cx="8299450" cy="655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buNone/>
            </a:pPr>
            <a:r>
              <a:rPr lang="en-US" sz="2400" kern="0" dirty="0"/>
              <a:t>Answer choices:</a:t>
            </a:r>
          </a:p>
        </p:txBody>
      </p:sp>
      <p:sp>
        <p:nvSpPr>
          <p:cNvPr id="2" name="TextBox 1"/>
          <p:cNvSpPr txBox="1"/>
          <p:nvPr/>
        </p:nvSpPr>
        <p:spPr>
          <a:xfrm>
            <a:off x="582966" y="3875964"/>
            <a:ext cx="8465500" cy="1723549"/>
          </a:xfrm>
          <a:prstGeom prst="rect">
            <a:avLst/>
          </a:prstGeom>
          <a:noFill/>
        </p:spPr>
        <p:txBody>
          <a:bodyPr wrap="square" numCol="1" spcCol="182880" rtlCol="0">
            <a:spAutoFit/>
          </a:bodyPr>
          <a:lstStyle/>
          <a:p>
            <a:pPr marL="517525" lvl="1" indent="-457200">
              <a:buClr>
                <a:srgbClr val="ED6E2E"/>
              </a:buClr>
              <a:buAutoNum type="alphaLcPeriod"/>
            </a:pPr>
            <a:r>
              <a:rPr lang="en-US" sz="2800" kern="0" dirty="0"/>
              <a:t>ps</a:t>
            </a:r>
          </a:p>
          <a:p>
            <a:pPr marL="517525" lvl="1" indent="-457200">
              <a:buClr>
                <a:srgbClr val="ED6E2E"/>
              </a:buClr>
              <a:buAutoNum type="alphaLcPeriod"/>
            </a:pPr>
            <a:r>
              <a:rPr lang="en-US" sz="2600" kern="0" dirty="0"/>
              <a:t>ls</a:t>
            </a:r>
          </a:p>
          <a:p>
            <a:pPr marL="517525" lvl="1" indent="-457200">
              <a:buClr>
                <a:srgbClr val="ED6E2E"/>
              </a:buClr>
              <a:buAutoNum type="alphaLcPeriod"/>
            </a:pPr>
            <a:r>
              <a:rPr lang="en-US" sz="2600" kern="0" dirty="0"/>
              <a:t>su</a:t>
            </a:r>
          </a:p>
          <a:p>
            <a:pPr marL="517525" lvl="1" indent="-457200">
              <a:buClr>
                <a:srgbClr val="ED6E2E"/>
              </a:buClr>
              <a:buAutoNum type="alphaLcPeriod"/>
            </a:pPr>
            <a:r>
              <a:rPr lang="en-US" sz="2600" kern="0" dirty="0"/>
              <a:t>top</a:t>
            </a:r>
          </a:p>
        </p:txBody>
      </p:sp>
    </p:spTree>
    <p:extLst>
      <p:ext uri="{BB962C8B-B14F-4D97-AF65-F5344CB8AC3E}">
        <p14:creationId xmlns:p14="http://schemas.microsoft.com/office/powerpoint/2010/main" val="358002526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4</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889183"/>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top</a:t>
            </a:r>
          </a:p>
        </p:txBody>
      </p:sp>
    </p:spTree>
    <p:extLst>
      <p:ext uri="{BB962C8B-B14F-4D97-AF65-F5344CB8AC3E}">
        <p14:creationId xmlns:p14="http://schemas.microsoft.com/office/powerpoint/2010/main" val="3450601748"/>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Command 5</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 criminal changes a file extension. This command can identify the file. </a:t>
            </a:r>
            <a:endParaRPr lang="en-US" sz="2000" kern="0" dirty="0"/>
          </a:p>
        </p:txBody>
      </p:sp>
      <p:sp>
        <p:nvSpPr>
          <p:cNvPr id="6" name="Content Placeholder 2"/>
          <p:cNvSpPr txBox="1">
            <a:spLocks/>
          </p:cNvSpPr>
          <p:nvPr/>
        </p:nvSpPr>
        <p:spPr bwMode="auto">
          <a:xfrm>
            <a:off x="582966" y="3316403"/>
            <a:ext cx="8299450" cy="655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buNone/>
            </a:pPr>
            <a:r>
              <a:rPr lang="en-US" sz="2400" kern="0" dirty="0"/>
              <a:t>Answer choices:</a:t>
            </a:r>
          </a:p>
        </p:txBody>
      </p:sp>
      <p:sp>
        <p:nvSpPr>
          <p:cNvPr id="2" name="TextBox 1"/>
          <p:cNvSpPr txBox="1"/>
          <p:nvPr/>
        </p:nvSpPr>
        <p:spPr>
          <a:xfrm>
            <a:off x="582966" y="3875964"/>
            <a:ext cx="8465500" cy="1723549"/>
          </a:xfrm>
          <a:prstGeom prst="rect">
            <a:avLst/>
          </a:prstGeom>
          <a:noFill/>
        </p:spPr>
        <p:txBody>
          <a:bodyPr wrap="square" numCol="1" spcCol="182880" rtlCol="0">
            <a:spAutoFit/>
          </a:bodyPr>
          <a:lstStyle/>
          <a:p>
            <a:pPr marL="517525" lvl="1" indent="-457200">
              <a:buClr>
                <a:srgbClr val="ED6E2E"/>
              </a:buClr>
              <a:buAutoNum type="alphaLcPeriod"/>
            </a:pPr>
            <a:r>
              <a:rPr lang="en-US" sz="2800" kern="0" dirty="0"/>
              <a:t>history</a:t>
            </a:r>
          </a:p>
          <a:p>
            <a:pPr marL="517525" lvl="1" indent="-457200">
              <a:buClr>
                <a:srgbClr val="ED6E2E"/>
              </a:buClr>
              <a:buAutoNum type="alphaLcPeriod"/>
            </a:pPr>
            <a:r>
              <a:rPr lang="en-US" sz="2600" kern="0" dirty="0"/>
              <a:t>ls</a:t>
            </a:r>
          </a:p>
          <a:p>
            <a:pPr marL="517525" lvl="1" indent="-457200">
              <a:buClr>
                <a:srgbClr val="ED6E2E"/>
              </a:buClr>
              <a:buAutoNum type="alphaLcPeriod"/>
            </a:pPr>
            <a:r>
              <a:rPr lang="en-US" sz="2600" kern="0" dirty="0"/>
              <a:t>file</a:t>
            </a:r>
          </a:p>
          <a:p>
            <a:pPr marL="517525" lvl="1" indent="-457200">
              <a:buClr>
                <a:srgbClr val="ED6E2E"/>
              </a:buClr>
              <a:buAutoNum type="alphaLcPeriod"/>
            </a:pPr>
            <a:r>
              <a:rPr lang="en-US" sz="2600" kern="0" dirty="0"/>
              <a:t>mount</a:t>
            </a:r>
          </a:p>
        </p:txBody>
      </p:sp>
    </p:spTree>
    <p:extLst>
      <p:ext uri="{BB962C8B-B14F-4D97-AF65-F5344CB8AC3E}">
        <p14:creationId xmlns:p14="http://schemas.microsoft.com/office/powerpoint/2010/main" val="1206877489"/>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5</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889183"/>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file</a:t>
            </a:r>
          </a:p>
        </p:txBody>
      </p:sp>
    </p:spTree>
    <p:extLst>
      <p:ext uri="{BB962C8B-B14F-4D97-AF65-F5344CB8AC3E}">
        <p14:creationId xmlns:p14="http://schemas.microsoft.com/office/powerpoint/2010/main" val="3707694685"/>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Command 6</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Halts a running process based on the process ID (PID) you provide</a:t>
            </a:r>
            <a:endParaRPr lang="en-US" sz="2000" kern="0" dirty="0"/>
          </a:p>
        </p:txBody>
      </p:sp>
      <p:sp>
        <p:nvSpPr>
          <p:cNvPr id="6" name="Content Placeholder 2"/>
          <p:cNvSpPr txBox="1">
            <a:spLocks/>
          </p:cNvSpPr>
          <p:nvPr/>
        </p:nvSpPr>
        <p:spPr bwMode="auto">
          <a:xfrm>
            <a:off x="582966" y="3316403"/>
            <a:ext cx="8299450" cy="655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buNone/>
            </a:pPr>
            <a:r>
              <a:rPr lang="en-US" sz="2400" kern="0" dirty="0"/>
              <a:t>Answer choices:</a:t>
            </a:r>
          </a:p>
        </p:txBody>
      </p:sp>
      <p:sp>
        <p:nvSpPr>
          <p:cNvPr id="2" name="TextBox 1"/>
          <p:cNvSpPr txBox="1"/>
          <p:nvPr/>
        </p:nvSpPr>
        <p:spPr>
          <a:xfrm>
            <a:off x="582966" y="3875964"/>
            <a:ext cx="8465500" cy="1723549"/>
          </a:xfrm>
          <a:prstGeom prst="rect">
            <a:avLst/>
          </a:prstGeom>
          <a:noFill/>
        </p:spPr>
        <p:txBody>
          <a:bodyPr wrap="square" numCol="1" spcCol="182880" rtlCol="0">
            <a:spAutoFit/>
          </a:bodyPr>
          <a:lstStyle/>
          <a:p>
            <a:pPr marL="517525" lvl="1" indent="-457200">
              <a:buClr>
                <a:srgbClr val="ED6E2E"/>
              </a:buClr>
              <a:buAutoNum type="alphaLcPeriod"/>
            </a:pPr>
            <a:r>
              <a:rPr lang="en-US" sz="2800" kern="0" dirty="0"/>
              <a:t>kill </a:t>
            </a:r>
          </a:p>
          <a:p>
            <a:pPr marL="517525" lvl="1" indent="-457200">
              <a:buClr>
                <a:srgbClr val="ED6E2E"/>
              </a:buClr>
              <a:buAutoNum type="alphaLcPeriod"/>
            </a:pPr>
            <a:r>
              <a:rPr lang="en-US" sz="2600" kern="0" dirty="0"/>
              <a:t>dmesg</a:t>
            </a:r>
          </a:p>
          <a:p>
            <a:pPr marL="517525" lvl="1" indent="-457200">
              <a:buClr>
                <a:srgbClr val="ED6E2E"/>
              </a:buClr>
              <a:buAutoNum type="alphaLcPeriod"/>
            </a:pPr>
            <a:r>
              <a:rPr lang="en-US" sz="2600" kern="0" dirty="0"/>
              <a:t>ps</a:t>
            </a:r>
          </a:p>
          <a:p>
            <a:pPr marL="517525" lvl="1" indent="-457200">
              <a:buClr>
                <a:srgbClr val="ED6E2E"/>
              </a:buClr>
              <a:buAutoNum type="alphaLcPeriod"/>
            </a:pPr>
            <a:r>
              <a:rPr lang="en-US" sz="2600" kern="0" dirty="0"/>
              <a:t>finger</a:t>
            </a:r>
          </a:p>
        </p:txBody>
      </p:sp>
    </p:spTree>
    <p:extLst>
      <p:ext uri="{BB962C8B-B14F-4D97-AF65-F5344CB8AC3E}">
        <p14:creationId xmlns:p14="http://schemas.microsoft.com/office/powerpoint/2010/main" val="117279409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6</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889183"/>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kill</a:t>
            </a:r>
          </a:p>
        </p:txBody>
      </p:sp>
    </p:spTree>
    <p:extLst>
      <p:ext uri="{BB962C8B-B14F-4D97-AF65-F5344CB8AC3E}">
        <p14:creationId xmlns:p14="http://schemas.microsoft.com/office/powerpoint/2010/main" val="413268231"/>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Command 7</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Invokes the super user mode</a:t>
            </a:r>
            <a:endParaRPr lang="en-US" sz="2000" kern="0" dirty="0"/>
          </a:p>
        </p:txBody>
      </p:sp>
      <p:sp>
        <p:nvSpPr>
          <p:cNvPr id="6" name="Content Placeholder 2"/>
          <p:cNvSpPr txBox="1">
            <a:spLocks/>
          </p:cNvSpPr>
          <p:nvPr/>
        </p:nvSpPr>
        <p:spPr bwMode="auto">
          <a:xfrm>
            <a:off x="582966" y="3316403"/>
            <a:ext cx="8299450" cy="655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buNone/>
            </a:pPr>
            <a:r>
              <a:rPr lang="en-US" sz="2400" kern="0" dirty="0"/>
              <a:t>Answer choices:</a:t>
            </a:r>
          </a:p>
        </p:txBody>
      </p:sp>
      <p:sp>
        <p:nvSpPr>
          <p:cNvPr id="2" name="TextBox 1"/>
          <p:cNvSpPr txBox="1"/>
          <p:nvPr/>
        </p:nvSpPr>
        <p:spPr>
          <a:xfrm>
            <a:off x="582966" y="3875964"/>
            <a:ext cx="8465500" cy="1723549"/>
          </a:xfrm>
          <a:prstGeom prst="rect">
            <a:avLst/>
          </a:prstGeom>
          <a:noFill/>
        </p:spPr>
        <p:txBody>
          <a:bodyPr wrap="square" numCol="1" spcCol="182880" rtlCol="0">
            <a:spAutoFit/>
          </a:bodyPr>
          <a:lstStyle/>
          <a:p>
            <a:pPr marL="517525" lvl="1" indent="-457200">
              <a:buClr>
                <a:srgbClr val="ED6E2E"/>
              </a:buClr>
              <a:buAutoNum type="alphaLcPeriod"/>
            </a:pPr>
            <a:r>
              <a:rPr lang="en-US" sz="2800" kern="0" dirty="0"/>
              <a:t>who</a:t>
            </a:r>
          </a:p>
          <a:p>
            <a:pPr marL="517525" lvl="1" indent="-457200">
              <a:buClr>
                <a:srgbClr val="ED6E2E"/>
              </a:buClr>
              <a:buAutoNum type="alphaLcPeriod"/>
            </a:pPr>
            <a:r>
              <a:rPr lang="en-US" sz="2600" kern="0" dirty="0"/>
              <a:t>grep</a:t>
            </a:r>
          </a:p>
          <a:p>
            <a:pPr marL="517525" lvl="1" indent="-457200">
              <a:buClr>
                <a:srgbClr val="ED6E2E"/>
              </a:buClr>
              <a:buAutoNum type="alphaLcPeriod"/>
            </a:pPr>
            <a:r>
              <a:rPr lang="en-US" sz="2600" kern="0" dirty="0"/>
              <a:t>finger</a:t>
            </a:r>
          </a:p>
          <a:p>
            <a:pPr marL="517525" lvl="1" indent="-457200">
              <a:buClr>
                <a:srgbClr val="ED6E2E"/>
              </a:buClr>
              <a:buAutoNum type="alphaLcPeriod"/>
            </a:pPr>
            <a:r>
              <a:rPr lang="en-US" sz="2600" kern="0" dirty="0"/>
              <a:t>su</a:t>
            </a:r>
          </a:p>
        </p:txBody>
      </p:sp>
    </p:spTree>
    <p:extLst>
      <p:ext uri="{BB962C8B-B14F-4D97-AF65-F5344CB8AC3E}">
        <p14:creationId xmlns:p14="http://schemas.microsoft.com/office/powerpoint/2010/main" val="3356190510"/>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7</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889183"/>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su</a:t>
            </a:r>
          </a:p>
        </p:txBody>
      </p:sp>
    </p:spTree>
    <p:extLst>
      <p:ext uri="{BB962C8B-B14F-4D97-AF65-F5344CB8AC3E}">
        <p14:creationId xmlns:p14="http://schemas.microsoft.com/office/powerpoint/2010/main" val="454194449"/>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Command 8</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Provides information about a specific user</a:t>
            </a:r>
            <a:endParaRPr lang="en-US" sz="2000" kern="0" dirty="0"/>
          </a:p>
        </p:txBody>
      </p:sp>
      <p:sp>
        <p:nvSpPr>
          <p:cNvPr id="6" name="Content Placeholder 2"/>
          <p:cNvSpPr txBox="1">
            <a:spLocks/>
          </p:cNvSpPr>
          <p:nvPr/>
        </p:nvSpPr>
        <p:spPr bwMode="auto">
          <a:xfrm>
            <a:off x="582966" y="3316403"/>
            <a:ext cx="8299450" cy="655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buNone/>
            </a:pPr>
            <a:r>
              <a:rPr lang="en-US" sz="2400" kern="0" dirty="0"/>
              <a:t>Answer choices:</a:t>
            </a:r>
          </a:p>
        </p:txBody>
      </p:sp>
      <p:sp>
        <p:nvSpPr>
          <p:cNvPr id="2" name="TextBox 1"/>
          <p:cNvSpPr txBox="1"/>
          <p:nvPr/>
        </p:nvSpPr>
        <p:spPr>
          <a:xfrm>
            <a:off x="582966" y="3875964"/>
            <a:ext cx="8465500" cy="1754326"/>
          </a:xfrm>
          <a:prstGeom prst="rect">
            <a:avLst/>
          </a:prstGeom>
          <a:noFill/>
        </p:spPr>
        <p:txBody>
          <a:bodyPr wrap="square" numCol="1" spcCol="182880" rtlCol="0">
            <a:spAutoFit/>
          </a:bodyPr>
          <a:lstStyle/>
          <a:p>
            <a:pPr marL="517525" lvl="1" indent="-457200">
              <a:buClr>
                <a:srgbClr val="ED6E2E"/>
              </a:buClr>
              <a:buAutoNum type="alphaLcPeriod"/>
            </a:pPr>
            <a:r>
              <a:rPr lang="en-US" sz="2800" kern="0" dirty="0"/>
              <a:t>finger</a:t>
            </a:r>
          </a:p>
          <a:p>
            <a:pPr marL="517525" lvl="1" indent="-457200">
              <a:buClr>
                <a:srgbClr val="ED6E2E"/>
              </a:buClr>
              <a:buAutoNum type="alphaLcPeriod"/>
            </a:pPr>
            <a:r>
              <a:rPr lang="en-US" sz="2800" kern="0" dirty="0"/>
              <a:t>who</a:t>
            </a:r>
          </a:p>
          <a:p>
            <a:pPr marL="517525" lvl="1" indent="-457200">
              <a:buClr>
                <a:srgbClr val="ED6E2E"/>
              </a:buClr>
              <a:buAutoNum type="alphaLcPeriod"/>
            </a:pPr>
            <a:r>
              <a:rPr lang="en-US" sz="2600" kern="0" dirty="0"/>
              <a:t>su</a:t>
            </a:r>
          </a:p>
          <a:p>
            <a:pPr marL="517525" lvl="1" indent="-457200">
              <a:buClr>
                <a:srgbClr val="ED6E2E"/>
              </a:buClr>
              <a:buAutoNum type="alphaLcPeriod"/>
            </a:pPr>
            <a:r>
              <a:rPr lang="en-US" sz="2600" kern="0" dirty="0"/>
              <a:t>grep</a:t>
            </a:r>
          </a:p>
        </p:txBody>
      </p:sp>
    </p:spTree>
    <p:extLst>
      <p:ext uri="{BB962C8B-B14F-4D97-AF65-F5344CB8AC3E}">
        <p14:creationId xmlns:p14="http://schemas.microsoft.com/office/powerpoint/2010/main" val="2616591306"/>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8</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889183"/>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finger</a:t>
            </a:r>
          </a:p>
        </p:txBody>
      </p:sp>
    </p:spTree>
    <p:extLst>
      <p:ext uri="{BB962C8B-B14F-4D97-AF65-F5344CB8AC3E}">
        <p14:creationId xmlns:p14="http://schemas.microsoft.com/office/powerpoint/2010/main" val="87252496"/>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a:ea typeface="MS PGothic" pitchFamily="34" charset="-128"/>
              </a:rPr>
              <a:t>Kali Linux</a:t>
            </a:r>
            <a:endParaRPr lang="en-US" sz="4000" dirty="0">
              <a:ea typeface="MS PGothic" pitchFamily="34" charset="-128"/>
            </a:endParaRP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a:t>Has a number of forensics tools</a:t>
            </a:r>
          </a:p>
          <a:p>
            <a:pPr marL="233363" indent="-233363" eaLnBrk="0" hangingPunct="0">
              <a:spcBef>
                <a:spcPct val="20000"/>
              </a:spcBef>
              <a:buClr>
                <a:srgbClr val="ED6E2E"/>
              </a:buClr>
              <a:buFont typeface="Wingdings" pitchFamily="2" charset="2"/>
              <a:buChar char="§"/>
            </a:pPr>
            <a:r>
              <a:rPr lang="en-US" sz="3200"/>
              <a:t>Can use as quality control tool to complement OSForensics, FTK, or Encase</a:t>
            </a:r>
          </a:p>
          <a:p>
            <a:pPr marL="233363" indent="-233363" eaLnBrk="0" hangingPunct="0">
              <a:spcBef>
                <a:spcPct val="20000"/>
              </a:spcBef>
              <a:buClr>
                <a:srgbClr val="ED6E2E"/>
              </a:buClr>
              <a:buFont typeface="Wingdings" pitchFamily="2" charset="2"/>
              <a:buChar char="§"/>
            </a:pPr>
            <a:r>
              <a:rPr lang="en-US" sz="3200"/>
              <a:t>Includes Autopsy, a web-based graphical user interface for the command-line tool Sleuth Kit</a:t>
            </a:r>
          </a:p>
          <a:p>
            <a:pPr marL="233363" indent="-233363" eaLnBrk="0" hangingPunct="0">
              <a:spcBef>
                <a:spcPct val="20000"/>
              </a:spcBef>
              <a:buClr>
                <a:srgbClr val="ED6E2E"/>
              </a:buClr>
              <a:buFont typeface="Wingdings" pitchFamily="2" charset="2"/>
              <a:buChar char="§"/>
            </a:pPr>
            <a:endParaRPr lang="en-US" sz="3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a:ea typeface="MS PGothic" pitchFamily="34" charset="-128"/>
              </a:rPr>
              <a:t>Autopsy</a:t>
            </a:r>
            <a:endParaRPr lang="en-US" sz="4000" dirty="0">
              <a:ea typeface="MS PGothic" pitchFamily="34" charset="-128"/>
            </a:endParaRPr>
          </a:p>
        </p:txBody>
      </p:sp>
      <p:pic>
        <p:nvPicPr>
          <p:cNvPr id="4" name="Picture 3">
            <a:extLst>
              <a:ext uri="{FF2B5EF4-FFF2-40B4-BE49-F238E27FC236}">
                <a16:creationId xmlns:a16="http://schemas.microsoft.com/office/drawing/2014/main" id="{ED719681-6FF5-4AEF-947D-382825228B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90" y="1144064"/>
            <a:ext cx="7047619" cy="5019048"/>
          </a:xfrm>
          <a:prstGeom prst="rect">
            <a:avLst/>
          </a:prstGeom>
        </p:spPr>
      </p:pic>
    </p:spTree>
    <p:extLst>
      <p:ext uri="{BB962C8B-B14F-4D97-AF65-F5344CB8AC3E}">
        <p14:creationId xmlns:p14="http://schemas.microsoft.com/office/powerpoint/2010/main" val="24503345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Autopsy (Cont.)</a:t>
            </a:r>
            <a:endParaRPr lang="en-US" sz="4000" dirty="0">
              <a:solidFill>
                <a:schemeClr val="tx2"/>
              </a:solidFill>
            </a:endParaRPr>
          </a:p>
        </p:txBody>
      </p:sp>
      <p:pic>
        <p:nvPicPr>
          <p:cNvPr id="6" name="Content Placeholder 5">
            <a:extLst>
              <a:ext uri="{FF2B5EF4-FFF2-40B4-BE49-F238E27FC236}">
                <a16:creationId xmlns:a16="http://schemas.microsoft.com/office/drawing/2014/main" id="{8285DB48-63DC-473B-8C83-2B09726B462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91789" y="1600387"/>
            <a:ext cx="6795372" cy="3986052"/>
          </a:xfrm>
        </p:spPr>
      </p:pic>
    </p:spTree>
    <p:extLst>
      <p:ext uri="{BB962C8B-B14F-4D97-AF65-F5344CB8AC3E}">
        <p14:creationId xmlns:p14="http://schemas.microsoft.com/office/powerpoint/2010/main" val="24196187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Autopsy (Cont.)</a:t>
            </a:r>
            <a:endParaRPr lang="en-US" sz="4000" dirty="0">
              <a:solidFill>
                <a:schemeClr val="tx2"/>
              </a:solidFill>
            </a:endParaRPr>
          </a:p>
        </p:txBody>
      </p:sp>
      <p:pic>
        <p:nvPicPr>
          <p:cNvPr id="3" name="Content Placeholder 2">
            <a:extLst>
              <a:ext uri="{FF2B5EF4-FFF2-40B4-BE49-F238E27FC236}">
                <a16:creationId xmlns:a16="http://schemas.microsoft.com/office/drawing/2014/main" id="{DE29B461-73B3-4BD4-BE7B-E2249751E57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85046" y="1604210"/>
            <a:ext cx="6808857" cy="3846631"/>
          </a:xfrm>
        </p:spPr>
      </p:pic>
    </p:spTree>
    <p:extLst>
      <p:ext uri="{BB962C8B-B14F-4D97-AF65-F5344CB8AC3E}">
        <p14:creationId xmlns:p14="http://schemas.microsoft.com/office/powerpoint/2010/main" val="8289983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Autopsy (Cont.)</a:t>
            </a:r>
            <a:endParaRPr lang="en-US" sz="4000" dirty="0">
              <a:solidFill>
                <a:schemeClr val="tx2"/>
              </a:solidFill>
            </a:endParaRPr>
          </a:p>
        </p:txBody>
      </p:sp>
      <p:pic>
        <p:nvPicPr>
          <p:cNvPr id="3" name="Content Placeholder 2">
            <a:extLst>
              <a:ext uri="{FF2B5EF4-FFF2-40B4-BE49-F238E27FC236}">
                <a16:creationId xmlns:a16="http://schemas.microsoft.com/office/drawing/2014/main" id="{4EE2E7E2-C9E9-4810-A115-69403331C1D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42784" y="1670564"/>
            <a:ext cx="6893381" cy="3943705"/>
          </a:xfrm>
        </p:spPr>
      </p:pic>
    </p:spTree>
    <p:extLst>
      <p:ext uri="{BB962C8B-B14F-4D97-AF65-F5344CB8AC3E}">
        <p14:creationId xmlns:p14="http://schemas.microsoft.com/office/powerpoint/2010/main" val="40757085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a:t>Linux file systems</a:t>
            </a:r>
          </a:p>
          <a:p>
            <a:pPr marL="233363" indent="-233363" eaLnBrk="0" hangingPunct="0">
              <a:spcBef>
                <a:spcPct val="20000"/>
              </a:spcBef>
              <a:buClr>
                <a:srgbClr val="ED6E2E"/>
              </a:buClr>
              <a:buFont typeface="Wingdings" pitchFamily="2" charset="2"/>
              <a:buChar char="§"/>
            </a:pPr>
            <a:r>
              <a:rPr lang="en-US" sz="3200"/>
              <a:t>What to look for in Linux system logs</a:t>
            </a:r>
          </a:p>
          <a:p>
            <a:pPr marL="233363" indent="-233363" eaLnBrk="0" hangingPunct="0">
              <a:spcBef>
                <a:spcPct val="20000"/>
              </a:spcBef>
              <a:buClr>
                <a:srgbClr val="ED6E2E"/>
              </a:buClr>
              <a:buFont typeface="Wingdings" pitchFamily="2" charset="2"/>
              <a:buChar char="§"/>
            </a:pPr>
            <a:r>
              <a:rPr lang="en-US" sz="3200"/>
              <a:t>Forensically interesting Linux directories</a:t>
            </a:r>
          </a:p>
          <a:p>
            <a:pPr marL="233363" indent="-233363" eaLnBrk="0" hangingPunct="0">
              <a:spcBef>
                <a:spcPct val="20000"/>
              </a:spcBef>
              <a:buClr>
                <a:srgbClr val="ED6E2E"/>
              </a:buClr>
              <a:buFont typeface="Wingdings" pitchFamily="2" charset="2"/>
              <a:buChar char="§"/>
            </a:pPr>
            <a:r>
              <a:rPr lang="en-US" sz="3200"/>
              <a:t>Important Linux shell commands</a:t>
            </a:r>
          </a:p>
          <a:p>
            <a:pPr marL="233363" indent="-233363" eaLnBrk="0" hangingPunct="0">
              <a:spcBef>
                <a:spcPct val="20000"/>
              </a:spcBef>
              <a:buClr>
                <a:srgbClr val="ED6E2E"/>
              </a:buClr>
              <a:buFont typeface="Wingdings" pitchFamily="2" charset="2"/>
              <a:buChar char="§"/>
            </a:pPr>
            <a:r>
              <a:rPr lang="en-US" sz="3200"/>
              <a:t>How to undelete files from Linux </a:t>
            </a:r>
          </a:p>
        </p:txBody>
      </p:sp>
    </p:spTree>
    <p:extLst>
      <p:ext uri="{BB962C8B-B14F-4D97-AF65-F5344CB8AC3E}">
        <p14:creationId xmlns:p14="http://schemas.microsoft.com/office/powerpoint/2010/main" val="9334804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41000</TotalTime>
  <Words>5294</Words>
  <Application>Microsoft Office PowerPoint</Application>
  <PresentationFormat>On-screen Show (4:3)</PresentationFormat>
  <Paragraphs>556</Paragraphs>
  <Slides>62</Slides>
  <Notes>59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Arial</vt:lpstr>
      <vt:lpstr>Courier New</vt:lpstr>
      <vt:lpstr>Times</vt:lpstr>
      <vt:lpstr>Times New Roman</vt:lpstr>
      <vt:lpstr>Wingdings</vt:lpstr>
      <vt:lpstr>Blank Presentation</vt:lpstr>
      <vt:lpstr>PowerPoint Presentation</vt:lpstr>
      <vt:lpstr>Learning Objective</vt:lpstr>
      <vt:lpstr>Key Concepts</vt:lpstr>
      <vt:lpstr>History of Linux</vt:lpstr>
      <vt:lpstr>History of Linux (Cont.)</vt:lpstr>
      <vt:lpstr>Linux Shells</vt:lpstr>
      <vt:lpstr>Common Linux Shell Commands</vt:lpstr>
      <vt:lpstr>Common Linux Shell Commands (Cont.)</vt:lpstr>
      <vt:lpstr>Common Linux Shell Commands (Cont.)</vt:lpstr>
      <vt:lpstr>GNU Network Object Model Environment (GNOME)</vt:lpstr>
      <vt:lpstr>K Desktop Environment (KDE)/Plasma</vt:lpstr>
      <vt:lpstr>Other Linux GUIs</vt:lpstr>
      <vt:lpstr>Linux Boot Process</vt:lpstr>
      <vt:lpstr>Linux Boot Process (Cont.)</vt:lpstr>
      <vt:lpstr>Run Levels</vt:lpstr>
      <vt:lpstr>Logical Volume Manager</vt:lpstr>
      <vt:lpstr>Linux Distributions</vt:lpstr>
      <vt:lpstr>Linux File Systems</vt:lpstr>
      <vt:lpstr>Linux File Systems (Cont.)</vt:lpstr>
      <vt:lpstr>Linux Logs</vt:lpstr>
      <vt:lpstr>Linux Logs (Cont.)</vt:lpstr>
      <vt:lpstr>Viewing Logs</vt:lpstr>
      <vt:lpstr>Linux Directories</vt:lpstr>
      <vt:lpstr>/root</vt:lpstr>
      <vt:lpstr>The /bin Directory</vt:lpstr>
      <vt:lpstr>/sbin</vt:lpstr>
      <vt:lpstr>/etc</vt:lpstr>
      <vt:lpstr>/etcinittab File</vt:lpstr>
      <vt:lpstr>/dev</vt:lpstr>
      <vt:lpstr>/mnt</vt:lpstr>
      <vt:lpstr>/boot</vt:lpstr>
      <vt:lpstr>/usr</vt:lpstr>
      <vt:lpstr>/var and /varspool</vt:lpstr>
      <vt:lpstr>The /proc Directory</vt:lpstr>
      <vt:lpstr>Shell Commands for Forensics</vt:lpstr>
      <vt:lpstr>The dmesg Command</vt:lpstr>
      <vt:lpstr>The pstree Command</vt:lpstr>
      <vt:lpstr>The file Command</vt:lpstr>
      <vt:lpstr>Undeleting Linux Files: Manually</vt:lpstr>
      <vt:lpstr>Let’s Play:  Identify the Shell Command</vt:lpstr>
      <vt:lpstr>Command 1</vt:lpstr>
      <vt:lpstr>Answer 1</vt:lpstr>
      <vt:lpstr>Command 2</vt:lpstr>
      <vt:lpstr>Answer 2</vt:lpstr>
      <vt:lpstr>Command 3</vt:lpstr>
      <vt:lpstr>Answer 3</vt:lpstr>
      <vt:lpstr>Command 4</vt:lpstr>
      <vt:lpstr>Answer 4</vt:lpstr>
      <vt:lpstr>Command 5</vt:lpstr>
      <vt:lpstr>Answer 5</vt:lpstr>
      <vt:lpstr>Command 6</vt:lpstr>
      <vt:lpstr>Answer 6</vt:lpstr>
      <vt:lpstr>Command 7</vt:lpstr>
      <vt:lpstr>Answer 7</vt:lpstr>
      <vt:lpstr>Command 8</vt:lpstr>
      <vt:lpstr>Answer 8</vt:lpstr>
      <vt:lpstr>Kali Linux</vt:lpstr>
      <vt:lpstr>Autopsy</vt:lpstr>
      <vt:lpstr>Autopsy (Cont.)</vt:lpstr>
      <vt:lpstr>Autopsy (Cont.)</vt:lpstr>
      <vt:lpstr>Autopsy (Cont.)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Angela Vizzi</cp:lastModifiedBy>
  <cp:revision>3263</cp:revision>
  <cp:lastPrinted>2008-07-07T18:08:55Z</cp:lastPrinted>
  <dcterms:created xsi:type="dcterms:W3CDTF">2010-11-23T16:40:46Z</dcterms:created>
  <dcterms:modified xsi:type="dcterms:W3CDTF">2022-08-01T22:46:19Z</dcterms:modified>
</cp:coreProperties>
</file>